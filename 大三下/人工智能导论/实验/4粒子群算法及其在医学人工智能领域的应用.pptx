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3239" r:id="rId2"/>
    <p:sldId id="3242" r:id="rId3"/>
    <p:sldId id="3252" r:id="rId4"/>
    <p:sldId id="3253" r:id="rId5"/>
    <p:sldId id="3255" r:id="rId6"/>
    <p:sldId id="3257" r:id="rId7"/>
    <p:sldId id="3259" r:id="rId8"/>
    <p:sldId id="3260" r:id="rId9"/>
    <p:sldId id="3261" r:id="rId10"/>
    <p:sldId id="3271" r:id="rId11"/>
    <p:sldId id="3262" r:id="rId12"/>
    <p:sldId id="3263" r:id="rId13"/>
    <p:sldId id="3272" r:id="rId14"/>
    <p:sldId id="3265" r:id="rId15"/>
    <p:sldId id="3273" r:id="rId16"/>
    <p:sldId id="3266" r:id="rId17"/>
    <p:sldId id="3268" r:id="rId18"/>
    <p:sldId id="3270" r:id="rId19"/>
    <p:sldId id="3267"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A6D8"/>
    <a:srgbClr val="56CF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7858" autoAdjust="0"/>
  </p:normalViewPr>
  <p:slideViewPr>
    <p:cSldViewPr snapToGrid="0">
      <p:cViewPr varScale="1">
        <p:scale>
          <a:sx n="113" d="100"/>
          <a:sy n="113" d="100"/>
        </p:scale>
        <p:origin x="47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ancong zheng" userId="791c3d94eccb8482" providerId="LiveId" clId="{DD27D93D-25A6-4107-9E37-5B6FF22D9C45}"/>
    <pc:docChg chg="undo custSel addSld delSld modSld">
      <pc:chgData name="jiancong zheng" userId="791c3d94eccb8482" providerId="LiveId" clId="{DD27D93D-25A6-4107-9E37-5B6FF22D9C45}" dt="2024-05-07T14:13:05.356" v="2417" actId="1038"/>
      <pc:docMkLst>
        <pc:docMk/>
      </pc:docMkLst>
      <pc:sldChg chg="addSp delSp modSp mod">
        <pc:chgData name="jiancong zheng" userId="791c3d94eccb8482" providerId="LiveId" clId="{DD27D93D-25A6-4107-9E37-5B6FF22D9C45}" dt="2024-05-07T12:32:14.927" v="207" actId="1076"/>
        <pc:sldMkLst>
          <pc:docMk/>
          <pc:sldMk cId="0" sldId="3239"/>
        </pc:sldMkLst>
        <pc:spChg chg="add del mod">
          <ac:chgData name="jiancong zheng" userId="791c3d94eccb8482" providerId="LiveId" clId="{DD27D93D-25A6-4107-9E37-5B6FF22D9C45}" dt="2024-05-07T12:32:08.047" v="205" actId="1076"/>
          <ac:spMkLst>
            <pc:docMk/>
            <pc:sldMk cId="0" sldId="3239"/>
            <ac:spMk id="3" creationId="{69B8C4B9-33CF-495F-AAD2-119B6367348A}"/>
          </ac:spMkLst>
        </pc:spChg>
        <pc:spChg chg="del">
          <ac:chgData name="jiancong zheng" userId="791c3d94eccb8482" providerId="LiveId" clId="{DD27D93D-25A6-4107-9E37-5B6FF22D9C45}" dt="2024-05-07T12:22:44.708" v="37" actId="478"/>
          <ac:spMkLst>
            <pc:docMk/>
            <pc:sldMk cId="0" sldId="3239"/>
            <ac:spMk id="5" creationId="{F85E3A35-48C2-4D80-AC07-941FB79949F8}"/>
          </ac:spMkLst>
        </pc:spChg>
        <pc:spChg chg="mod">
          <ac:chgData name="jiancong zheng" userId="791c3d94eccb8482" providerId="LiveId" clId="{DD27D93D-25A6-4107-9E37-5B6FF22D9C45}" dt="2024-05-07T12:32:14.927" v="207" actId="1076"/>
          <ac:spMkLst>
            <pc:docMk/>
            <pc:sldMk cId="0" sldId="3239"/>
            <ac:spMk id="7" creationId="{9F061515-AF7C-4FA4-8D47-56C3796E6ACC}"/>
          </ac:spMkLst>
        </pc:spChg>
        <pc:spChg chg="add mod">
          <ac:chgData name="jiancong zheng" userId="791c3d94eccb8482" providerId="LiveId" clId="{DD27D93D-25A6-4107-9E37-5B6FF22D9C45}" dt="2024-05-07T12:27:52.501" v="130" actId="113"/>
          <ac:spMkLst>
            <pc:docMk/>
            <pc:sldMk cId="0" sldId="3239"/>
            <ac:spMk id="10" creationId="{1B71157F-88F8-4C3C-A592-CB30BB9724C0}"/>
          </ac:spMkLst>
        </pc:spChg>
      </pc:sldChg>
      <pc:sldChg chg="del">
        <pc:chgData name="jiancong zheng" userId="791c3d94eccb8482" providerId="LiveId" clId="{DD27D93D-25A6-4107-9E37-5B6FF22D9C45}" dt="2024-05-07T12:32:23.965" v="211" actId="47"/>
        <pc:sldMkLst>
          <pc:docMk/>
          <pc:sldMk cId="1709156437" sldId="3240"/>
        </pc:sldMkLst>
      </pc:sldChg>
      <pc:sldChg chg="addSp delSp modSp mod">
        <pc:chgData name="jiancong zheng" userId="791c3d94eccb8482" providerId="LiveId" clId="{DD27D93D-25A6-4107-9E37-5B6FF22D9C45}" dt="2024-05-07T13:51:39.647" v="1726" actId="1076"/>
        <pc:sldMkLst>
          <pc:docMk/>
          <pc:sldMk cId="3392350776" sldId="3242"/>
        </pc:sldMkLst>
        <pc:spChg chg="add mod topLvl">
          <ac:chgData name="jiancong zheng" userId="791c3d94eccb8482" providerId="LiveId" clId="{DD27D93D-25A6-4107-9E37-5B6FF22D9C45}" dt="2024-05-07T13:04:11.744" v="428" actId="164"/>
          <ac:spMkLst>
            <pc:docMk/>
            <pc:sldMk cId="3392350776" sldId="3242"/>
            <ac:spMk id="2" creationId="{65FC8783-44DC-474A-A829-24E9CF3BE9C6}"/>
          </ac:spMkLst>
        </pc:spChg>
        <pc:spChg chg="mod">
          <ac:chgData name="jiancong zheng" userId="791c3d94eccb8482" providerId="LiveId" clId="{DD27D93D-25A6-4107-9E37-5B6FF22D9C45}" dt="2024-05-07T12:31:45.358" v="193" actId="207"/>
          <ac:spMkLst>
            <pc:docMk/>
            <pc:sldMk cId="3392350776" sldId="3242"/>
            <ac:spMk id="6" creationId="{1031845D-5D1D-470D-91F6-38256B322756}"/>
          </ac:spMkLst>
        </pc:spChg>
        <pc:spChg chg="del">
          <ac:chgData name="jiancong zheng" userId="791c3d94eccb8482" providerId="LiveId" clId="{DD27D93D-25A6-4107-9E37-5B6FF22D9C45}" dt="2024-05-07T12:27:01.668" v="104" actId="478"/>
          <ac:spMkLst>
            <pc:docMk/>
            <pc:sldMk cId="3392350776" sldId="3242"/>
            <ac:spMk id="7" creationId="{DA89AC21-4B2F-4281-B6B9-AE4801634E65}"/>
          </ac:spMkLst>
        </pc:spChg>
        <pc:spChg chg="add mod">
          <ac:chgData name="jiancong zheng" userId="791c3d94eccb8482" providerId="LiveId" clId="{DD27D93D-25A6-4107-9E37-5B6FF22D9C45}" dt="2024-05-07T12:32:19.968" v="209" actId="1076"/>
          <ac:spMkLst>
            <pc:docMk/>
            <pc:sldMk cId="3392350776" sldId="3242"/>
            <ac:spMk id="9" creationId="{D7DA4BBD-CE23-4A97-9E52-C288770EF236}"/>
          </ac:spMkLst>
        </pc:spChg>
        <pc:spChg chg="add mod topLvl">
          <ac:chgData name="jiancong zheng" userId="791c3d94eccb8482" providerId="LiveId" clId="{DD27D93D-25A6-4107-9E37-5B6FF22D9C45}" dt="2024-05-07T13:04:11.744" v="428" actId="164"/>
          <ac:spMkLst>
            <pc:docMk/>
            <pc:sldMk cId="3392350776" sldId="3242"/>
            <ac:spMk id="11" creationId="{6A0B8D72-3043-4B6B-82CD-1DA4F3A3D5ED}"/>
          </ac:spMkLst>
        </pc:spChg>
        <pc:spChg chg="add mod topLvl">
          <ac:chgData name="jiancong zheng" userId="791c3d94eccb8482" providerId="LiveId" clId="{DD27D93D-25A6-4107-9E37-5B6FF22D9C45}" dt="2024-05-07T13:04:11.744" v="428" actId="164"/>
          <ac:spMkLst>
            <pc:docMk/>
            <pc:sldMk cId="3392350776" sldId="3242"/>
            <ac:spMk id="12" creationId="{453EA56B-3482-4F0D-98DE-6657702AB586}"/>
          </ac:spMkLst>
        </pc:spChg>
        <pc:spChg chg="add mod topLvl">
          <ac:chgData name="jiancong zheng" userId="791c3d94eccb8482" providerId="LiveId" clId="{DD27D93D-25A6-4107-9E37-5B6FF22D9C45}" dt="2024-05-07T13:04:11.744" v="428" actId="164"/>
          <ac:spMkLst>
            <pc:docMk/>
            <pc:sldMk cId="3392350776" sldId="3242"/>
            <ac:spMk id="13" creationId="{1B5CBCEF-A84B-4A4F-9714-444E09A8F5D4}"/>
          </ac:spMkLst>
        </pc:spChg>
        <pc:spChg chg="add mod topLvl">
          <ac:chgData name="jiancong zheng" userId="791c3d94eccb8482" providerId="LiveId" clId="{DD27D93D-25A6-4107-9E37-5B6FF22D9C45}" dt="2024-05-07T13:04:11.744" v="428" actId="164"/>
          <ac:spMkLst>
            <pc:docMk/>
            <pc:sldMk cId="3392350776" sldId="3242"/>
            <ac:spMk id="14" creationId="{E1AE54D1-7BB2-4AFE-A765-8263670B9ECB}"/>
          </ac:spMkLst>
        </pc:spChg>
        <pc:spChg chg="add mod topLvl">
          <ac:chgData name="jiancong zheng" userId="791c3d94eccb8482" providerId="LiveId" clId="{DD27D93D-25A6-4107-9E37-5B6FF22D9C45}" dt="2024-05-07T13:04:11.744" v="428" actId="164"/>
          <ac:spMkLst>
            <pc:docMk/>
            <pc:sldMk cId="3392350776" sldId="3242"/>
            <ac:spMk id="16" creationId="{E2B3EC4A-8016-4500-A880-30E049952E73}"/>
          </ac:spMkLst>
        </pc:spChg>
        <pc:spChg chg="add mod topLvl">
          <ac:chgData name="jiancong zheng" userId="791c3d94eccb8482" providerId="LiveId" clId="{DD27D93D-25A6-4107-9E37-5B6FF22D9C45}" dt="2024-05-07T13:04:11.744" v="428" actId="164"/>
          <ac:spMkLst>
            <pc:docMk/>
            <pc:sldMk cId="3392350776" sldId="3242"/>
            <ac:spMk id="17" creationId="{870AA615-8F64-4DC5-BBE9-3CD6E592B672}"/>
          </ac:spMkLst>
        </pc:spChg>
        <pc:spChg chg="add mod topLvl">
          <ac:chgData name="jiancong zheng" userId="791c3d94eccb8482" providerId="LiveId" clId="{DD27D93D-25A6-4107-9E37-5B6FF22D9C45}" dt="2024-05-07T13:04:11.744" v="428" actId="164"/>
          <ac:spMkLst>
            <pc:docMk/>
            <pc:sldMk cId="3392350776" sldId="3242"/>
            <ac:spMk id="18" creationId="{46B14848-A4E4-4388-8B79-945A27CDAAD7}"/>
          </ac:spMkLst>
        </pc:spChg>
        <pc:spChg chg="del">
          <ac:chgData name="jiancong zheng" userId="791c3d94eccb8482" providerId="LiveId" clId="{DD27D93D-25A6-4107-9E37-5B6FF22D9C45}" dt="2024-05-07T12:26:52.868" v="103" actId="478"/>
          <ac:spMkLst>
            <pc:docMk/>
            <pc:sldMk cId="3392350776" sldId="3242"/>
            <ac:spMk id="19" creationId="{C116435B-078B-4EE4-B4E6-BB1901D2F4D6}"/>
          </ac:spMkLst>
        </pc:spChg>
        <pc:spChg chg="del">
          <ac:chgData name="jiancong zheng" userId="791c3d94eccb8482" providerId="LiveId" clId="{DD27D93D-25A6-4107-9E37-5B6FF22D9C45}" dt="2024-05-07T12:26:52.868" v="103" actId="478"/>
          <ac:spMkLst>
            <pc:docMk/>
            <pc:sldMk cId="3392350776" sldId="3242"/>
            <ac:spMk id="20" creationId="{3B557042-1231-4CF4-9BF6-FF97E9BF6B55}"/>
          </ac:spMkLst>
        </pc:spChg>
        <pc:spChg chg="add mod topLvl">
          <ac:chgData name="jiancong zheng" userId="791c3d94eccb8482" providerId="LiveId" clId="{DD27D93D-25A6-4107-9E37-5B6FF22D9C45}" dt="2024-05-07T13:04:11.744" v="428" actId="164"/>
          <ac:spMkLst>
            <pc:docMk/>
            <pc:sldMk cId="3392350776" sldId="3242"/>
            <ac:spMk id="21" creationId="{FA158012-0672-4A08-AF0D-6F67D62CAC51}"/>
          </ac:spMkLst>
        </pc:spChg>
        <pc:spChg chg="add mod topLvl">
          <ac:chgData name="jiancong zheng" userId="791c3d94eccb8482" providerId="LiveId" clId="{DD27D93D-25A6-4107-9E37-5B6FF22D9C45}" dt="2024-05-07T13:04:11.744" v="428" actId="164"/>
          <ac:spMkLst>
            <pc:docMk/>
            <pc:sldMk cId="3392350776" sldId="3242"/>
            <ac:spMk id="22" creationId="{9FBC5B3C-A90F-49C1-8FE8-70E6FD3FA3D5}"/>
          </ac:spMkLst>
        </pc:spChg>
        <pc:spChg chg="add mod topLvl">
          <ac:chgData name="jiancong zheng" userId="791c3d94eccb8482" providerId="LiveId" clId="{DD27D93D-25A6-4107-9E37-5B6FF22D9C45}" dt="2024-05-07T13:04:11.744" v="428" actId="164"/>
          <ac:spMkLst>
            <pc:docMk/>
            <pc:sldMk cId="3392350776" sldId="3242"/>
            <ac:spMk id="23" creationId="{833B9EF7-11C4-4A2A-8554-43B2A374EA9E}"/>
          </ac:spMkLst>
        </pc:spChg>
        <pc:spChg chg="add mod topLvl">
          <ac:chgData name="jiancong zheng" userId="791c3d94eccb8482" providerId="LiveId" clId="{DD27D93D-25A6-4107-9E37-5B6FF22D9C45}" dt="2024-05-07T13:04:11.744" v="428" actId="164"/>
          <ac:spMkLst>
            <pc:docMk/>
            <pc:sldMk cId="3392350776" sldId="3242"/>
            <ac:spMk id="24" creationId="{6C422FE5-C695-480F-882E-80D03CB9423F}"/>
          </ac:spMkLst>
        </pc:spChg>
        <pc:spChg chg="add del mod">
          <ac:chgData name="jiancong zheng" userId="791c3d94eccb8482" providerId="LiveId" clId="{DD27D93D-25A6-4107-9E37-5B6FF22D9C45}" dt="2024-05-07T13:00:18.929" v="264"/>
          <ac:spMkLst>
            <pc:docMk/>
            <pc:sldMk cId="3392350776" sldId="3242"/>
            <ac:spMk id="25" creationId="{6876D906-0882-41F5-A35F-14B2ED4550FA}"/>
          </ac:spMkLst>
        </pc:spChg>
        <pc:spChg chg="add del mod">
          <ac:chgData name="jiancong zheng" userId="791c3d94eccb8482" providerId="LiveId" clId="{DD27D93D-25A6-4107-9E37-5B6FF22D9C45}" dt="2024-05-07T13:00:18.929" v="264"/>
          <ac:spMkLst>
            <pc:docMk/>
            <pc:sldMk cId="3392350776" sldId="3242"/>
            <ac:spMk id="26" creationId="{1ECC473F-4386-459B-B9FB-43108FFDBAE4}"/>
          </ac:spMkLst>
        </pc:spChg>
        <pc:spChg chg="add del mod">
          <ac:chgData name="jiancong zheng" userId="791c3d94eccb8482" providerId="LiveId" clId="{DD27D93D-25A6-4107-9E37-5B6FF22D9C45}" dt="2024-05-07T13:00:18.929" v="264"/>
          <ac:spMkLst>
            <pc:docMk/>
            <pc:sldMk cId="3392350776" sldId="3242"/>
            <ac:spMk id="27" creationId="{7D143428-00D4-4066-BB7A-3CB70D427B49}"/>
          </ac:spMkLst>
        </pc:spChg>
        <pc:spChg chg="add del mod">
          <ac:chgData name="jiancong zheng" userId="791c3d94eccb8482" providerId="LiveId" clId="{DD27D93D-25A6-4107-9E37-5B6FF22D9C45}" dt="2024-05-07T13:00:18.929" v="264"/>
          <ac:spMkLst>
            <pc:docMk/>
            <pc:sldMk cId="3392350776" sldId="3242"/>
            <ac:spMk id="28" creationId="{99D68890-906C-4B5A-A44C-0FB7C022A4EB}"/>
          </ac:spMkLst>
        </pc:spChg>
        <pc:spChg chg="add del mod">
          <ac:chgData name="jiancong zheng" userId="791c3d94eccb8482" providerId="LiveId" clId="{DD27D93D-25A6-4107-9E37-5B6FF22D9C45}" dt="2024-05-07T13:00:18.929" v="264"/>
          <ac:spMkLst>
            <pc:docMk/>
            <pc:sldMk cId="3392350776" sldId="3242"/>
            <ac:spMk id="29" creationId="{FB5C208F-E778-403C-9B7A-4BBD4BC5E50E}"/>
          </ac:spMkLst>
        </pc:spChg>
        <pc:spChg chg="add del mod">
          <ac:chgData name="jiancong zheng" userId="791c3d94eccb8482" providerId="LiveId" clId="{DD27D93D-25A6-4107-9E37-5B6FF22D9C45}" dt="2024-05-07T13:00:18.929" v="264"/>
          <ac:spMkLst>
            <pc:docMk/>
            <pc:sldMk cId="3392350776" sldId="3242"/>
            <ac:spMk id="30" creationId="{B83E47A9-EA71-430D-86FD-ABD35446ADA4}"/>
          </ac:spMkLst>
        </pc:spChg>
        <pc:spChg chg="add del mod">
          <ac:chgData name="jiancong zheng" userId="791c3d94eccb8482" providerId="LiveId" clId="{DD27D93D-25A6-4107-9E37-5B6FF22D9C45}" dt="2024-05-07T13:00:18.929" v="264"/>
          <ac:spMkLst>
            <pc:docMk/>
            <pc:sldMk cId="3392350776" sldId="3242"/>
            <ac:spMk id="31" creationId="{80EE1DB9-6CB3-4AF2-AEBB-75B6B397B92C}"/>
          </ac:spMkLst>
        </pc:spChg>
        <pc:spChg chg="add del mod">
          <ac:chgData name="jiancong zheng" userId="791c3d94eccb8482" providerId="LiveId" clId="{DD27D93D-25A6-4107-9E37-5B6FF22D9C45}" dt="2024-05-07T13:00:18.929" v="264"/>
          <ac:spMkLst>
            <pc:docMk/>
            <pc:sldMk cId="3392350776" sldId="3242"/>
            <ac:spMk id="32" creationId="{E970C8E3-E630-431F-AEAC-BDC863BE5670}"/>
          </ac:spMkLst>
        </pc:spChg>
        <pc:spChg chg="add del mod">
          <ac:chgData name="jiancong zheng" userId="791c3d94eccb8482" providerId="LiveId" clId="{DD27D93D-25A6-4107-9E37-5B6FF22D9C45}" dt="2024-05-07T13:00:18.929" v="264"/>
          <ac:spMkLst>
            <pc:docMk/>
            <pc:sldMk cId="3392350776" sldId="3242"/>
            <ac:spMk id="33" creationId="{617FD64D-19AC-4C1F-B002-EDE697DC1CA5}"/>
          </ac:spMkLst>
        </pc:spChg>
        <pc:spChg chg="add del mod">
          <ac:chgData name="jiancong zheng" userId="791c3d94eccb8482" providerId="LiveId" clId="{DD27D93D-25A6-4107-9E37-5B6FF22D9C45}" dt="2024-05-07T13:00:18.929" v="264"/>
          <ac:spMkLst>
            <pc:docMk/>
            <pc:sldMk cId="3392350776" sldId="3242"/>
            <ac:spMk id="34" creationId="{2B3DB949-9E7B-4264-8471-1564E4FC9132}"/>
          </ac:spMkLst>
        </pc:spChg>
        <pc:spChg chg="add del mod">
          <ac:chgData name="jiancong zheng" userId="791c3d94eccb8482" providerId="LiveId" clId="{DD27D93D-25A6-4107-9E37-5B6FF22D9C45}" dt="2024-05-07T13:00:18.929" v="264"/>
          <ac:spMkLst>
            <pc:docMk/>
            <pc:sldMk cId="3392350776" sldId="3242"/>
            <ac:spMk id="35" creationId="{573AB7A1-D96A-4F33-ADA8-6A9FBDC97D66}"/>
          </ac:spMkLst>
        </pc:spChg>
        <pc:spChg chg="add del mod">
          <ac:chgData name="jiancong zheng" userId="791c3d94eccb8482" providerId="LiveId" clId="{DD27D93D-25A6-4107-9E37-5B6FF22D9C45}" dt="2024-05-07T13:00:18.929" v="264"/>
          <ac:spMkLst>
            <pc:docMk/>
            <pc:sldMk cId="3392350776" sldId="3242"/>
            <ac:spMk id="36" creationId="{362B03BA-3585-4091-AEDF-CB266594169F}"/>
          </ac:spMkLst>
        </pc:spChg>
        <pc:spChg chg="mod topLvl">
          <ac:chgData name="jiancong zheng" userId="791c3d94eccb8482" providerId="LiveId" clId="{DD27D93D-25A6-4107-9E37-5B6FF22D9C45}" dt="2024-05-07T13:04:11.744" v="428" actId="164"/>
          <ac:spMkLst>
            <pc:docMk/>
            <pc:sldMk cId="3392350776" sldId="3242"/>
            <ac:spMk id="38" creationId="{6D62E808-4E3E-4CE1-9C5F-D17920E4E354}"/>
          </ac:spMkLst>
        </pc:spChg>
        <pc:spChg chg="mod topLvl">
          <ac:chgData name="jiancong zheng" userId="791c3d94eccb8482" providerId="LiveId" clId="{DD27D93D-25A6-4107-9E37-5B6FF22D9C45}" dt="2024-05-07T13:04:11.744" v="428" actId="164"/>
          <ac:spMkLst>
            <pc:docMk/>
            <pc:sldMk cId="3392350776" sldId="3242"/>
            <ac:spMk id="39" creationId="{6549AB3F-842B-4C76-88DD-CF2705261DE7}"/>
          </ac:spMkLst>
        </pc:spChg>
        <pc:spChg chg="mod topLvl">
          <ac:chgData name="jiancong zheng" userId="791c3d94eccb8482" providerId="LiveId" clId="{DD27D93D-25A6-4107-9E37-5B6FF22D9C45}" dt="2024-05-07T13:04:11.744" v="428" actId="164"/>
          <ac:spMkLst>
            <pc:docMk/>
            <pc:sldMk cId="3392350776" sldId="3242"/>
            <ac:spMk id="40" creationId="{1655FDB1-47B1-4B83-A15A-CF49563AA51C}"/>
          </ac:spMkLst>
        </pc:spChg>
        <pc:spChg chg="mod topLvl">
          <ac:chgData name="jiancong zheng" userId="791c3d94eccb8482" providerId="LiveId" clId="{DD27D93D-25A6-4107-9E37-5B6FF22D9C45}" dt="2024-05-07T13:04:11.744" v="428" actId="164"/>
          <ac:spMkLst>
            <pc:docMk/>
            <pc:sldMk cId="3392350776" sldId="3242"/>
            <ac:spMk id="41" creationId="{5E04EB5F-822C-4866-A83F-2EE32AFC8287}"/>
          </ac:spMkLst>
        </pc:spChg>
        <pc:spChg chg="mod topLvl">
          <ac:chgData name="jiancong zheng" userId="791c3d94eccb8482" providerId="LiveId" clId="{DD27D93D-25A6-4107-9E37-5B6FF22D9C45}" dt="2024-05-07T13:04:11.744" v="428" actId="164"/>
          <ac:spMkLst>
            <pc:docMk/>
            <pc:sldMk cId="3392350776" sldId="3242"/>
            <ac:spMk id="42" creationId="{73AA1072-FF69-4890-B3C0-152B74326F67}"/>
          </ac:spMkLst>
        </pc:spChg>
        <pc:spChg chg="mod topLvl">
          <ac:chgData name="jiancong zheng" userId="791c3d94eccb8482" providerId="LiveId" clId="{DD27D93D-25A6-4107-9E37-5B6FF22D9C45}" dt="2024-05-07T13:04:11.744" v="428" actId="164"/>
          <ac:spMkLst>
            <pc:docMk/>
            <pc:sldMk cId="3392350776" sldId="3242"/>
            <ac:spMk id="43" creationId="{8B966F4C-583D-45FC-AF3B-CD7E8D9B1B74}"/>
          </ac:spMkLst>
        </pc:spChg>
        <pc:spChg chg="mod topLvl">
          <ac:chgData name="jiancong zheng" userId="791c3d94eccb8482" providerId="LiveId" clId="{DD27D93D-25A6-4107-9E37-5B6FF22D9C45}" dt="2024-05-07T13:04:11.744" v="428" actId="164"/>
          <ac:spMkLst>
            <pc:docMk/>
            <pc:sldMk cId="3392350776" sldId="3242"/>
            <ac:spMk id="44" creationId="{22FC663C-361D-4547-A3A0-812ABC0B1EE2}"/>
          </ac:spMkLst>
        </pc:spChg>
        <pc:spChg chg="mod topLvl">
          <ac:chgData name="jiancong zheng" userId="791c3d94eccb8482" providerId="LiveId" clId="{DD27D93D-25A6-4107-9E37-5B6FF22D9C45}" dt="2024-05-07T13:04:11.744" v="428" actId="164"/>
          <ac:spMkLst>
            <pc:docMk/>
            <pc:sldMk cId="3392350776" sldId="3242"/>
            <ac:spMk id="45" creationId="{C60CF8AA-A527-407A-96EF-D6E743036BB1}"/>
          </ac:spMkLst>
        </pc:spChg>
        <pc:spChg chg="mod topLvl">
          <ac:chgData name="jiancong zheng" userId="791c3d94eccb8482" providerId="LiveId" clId="{DD27D93D-25A6-4107-9E37-5B6FF22D9C45}" dt="2024-05-07T13:04:11.744" v="428" actId="164"/>
          <ac:spMkLst>
            <pc:docMk/>
            <pc:sldMk cId="3392350776" sldId="3242"/>
            <ac:spMk id="46" creationId="{D0839DFD-6D0D-49DF-A627-0560875548CD}"/>
          </ac:spMkLst>
        </pc:spChg>
        <pc:spChg chg="mod topLvl">
          <ac:chgData name="jiancong zheng" userId="791c3d94eccb8482" providerId="LiveId" clId="{DD27D93D-25A6-4107-9E37-5B6FF22D9C45}" dt="2024-05-07T13:04:11.744" v="428" actId="164"/>
          <ac:spMkLst>
            <pc:docMk/>
            <pc:sldMk cId="3392350776" sldId="3242"/>
            <ac:spMk id="47" creationId="{12E29CCD-2577-44BC-9C8F-7D2911E362D9}"/>
          </ac:spMkLst>
        </pc:spChg>
        <pc:spChg chg="mod topLvl">
          <ac:chgData name="jiancong zheng" userId="791c3d94eccb8482" providerId="LiveId" clId="{DD27D93D-25A6-4107-9E37-5B6FF22D9C45}" dt="2024-05-07T13:04:11.744" v="428" actId="164"/>
          <ac:spMkLst>
            <pc:docMk/>
            <pc:sldMk cId="3392350776" sldId="3242"/>
            <ac:spMk id="48" creationId="{7B165B91-E865-41F8-878E-8ED6FB19F18A}"/>
          </ac:spMkLst>
        </pc:spChg>
        <pc:spChg chg="mod topLvl">
          <ac:chgData name="jiancong zheng" userId="791c3d94eccb8482" providerId="LiveId" clId="{DD27D93D-25A6-4107-9E37-5B6FF22D9C45}" dt="2024-05-07T13:04:11.744" v="428" actId="164"/>
          <ac:spMkLst>
            <pc:docMk/>
            <pc:sldMk cId="3392350776" sldId="3242"/>
            <ac:spMk id="49" creationId="{F397C414-91EF-4E6D-A662-1947F8F576B6}"/>
          </ac:spMkLst>
        </pc:spChg>
        <pc:spChg chg="mod topLvl">
          <ac:chgData name="jiancong zheng" userId="791c3d94eccb8482" providerId="LiveId" clId="{DD27D93D-25A6-4107-9E37-5B6FF22D9C45}" dt="2024-05-07T13:04:11.744" v="428" actId="164"/>
          <ac:spMkLst>
            <pc:docMk/>
            <pc:sldMk cId="3392350776" sldId="3242"/>
            <ac:spMk id="51" creationId="{C1365F27-B0D7-43B8-96C8-2532A7C6E9B4}"/>
          </ac:spMkLst>
        </pc:spChg>
        <pc:spChg chg="mod topLvl">
          <ac:chgData name="jiancong zheng" userId="791c3d94eccb8482" providerId="LiveId" clId="{DD27D93D-25A6-4107-9E37-5B6FF22D9C45}" dt="2024-05-07T13:04:11.744" v="428" actId="164"/>
          <ac:spMkLst>
            <pc:docMk/>
            <pc:sldMk cId="3392350776" sldId="3242"/>
            <ac:spMk id="52" creationId="{F3EB8E55-3535-4178-8CB7-6D18A53025C6}"/>
          </ac:spMkLst>
        </pc:spChg>
        <pc:spChg chg="mod topLvl">
          <ac:chgData name="jiancong zheng" userId="791c3d94eccb8482" providerId="LiveId" clId="{DD27D93D-25A6-4107-9E37-5B6FF22D9C45}" dt="2024-05-07T13:04:11.744" v="428" actId="164"/>
          <ac:spMkLst>
            <pc:docMk/>
            <pc:sldMk cId="3392350776" sldId="3242"/>
            <ac:spMk id="53" creationId="{F16A7CA7-5954-4C45-A8CC-1F6A729C5321}"/>
          </ac:spMkLst>
        </pc:spChg>
        <pc:spChg chg="mod topLvl">
          <ac:chgData name="jiancong zheng" userId="791c3d94eccb8482" providerId="LiveId" clId="{DD27D93D-25A6-4107-9E37-5B6FF22D9C45}" dt="2024-05-07T13:04:11.744" v="428" actId="164"/>
          <ac:spMkLst>
            <pc:docMk/>
            <pc:sldMk cId="3392350776" sldId="3242"/>
            <ac:spMk id="54" creationId="{269B2613-1BE6-43C3-B96C-B47F8DEA6E38}"/>
          </ac:spMkLst>
        </pc:spChg>
        <pc:spChg chg="mod topLvl">
          <ac:chgData name="jiancong zheng" userId="791c3d94eccb8482" providerId="LiveId" clId="{DD27D93D-25A6-4107-9E37-5B6FF22D9C45}" dt="2024-05-07T13:04:11.744" v="428" actId="164"/>
          <ac:spMkLst>
            <pc:docMk/>
            <pc:sldMk cId="3392350776" sldId="3242"/>
            <ac:spMk id="55" creationId="{956682F1-ACBE-49C3-841B-386DEAD11DCE}"/>
          </ac:spMkLst>
        </pc:spChg>
        <pc:spChg chg="mod topLvl">
          <ac:chgData name="jiancong zheng" userId="791c3d94eccb8482" providerId="LiveId" clId="{DD27D93D-25A6-4107-9E37-5B6FF22D9C45}" dt="2024-05-07T13:04:11.744" v="428" actId="164"/>
          <ac:spMkLst>
            <pc:docMk/>
            <pc:sldMk cId="3392350776" sldId="3242"/>
            <ac:spMk id="56" creationId="{87FD21EA-A7F6-4E0A-B5C0-9F668CBAE292}"/>
          </ac:spMkLst>
        </pc:spChg>
        <pc:spChg chg="mod topLvl">
          <ac:chgData name="jiancong zheng" userId="791c3d94eccb8482" providerId="LiveId" clId="{DD27D93D-25A6-4107-9E37-5B6FF22D9C45}" dt="2024-05-07T13:04:11.744" v="428" actId="164"/>
          <ac:spMkLst>
            <pc:docMk/>
            <pc:sldMk cId="3392350776" sldId="3242"/>
            <ac:spMk id="57" creationId="{940ABFEC-16FC-4686-8063-4C177703B6F3}"/>
          </ac:spMkLst>
        </pc:spChg>
        <pc:spChg chg="mod topLvl">
          <ac:chgData name="jiancong zheng" userId="791c3d94eccb8482" providerId="LiveId" clId="{DD27D93D-25A6-4107-9E37-5B6FF22D9C45}" dt="2024-05-07T13:04:11.744" v="428" actId="164"/>
          <ac:spMkLst>
            <pc:docMk/>
            <pc:sldMk cId="3392350776" sldId="3242"/>
            <ac:spMk id="58" creationId="{B7E01636-3E56-4FF6-A590-B18CE312AF1A}"/>
          </ac:spMkLst>
        </pc:spChg>
        <pc:spChg chg="mod topLvl">
          <ac:chgData name="jiancong zheng" userId="791c3d94eccb8482" providerId="LiveId" clId="{DD27D93D-25A6-4107-9E37-5B6FF22D9C45}" dt="2024-05-07T13:04:11.744" v="428" actId="164"/>
          <ac:spMkLst>
            <pc:docMk/>
            <pc:sldMk cId="3392350776" sldId="3242"/>
            <ac:spMk id="59" creationId="{9D336A94-6146-47F9-9DBF-64C4A37B27B9}"/>
          </ac:spMkLst>
        </pc:spChg>
        <pc:spChg chg="mod topLvl">
          <ac:chgData name="jiancong zheng" userId="791c3d94eccb8482" providerId="LiveId" clId="{DD27D93D-25A6-4107-9E37-5B6FF22D9C45}" dt="2024-05-07T13:04:11.744" v="428" actId="164"/>
          <ac:spMkLst>
            <pc:docMk/>
            <pc:sldMk cId="3392350776" sldId="3242"/>
            <ac:spMk id="60" creationId="{B0B6D327-C47C-48C3-991F-FF61A0D4D7CF}"/>
          </ac:spMkLst>
        </pc:spChg>
        <pc:spChg chg="mod topLvl">
          <ac:chgData name="jiancong zheng" userId="791c3d94eccb8482" providerId="LiveId" clId="{DD27D93D-25A6-4107-9E37-5B6FF22D9C45}" dt="2024-05-07T13:04:11.744" v="428" actId="164"/>
          <ac:spMkLst>
            <pc:docMk/>
            <pc:sldMk cId="3392350776" sldId="3242"/>
            <ac:spMk id="61" creationId="{D5951AD8-1E85-4EA1-90D4-72EA052290F1}"/>
          </ac:spMkLst>
        </pc:spChg>
        <pc:spChg chg="mod topLvl">
          <ac:chgData name="jiancong zheng" userId="791c3d94eccb8482" providerId="LiveId" clId="{DD27D93D-25A6-4107-9E37-5B6FF22D9C45}" dt="2024-05-07T13:04:11.744" v="428" actId="164"/>
          <ac:spMkLst>
            <pc:docMk/>
            <pc:sldMk cId="3392350776" sldId="3242"/>
            <ac:spMk id="62" creationId="{B5FF66F6-40E3-41E0-8D06-8D451ED5824E}"/>
          </ac:spMkLst>
        </pc:spChg>
        <pc:spChg chg="mod topLvl">
          <ac:chgData name="jiancong zheng" userId="791c3d94eccb8482" providerId="LiveId" clId="{DD27D93D-25A6-4107-9E37-5B6FF22D9C45}" dt="2024-05-07T13:04:11.744" v="428" actId="164"/>
          <ac:spMkLst>
            <pc:docMk/>
            <pc:sldMk cId="3392350776" sldId="3242"/>
            <ac:spMk id="64" creationId="{F1D9DD1A-0937-4E48-B12B-88E72FF1B394}"/>
          </ac:spMkLst>
        </pc:spChg>
        <pc:spChg chg="mod topLvl">
          <ac:chgData name="jiancong zheng" userId="791c3d94eccb8482" providerId="LiveId" clId="{DD27D93D-25A6-4107-9E37-5B6FF22D9C45}" dt="2024-05-07T13:04:11.744" v="428" actId="164"/>
          <ac:spMkLst>
            <pc:docMk/>
            <pc:sldMk cId="3392350776" sldId="3242"/>
            <ac:spMk id="65" creationId="{7B3E1160-AD03-44C9-B29B-6AEC342D1905}"/>
          </ac:spMkLst>
        </pc:spChg>
        <pc:spChg chg="mod topLvl">
          <ac:chgData name="jiancong zheng" userId="791c3d94eccb8482" providerId="LiveId" clId="{DD27D93D-25A6-4107-9E37-5B6FF22D9C45}" dt="2024-05-07T13:04:11.744" v="428" actId="164"/>
          <ac:spMkLst>
            <pc:docMk/>
            <pc:sldMk cId="3392350776" sldId="3242"/>
            <ac:spMk id="66" creationId="{7D25EA96-DDAF-45CA-BEAD-CFD6279BB56A}"/>
          </ac:spMkLst>
        </pc:spChg>
        <pc:spChg chg="mod topLvl">
          <ac:chgData name="jiancong zheng" userId="791c3d94eccb8482" providerId="LiveId" clId="{DD27D93D-25A6-4107-9E37-5B6FF22D9C45}" dt="2024-05-07T13:04:11.744" v="428" actId="164"/>
          <ac:spMkLst>
            <pc:docMk/>
            <pc:sldMk cId="3392350776" sldId="3242"/>
            <ac:spMk id="67" creationId="{4E77FF83-760D-4FFF-B315-DA77C3EE858C}"/>
          </ac:spMkLst>
        </pc:spChg>
        <pc:spChg chg="mod topLvl">
          <ac:chgData name="jiancong zheng" userId="791c3d94eccb8482" providerId="LiveId" clId="{DD27D93D-25A6-4107-9E37-5B6FF22D9C45}" dt="2024-05-07T13:04:11.744" v="428" actId="164"/>
          <ac:spMkLst>
            <pc:docMk/>
            <pc:sldMk cId="3392350776" sldId="3242"/>
            <ac:spMk id="68" creationId="{B18C65DD-3803-43BB-B87B-2E21C526F216}"/>
          </ac:spMkLst>
        </pc:spChg>
        <pc:spChg chg="mod topLvl">
          <ac:chgData name="jiancong zheng" userId="791c3d94eccb8482" providerId="LiveId" clId="{DD27D93D-25A6-4107-9E37-5B6FF22D9C45}" dt="2024-05-07T13:04:11.744" v="428" actId="164"/>
          <ac:spMkLst>
            <pc:docMk/>
            <pc:sldMk cId="3392350776" sldId="3242"/>
            <ac:spMk id="69" creationId="{79830EF1-DB93-4487-8B7E-518BDCF0F87F}"/>
          </ac:spMkLst>
        </pc:spChg>
        <pc:spChg chg="mod topLvl">
          <ac:chgData name="jiancong zheng" userId="791c3d94eccb8482" providerId="LiveId" clId="{DD27D93D-25A6-4107-9E37-5B6FF22D9C45}" dt="2024-05-07T13:04:11.744" v="428" actId="164"/>
          <ac:spMkLst>
            <pc:docMk/>
            <pc:sldMk cId="3392350776" sldId="3242"/>
            <ac:spMk id="70" creationId="{FAF58042-90A4-4FD8-948E-6F1F326DB7C2}"/>
          </ac:spMkLst>
        </pc:spChg>
        <pc:spChg chg="mod topLvl">
          <ac:chgData name="jiancong zheng" userId="791c3d94eccb8482" providerId="LiveId" clId="{DD27D93D-25A6-4107-9E37-5B6FF22D9C45}" dt="2024-05-07T13:04:11.744" v="428" actId="164"/>
          <ac:spMkLst>
            <pc:docMk/>
            <pc:sldMk cId="3392350776" sldId="3242"/>
            <ac:spMk id="71" creationId="{F21EB0D5-F424-40AF-9CCC-4C5699BF5C8E}"/>
          </ac:spMkLst>
        </pc:spChg>
        <pc:spChg chg="mod topLvl">
          <ac:chgData name="jiancong zheng" userId="791c3d94eccb8482" providerId="LiveId" clId="{DD27D93D-25A6-4107-9E37-5B6FF22D9C45}" dt="2024-05-07T13:04:11.744" v="428" actId="164"/>
          <ac:spMkLst>
            <pc:docMk/>
            <pc:sldMk cId="3392350776" sldId="3242"/>
            <ac:spMk id="72" creationId="{59D216D6-1C85-483C-BBD2-6D433716A1F3}"/>
          </ac:spMkLst>
        </pc:spChg>
        <pc:spChg chg="mod topLvl">
          <ac:chgData name="jiancong zheng" userId="791c3d94eccb8482" providerId="LiveId" clId="{DD27D93D-25A6-4107-9E37-5B6FF22D9C45}" dt="2024-05-07T13:04:11.744" v="428" actId="164"/>
          <ac:spMkLst>
            <pc:docMk/>
            <pc:sldMk cId="3392350776" sldId="3242"/>
            <ac:spMk id="73" creationId="{FA55D28D-2989-4428-9569-971F0A8A3070}"/>
          </ac:spMkLst>
        </pc:spChg>
        <pc:spChg chg="mod topLvl">
          <ac:chgData name="jiancong zheng" userId="791c3d94eccb8482" providerId="LiveId" clId="{DD27D93D-25A6-4107-9E37-5B6FF22D9C45}" dt="2024-05-07T13:04:11.744" v="428" actId="164"/>
          <ac:spMkLst>
            <pc:docMk/>
            <pc:sldMk cId="3392350776" sldId="3242"/>
            <ac:spMk id="74" creationId="{A9384C59-FB82-4313-ABB2-5D4BB67FD0D6}"/>
          </ac:spMkLst>
        </pc:spChg>
        <pc:spChg chg="mod topLvl">
          <ac:chgData name="jiancong zheng" userId="791c3d94eccb8482" providerId="LiveId" clId="{DD27D93D-25A6-4107-9E37-5B6FF22D9C45}" dt="2024-05-07T13:04:11.744" v="428" actId="164"/>
          <ac:spMkLst>
            <pc:docMk/>
            <pc:sldMk cId="3392350776" sldId="3242"/>
            <ac:spMk id="75" creationId="{1447A692-777F-4859-837D-15600074CA99}"/>
          </ac:spMkLst>
        </pc:spChg>
        <pc:spChg chg="mod topLvl">
          <ac:chgData name="jiancong zheng" userId="791c3d94eccb8482" providerId="LiveId" clId="{DD27D93D-25A6-4107-9E37-5B6FF22D9C45}" dt="2024-05-07T13:04:11.744" v="428" actId="164"/>
          <ac:spMkLst>
            <pc:docMk/>
            <pc:sldMk cId="3392350776" sldId="3242"/>
            <ac:spMk id="77" creationId="{0366E9FA-DC6D-40DC-9824-F597EB8E1DBE}"/>
          </ac:spMkLst>
        </pc:spChg>
        <pc:spChg chg="mod topLvl">
          <ac:chgData name="jiancong zheng" userId="791c3d94eccb8482" providerId="LiveId" clId="{DD27D93D-25A6-4107-9E37-5B6FF22D9C45}" dt="2024-05-07T13:04:11.744" v="428" actId="164"/>
          <ac:spMkLst>
            <pc:docMk/>
            <pc:sldMk cId="3392350776" sldId="3242"/>
            <ac:spMk id="78" creationId="{40905E23-FA22-42F3-9098-E4E7011E902D}"/>
          </ac:spMkLst>
        </pc:spChg>
        <pc:spChg chg="mod topLvl">
          <ac:chgData name="jiancong zheng" userId="791c3d94eccb8482" providerId="LiveId" clId="{DD27D93D-25A6-4107-9E37-5B6FF22D9C45}" dt="2024-05-07T13:04:11.744" v="428" actId="164"/>
          <ac:spMkLst>
            <pc:docMk/>
            <pc:sldMk cId="3392350776" sldId="3242"/>
            <ac:spMk id="79" creationId="{E18B59D9-F063-45EC-B35F-5D54AFC30B37}"/>
          </ac:spMkLst>
        </pc:spChg>
        <pc:spChg chg="mod topLvl">
          <ac:chgData name="jiancong zheng" userId="791c3d94eccb8482" providerId="LiveId" clId="{DD27D93D-25A6-4107-9E37-5B6FF22D9C45}" dt="2024-05-07T13:04:11.744" v="428" actId="164"/>
          <ac:spMkLst>
            <pc:docMk/>
            <pc:sldMk cId="3392350776" sldId="3242"/>
            <ac:spMk id="80" creationId="{2670D2C6-E62C-4A50-987A-B7E0A7030C65}"/>
          </ac:spMkLst>
        </pc:spChg>
        <pc:spChg chg="mod topLvl">
          <ac:chgData name="jiancong zheng" userId="791c3d94eccb8482" providerId="LiveId" clId="{DD27D93D-25A6-4107-9E37-5B6FF22D9C45}" dt="2024-05-07T13:04:11.744" v="428" actId="164"/>
          <ac:spMkLst>
            <pc:docMk/>
            <pc:sldMk cId="3392350776" sldId="3242"/>
            <ac:spMk id="81" creationId="{35AEEC6A-7259-4D07-8FF8-2B2BD6E6F8E2}"/>
          </ac:spMkLst>
        </pc:spChg>
        <pc:spChg chg="mod topLvl">
          <ac:chgData name="jiancong zheng" userId="791c3d94eccb8482" providerId="LiveId" clId="{DD27D93D-25A6-4107-9E37-5B6FF22D9C45}" dt="2024-05-07T13:04:11.744" v="428" actId="164"/>
          <ac:spMkLst>
            <pc:docMk/>
            <pc:sldMk cId="3392350776" sldId="3242"/>
            <ac:spMk id="82" creationId="{F8DFA34D-C7A1-4EC5-9339-35BA1B051AB7}"/>
          </ac:spMkLst>
        </pc:spChg>
        <pc:spChg chg="mod topLvl">
          <ac:chgData name="jiancong zheng" userId="791c3d94eccb8482" providerId="LiveId" clId="{DD27D93D-25A6-4107-9E37-5B6FF22D9C45}" dt="2024-05-07T13:04:11.744" v="428" actId="164"/>
          <ac:spMkLst>
            <pc:docMk/>
            <pc:sldMk cId="3392350776" sldId="3242"/>
            <ac:spMk id="83" creationId="{7432F029-2901-48FE-973C-A352345602E7}"/>
          </ac:spMkLst>
        </pc:spChg>
        <pc:spChg chg="mod topLvl">
          <ac:chgData name="jiancong zheng" userId="791c3d94eccb8482" providerId="LiveId" clId="{DD27D93D-25A6-4107-9E37-5B6FF22D9C45}" dt="2024-05-07T13:04:11.744" v="428" actId="164"/>
          <ac:spMkLst>
            <pc:docMk/>
            <pc:sldMk cId="3392350776" sldId="3242"/>
            <ac:spMk id="84" creationId="{7AE79237-D035-430B-BA83-7E9A622C39FD}"/>
          </ac:spMkLst>
        </pc:spChg>
        <pc:spChg chg="mod topLvl">
          <ac:chgData name="jiancong zheng" userId="791c3d94eccb8482" providerId="LiveId" clId="{DD27D93D-25A6-4107-9E37-5B6FF22D9C45}" dt="2024-05-07T13:04:11.744" v="428" actId="164"/>
          <ac:spMkLst>
            <pc:docMk/>
            <pc:sldMk cId="3392350776" sldId="3242"/>
            <ac:spMk id="85" creationId="{A171B1C8-B495-4037-9909-91AC88389B61}"/>
          </ac:spMkLst>
        </pc:spChg>
        <pc:spChg chg="mod topLvl">
          <ac:chgData name="jiancong zheng" userId="791c3d94eccb8482" providerId="LiveId" clId="{DD27D93D-25A6-4107-9E37-5B6FF22D9C45}" dt="2024-05-07T13:04:11.744" v="428" actId="164"/>
          <ac:spMkLst>
            <pc:docMk/>
            <pc:sldMk cId="3392350776" sldId="3242"/>
            <ac:spMk id="86" creationId="{34E77C5F-42C3-45B3-81C5-546B44D58C30}"/>
          </ac:spMkLst>
        </pc:spChg>
        <pc:spChg chg="mod topLvl">
          <ac:chgData name="jiancong zheng" userId="791c3d94eccb8482" providerId="LiveId" clId="{DD27D93D-25A6-4107-9E37-5B6FF22D9C45}" dt="2024-05-07T13:04:11.744" v="428" actId="164"/>
          <ac:spMkLst>
            <pc:docMk/>
            <pc:sldMk cId="3392350776" sldId="3242"/>
            <ac:spMk id="87" creationId="{7644A1FE-5911-4CD2-A2B0-A32D7D017D2C}"/>
          </ac:spMkLst>
        </pc:spChg>
        <pc:spChg chg="mod topLvl">
          <ac:chgData name="jiancong zheng" userId="791c3d94eccb8482" providerId="LiveId" clId="{DD27D93D-25A6-4107-9E37-5B6FF22D9C45}" dt="2024-05-07T13:04:11.744" v="428" actId="164"/>
          <ac:spMkLst>
            <pc:docMk/>
            <pc:sldMk cId="3392350776" sldId="3242"/>
            <ac:spMk id="88" creationId="{0A8FB407-3392-4D19-9031-5CFC01C6B0B7}"/>
          </ac:spMkLst>
        </pc:spChg>
        <pc:spChg chg="mod">
          <ac:chgData name="jiancong zheng" userId="791c3d94eccb8482" providerId="LiveId" clId="{DD27D93D-25A6-4107-9E37-5B6FF22D9C45}" dt="2024-05-07T13:00:29.335" v="269"/>
          <ac:spMkLst>
            <pc:docMk/>
            <pc:sldMk cId="3392350776" sldId="3242"/>
            <ac:spMk id="90" creationId="{FBF2F9AD-B020-4543-8E3B-726416FFF347}"/>
          </ac:spMkLst>
        </pc:spChg>
        <pc:spChg chg="mod">
          <ac:chgData name="jiancong zheng" userId="791c3d94eccb8482" providerId="LiveId" clId="{DD27D93D-25A6-4107-9E37-5B6FF22D9C45}" dt="2024-05-07T13:00:29.335" v="269"/>
          <ac:spMkLst>
            <pc:docMk/>
            <pc:sldMk cId="3392350776" sldId="3242"/>
            <ac:spMk id="91" creationId="{FEF487CD-3B18-4C4D-A9F8-58F623497E58}"/>
          </ac:spMkLst>
        </pc:spChg>
        <pc:spChg chg="mod">
          <ac:chgData name="jiancong zheng" userId="791c3d94eccb8482" providerId="LiveId" clId="{DD27D93D-25A6-4107-9E37-5B6FF22D9C45}" dt="2024-05-07T13:00:29.335" v="269"/>
          <ac:spMkLst>
            <pc:docMk/>
            <pc:sldMk cId="3392350776" sldId="3242"/>
            <ac:spMk id="92" creationId="{13B8796B-FA8C-4853-B5E2-048C3B721297}"/>
          </ac:spMkLst>
        </pc:spChg>
        <pc:spChg chg="mod">
          <ac:chgData name="jiancong zheng" userId="791c3d94eccb8482" providerId="LiveId" clId="{DD27D93D-25A6-4107-9E37-5B6FF22D9C45}" dt="2024-05-07T13:00:29.335" v="269"/>
          <ac:spMkLst>
            <pc:docMk/>
            <pc:sldMk cId="3392350776" sldId="3242"/>
            <ac:spMk id="93" creationId="{AF624BA3-B055-4A7B-81FE-9686F16B9286}"/>
          </ac:spMkLst>
        </pc:spChg>
        <pc:spChg chg="mod">
          <ac:chgData name="jiancong zheng" userId="791c3d94eccb8482" providerId="LiveId" clId="{DD27D93D-25A6-4107-9E37-5B6FF22D9C45}" dt="2024-05-07T13:00:29.335" v="269"/>
          <ac:spMkLst>
            <pc:docMk/>
            <pc:sldMk cId="3392350776" sldId="3242"/>
            <ac:spMk id="94" creationId="{7D1A898B-7683-4C5A-A55D-A545BBC6566C}"/>
          </ac:spMkLst>
        </pc:spChg>
        <pc:spChg chg="mod">
          <ac:chgData name="jiancong zheng" userId="791c3d94eccb8482" providerId="LiveId" clId="{DD27D93D-25A6-4107-9E37-5B6FF22D9C45}" dt="2024-05-07T13:00:29.335" v="269"/>
          <ac:spMkLst>
            <pc:docMk/>
            <pc:sldMk cId="3392350776" sldId="3242"/>
            <ac:spMk id="95" creationId="{ADA20E44-6571-4BFD-AD9C-C44F41207FE6}"/>
          </ac:spMkLst>
        </pc:spChg>
        <pc:spChg chg="mod">
          <ac:chgData name="jiancong zheng" userId="791c3d94eccb8482" providerId="LiveId" clId="{DD27D93D-25A6-4107-9E37-5B6FF22D9C45}" dt="2024-05-07T13:00:29.335" v="269"/>
          <ac:spMkLst>
            <pc:docMk/>
            <pc:sldMk cId="3392350776" sldId="3242"/>
            <ac:spMk id="96" creationId="{29E688EA-995F-47E2-87AC-C41F3B20DFBB}"/>
          </ac:spMkLst>
        </pc:spChg>
        <pc:spChg chg="mod">
          <ac:chgData name="jiancong zheng" userId="791c3d94eccb8482" providerId="LiveId" clId="{DD27D93D-25A6-4107-9E37-5B6FF22D9C45}" dt="2024-05-07T13:00:29.335" v="269"/>
          <ac:spMkLst>
            <pc:docMk/>
            <pc:sldMk cId="3392350776" sldId="3242"/>
            <ac:spMk id="97" creationId="{604D9BE7-C669-4862-A93A-5606056E8441}"/>
          </ac:spMkLst>
        </pc:spChg>
        <pc:spChg chg="mod">
          <ac:chgData name="jiancong zheng" userId="791c3d94eccb8482" providerId="LiveId" clId="{DD27D93D-25A6-4107-9E37-5B6FF22D9C45}" dt="2024-05-07T13:00:29.335" v="269"/>
          <ac:spMkLst>
            <pc:docMk/>
            <pc:sldMk cId="3392350776" sldId="3242"/>
            <ac:spMk id="98" creationId="{8707F1FC-3CA1-448E-BA13-14F4C3E91ED9}"/>
          </ac:spMkLst>
        </pc:spChg>
        <pc:spChg chg="mod">
          <ac:chgData name="jiancong zheng" userId="791c3d94eccb8482" providerId="LiveId" clId="{DD27D93D-25A6-4107-9E37-5B6FF22D9C45}" dt="2024-05-07T13:00:29.335" v="269"/>
          <ac:spMkLst>
            <pc:docMk/>
            <pc:sldMk cId="3392350776" sldId="3242"/>
            <ac:spMk id="99" creationId="{F3A68E15-5158-44AC-A3A2-8E4CA2902638}"/>
          </ac:spMkLst>
        </pc:spChg>
        <pc:spChg chg="mod">
          <ac:chgData name="jiancong zheng" userId="791c3d94eccb8482" providerId="LiveId" clId="{DD27D93D-25A6-4107-9E37-5B6FF22D9C45}" dt="2024-05-07T13:00:29.335" v="269"/>
          <ac:spMkLst>
            <pc:docMk/>
            <pc:sldMk cId="3392350776" sldId="3242"/>
            <ac:spMk id="100" creationId="{1C2EC245-0F49-42AE-94DA-99004B99DFB0}"/>
          </ac:spMkLst>
        </pc:spChg>
        <pc:spChg chg="mod">
          <ac:chgData name="jiancong zheng" userId="791c3d94eccb8482" providerId="LiveId" clId="{DD27D93D-25A6-4107-9E37-5B6FF22D9C45}" dt="2024-05-07T13:00:29.335" v="269"/>
          <ac:spMkLst>
            <pc:docMk/>
            <pc:sldMk cId="3392350776" sldId="3242"/>
            <ac:spMk id="101" creationId="{A1CF3D66-C102-41C3-957F-0F58040E331F}"/>
          </ac:spMkLst>
        </pc:spChg>
        <pc:spChg chg="add mod">
          <ac:chgData name="jiancong zheng" userId="791c3d94eccb8482" providerId="LiveId" clId="{DD27D93D-25A6-4107-9E37-5B6FF22D9C45}" dt="2024-05-07T13:04:43.417" v="434" actId="164"/>
          <ac:spMkLst>
            <pc:docMk/>
            <pc:sldMk cId="3392350776" sldId="3242"/>
            <ac:spMk id="102" creationId="{F24EF06B-4D6E-460B-BBDF-3A7ED9DA6875}"/>
          </ac:spMkLst>
        </pc:spChg>
        <pc:spChg chg="add mod">
          <ac:chgData name="jiancong zheng" userId="791c3d94eccb8482" providerId="LiveId" clId="{DD27D93D-25A6-4107-9E37-5B6FF22D9C45}" dt="2024-05-07T13:04:43.417" v="434" actId="164"/>
          <ac:spMkLst>
            <pc:docMk/>
            <pc:sldMk cId="3392350776" sldId="3242"/>
            <ac:spMk id="103" creationId="{B7865E80-8DB0-4C5D-84B9-587377C6E8C7}"/>
          </ac:spMkLst>
        </pc:spChg>
        <pc:spChg chg="add mod">
          <ac:chgData name="jiancong zheng" userId="791c3d94eccb8482" providerId="LiveId" clId="{DD27D93D-25A6-4107-9E37-5B6FF22D9C45}" dt="2024-05-07T13:04:43.417" v="434" actId="164"/>
          <ac:spMkLst>
            <pc:docMk/>
            <pc:sldMk cId="3392350776" sldId="3242"/>
            <ac:spMk id="104" creationId="{4C3F67CD-56DB-4E35-8F1E-FA0E82B7B40D}"/>
          </ac:spMkLst>
        </pc:spChg>
        <pc:spChg chg="add mod">
          <ac:chgData name="jiancong zheng" userId="791c3d94eccb8482" providerId="LiveId" clId="{DD27D93D-25A6-4107-9E37-5B6FF22D9C45}" dt="2024-05-07T13:04:43.417" v="434" actId="164"/>
          <ac:spMkLst>
            <pc:docMk/>
            <pc:sldMk cId="3392350776" sldId="3242"/>
            <ac:spMk id="105" creationId="{83A6CA7F-74AF-4FC7-BD30-E7433E5D2AB8}"/>
          </ac:spMkLst>
        </pc:spChg>
        <pc:spChg chg="add mod">
          <ac:chgData name="jiancong zheng" userId="791c3d94eccb8482" providerId="LiveId" clId="{DD27D93D-25A6-4107-9E37-5B6FF22D9C45}" dt="2024-05-07T13:04:43.417" v="434" actId="164"/>
          <ac:spMkLst>
            <pc:docMk/>
            <pc:sldMk cId="3392350776" sldId="3242"/>
            <ac:spMk id="106" creationId="{4DCD91CA-EEBE-4AC3-B967-EBBF9384B233}"/>
          </ac:spMkLst>
        </pc:spChg>
        <pc:spChg chg="add mod">
          <ac:chgData name="jiancong zheng" userId="791c3d94eccb8482" providerId="LiveId" clId="{DD27D93D-25A6-4107-9E37-5B6FF22D9C45}" dt="2024-05-07T13:04:43.417" v="434" actId="164"/>
          <ac:spMkLst>
            <pc:docMk/>
            <pc:sldMk cId="3392350776" sldId="3242"/>
            <ac:spMk id="107" creationId="{14EC02A2-29C9-4AE8-81B1-1C224FA1B431}"/>
          </ac:spMkLst>
        </pc:spChg>
        <pc:spChg chg="add mod">
          <ac:chgData name="jiancong zheng" userId="791c3d94eccb8482" providerId="LiveId" clId="{DD27D93D-25A6-4107-9E37-5B6FF22D9C45}" dt="2024-05-07T13:04:43.417" v="434" actId="164"/>
          <ac:spMkLst>
            <pc:docMk/>
            <pc:sldMk cId="3392350776" sldId="3242"/>
            <ac:spMk id="108" creationId="{8A0DA0A5-1F82-40F5-A4F6-C4F4A332EED2}"/>
          </ac:spMkLst>
        </pc:spChg>
        <pc:spChg chg="add mod">
          <ac:chgData name="jiancong zheng" userId="791c3d94eccb8482" providerId="LiveId" clId="{DD27D93D-25A6-4107-9E37-5B6FF22D9C45}" dt="2024-05-07T13:04:43.417" v="434" actId="164"/>
          <ac:spMkLst>
            <pc:docMk/>
            <pc:sldMk cId="3392350776" sldId="3242"/>
            <ac:spMk id="109" creationId="{564C7D20-8648-4C87-A07C-6EB9E90056EE}"/>
          </ac:spMkLst>
        </pc:spChg>
        <pc:spChg chg="add mod">
          <ac:chgData name="jiancong zheng" userId="791c3d94eccb8482" providerId="LiveId" clId="{DD27D93D-25A6-4107-9E37-5B6FF22D9C45}" dt="2024-05-07T13:04:43.417" v="434" actId="164"/>
          <ac:spMkLst>
            <pc:docMk/>
            <pc:sldMk cId="3392350776" sldId="3242"/>
            <ac:spMk id="110" creationId="{1101400F-2AA4-4DAD-AD7B-004D74103491}"/>
          </ac:spMkLst>
        </pc:spChg>
        <pc:spChg chg="add mod">
          <ac:chgData name="jiancong zheng" userId="791c3d94eccb8482" providerId="LiveId" clId="{DD27D93D-25A6-4107-9E37-5B6FF22D9C45}" dt="2024-05-07T13:04:43.417" v="434" actId="164"/>
          <ac:spMkLst>
            <pc:docMk/>
            <pc:sldMk cId="3392350776" sldId="3242"/>
            <ac:spMk id="111" creationId="{D55DD4F7-B045-4131-8F31-B4671F88F9AA}"/>
          </ac:spMkLst>
        </pc:spChg>
        <pc:spChg chg="add mod">
          <ac:chgData name="jiancong zheng" userId="791c3d94eccb8482" providerId="LiveId" clId="{DD27D93D-25A6-4107-9E37-5B6FF22D9C45}" dt="2024-05-07T13:04:43.417" v="434" actId="164"/>
          <ac:spMkLst>
            <pc:docMk/>
            <pc:sldMk cId="3392350776" sldId="3242"/>
            <ac:spMk id="112" creationId="{B9320416-E189-4AD7-9B91-9DD4E662449A}"/>
          </ac:spMkLst>
        </pc:spChg>
        <pc:spChg chg="add mod">
          <ac:chgData name="jiancong zheng" userId="791c3d94eccb8482" providerId="LiveId" clId="{DD27D93D-25A6-4107-9E37-5B6FF22D9C45}" dt="2024-05-07T13:04:43.417" v="434" actId="164"/>
          <ac:spMkLst>
            <pc:docMk/>
            <pc:sldMk cId="3392350776" sldId="3242"/>
            <ac:spMk id="113" creationId="{9C933FD6-7C2E-4DDD-80F4-8F5981EE4517}"/>
          </ac:spMkLst>
        </pc:spChg>
        <pc:spChg chg="add mod">
          <ac:chgData name="jiancong zheng" userId="791c3d94eccb8482" providerId="LiveId" clId="{DD27D93D-25A6-4107-9E37-5B6FF22D9C45}" dt="2024-05-07T13:04:43.417" v="434" actId="164"/>
          <ac:spMkLst>
            <pc:docMk/>
            <pc:sldMk cId="3392350776" sldId="3242"/>
            <ac:spMk id="114" creationId="{EC21DA16-BBDA-44FC-8A79-7BD5C582E869}"/>
          </ac:spMkLst>
        </pc:spChg>
        <pc:spChg chg="add mod">
          <ac:chgData name="jiancong zheng" userId="791c3d94eccb8482" providerId="LiveId" clId="{DD27D93D-25A6-4107-9E37-5B6FF22D9C45}" dt="2024-05-07T13:04:43.417" v="434" actId="164"/>
          <ac:spMkLst>
            <pc:docMk/>
            <pc:sldMk cId="3392350776" sldId="3242"/>
            <ac:spMk id="115" creationId="{3E0F557B-72AD-49EC-ACED-AF27011C6932}"/>
          </ac:spMkLst>
        </pc:spChg>
        <pc:spChg chg="add mod">
          <ac:chgData name="jiancong zheng" userId="791c3d94eccb8482" providerId="LiveId" clId="{DD27D93D-25A6-4107-9E37-5B6FF22D9C45}" dt="2024-05-07T13:04:43.417" v="434" actId="164"/>
          <ac:spMkLst>
            <pc:docMk/>
            <pc:sldMk cId="3392350776" sldId="3242"/>
            <ac:spMk id="116" creationId="{90137343-DE4F-4180-AAC6-154A1F3761EC}"/>
          </ac:spMkLst>
        </pc:spChg>
        <pc:spChg chg="add mod">
          <ac:chgData name="jiancong zheng" userId="791c3d94eccb8482" providerId="LiveId" clId="{DD27D93D-25A6-4107-9E37-5B6FF22D9C45}" dt="2024-05-07T13:04:43.417" v="434" actId="164"/>
          <ac:spMkLst>
            <pc:docMk/>
            <pc:sldMk cId="3392350776" sldId="3242"/>
            <ac:spMk id="117" creationId="{5EA1A8E7-1BBA-4265-9FCA-AF1F12BEEE3F}"/>
          </ac:spMkLst>
        </pc:spChg>
        <pc:spChg chg="add mod">
          <ac:chgData name="jiancong zheng" userId="791c3d94eccb8482" providerId="LiveId" clId="{DD27D93D-25A6-4107-9E37-5B6FF22D9C45}" dt="2024-05-07T13:04:43.417" v="434" actId="164"/>
          <ac:spMkLst>
            <pc:docMk/>
            <pc:sldMk cId="3392350776" sldId="3242"/>
            <ac:spMk id="118" creationId="{7DFE3B1E-501B-4EF5-A51B-F5FE8F0C8BF2}"/>
          </ac:spMkLst>
        </pc:spChg>
        <pc:spChg chg="add mod">
          <ac:chgData name="jiancong zheng" userId="791c3d94eccb8482" providerId="LiveId" clId="{DD27D93D-25A6-4107-9E37-5B6FF22D9C45}" dt="2024-05-07T13:04:43.417" v="434" actId="164"/>
          <ac:spMkLst>
            <pc:docMk/>
            <pc:sldMk cId="3392350776" sldId="3242"/>
            <ac:spMk id="119" creationId="{4ECC43EC-14E2-45CB-AA2B-04C223521387}"/>
          </ac:spMkLst>
        </pc:spChg>
        <pc:spChg chg="add mod">
          <ac:chgData name="jiancong zheng" userId="791c3d94eccb8482" providerId="LiveId" clId="{DD27D93D-25A6-4107-9E37-5B6FF22D9C45}" dt="2024-05-07T13:04:43.417" v="434" actId="164"/>
          <ac:spMkLst>
            <pc:docMk/>
            <pc:sldMk cId="3392350776" sldId="3242"/>
            <ac:spMk id="120" creationId="{1E7599E6-6B63-4CD0-8E76-719A35BFD9C9}"/>
          </ac:spMkLst>
        </pc:spChg>
        <pc:spChg chg="add mod">
          <ac:chgData name="jiancong zheng" userId="791c3d94eccb8482" providerId="LiveId" clId="{DD27D93D-25A6-4107-9E37-5B6FF22D9C45}" dt="2024-05-07T13:04:43.417" v="434" actId="164"/>
          <ac:spMkLst>
            <pc:docMk/>
            <pc:sldMk cId="3392350776" sldId="3242"/>
            <ac:spMk id="121" creationId="{46C5B685-258B-4A8A-A333-D228783147D7}"/>
          </ac:spMkLst>
        </pc:spChg>
        <pc:spChg chg="add mod">
          <ac:chgData name="jiancong zheng" userId="791c3d94eccb8482" providerId="LiveId" clId="{DD27D93D-25A6-4107-9E37-5B6FF22D9C45}" dt="2024-05-07T13:04:43.417" v="434" actId="164"/>
          <ac:spMkLst>
            <pc:docMk/>
            <pc:sldMk cId="3392350776" sldId="3242"/>
            <ac:spMk id="122" creationId="{4566D5FA-2C5B-4B41-9760-75F2156BBB1E}"/>
          </ac:spMkLst>
        </pc:spChg>
        <pc:spChg chg="add mod">
          <ac:chgData name="jiancong zheng" userId="791c3d94eccb8482" providerId="LiveId" clId="{DD27D93D-25A6-4107-9E37-5B6FF22D9C45}" dt="2024-05-07T13:04:43.417" v="434" actId="164"/>
          <ac:spMkLst>
            <pc:docMk/>
            <pc:sldMk cId="3392350776" sldId="3242"/>
            <ac:spMk id="123" creationId="{EE230A99-7A4D-4143-A951-D2E17ABDB59F}"/>
          </ac:spMkLst>
        </pc:spChg>
        <pc:spChg chg="add mod">
          <ac:chgData name="jiancong zheng" userId="791c3d94eccb8482" providerId="LiveId" clId="{DD27D93D-25A6-4107-9E37-5B6FF22D9C45}" dt="2024-05-07T13:04:43.417" v="434" actId="164"/>
          <ac:spMkLst>
            <pc:docMk/>
            <pc:sldMk cId="3392350776" sldId="3242"/>
            <ac:spMk id="124" creationId="{A736DE6E-E800-4CEF-8A49-28CAB42ECC90}"/>
          </ac:spMkLst>
        </pc:spChg>
        <pc:spChg chg="add mod">
          <ac:chgData name="jiancong zheng" userId="791c3d94eccb8482" providerId="LiveId" clId="{DD27D93D-25A6-4107-9E37-5B6FF22D9C45}" dt="2024-05-07T13:04:43.417" v="434" actId="164"/>
          <ac:spMkLst>
            <pc:docMk/>
            <pc:sldMk cId="3392350776" sldId="3242"/>
            <ac:spMk id="125" creationId="{7CED98F5-DD89-4BDF-8B17-BD00CE298D14}"/>
          </ac:spMkLst>
        </pc:spChg>
        <pc:spChg chg="add mod">
          <ac:chgData name="jiancong zheng" userId="791c3d94eccb8482" providerId="LiveId" clId="{DD27D93D-25A6-4107-9E37-5B6FF22D9C45}" dt="2024-05-07T13:04:43.417" v="434" actId="164"/>
          <ac:spMkLst>
            <pc:docMk/>
            <pc:sldMk cId="3392350776" sldId="3242"/>
            <ac:spMk id="126" creationId="{7A5CEA49-E594-42CA-B5B7-60BAD3F1EA20}"/>
          </ac:spMkLst>
        </pc:spChg>
        <pc:spChg chg="add mod">
          <ac:chgData name="jiancong zheng" userId="791c3d94eccb8482" providerId="LiveId" clId="{DD27D93D-25A6-4107-9E37-5B6FF22D9C45}" dt="2024-05-07T13:04:43.417" v="434" actId="164"/>
          <ac:spMkLst>
            <pc:docMk/>
            <pc:sldMk cId="3392350776" sldId="3242"/>
            <ac:spMk id="127" creationId="{AAD6A1C6-E092-47A7-BFC8-11A13B9BC29B}"/>
          </ac:spMkLst>
        </pc:spChg>
        <pc:spChg chg="add mod">
          <ac:chgData name="jiancong zheng" userId="791c3d94eccb8482" providerId="LiveId" clId="{DD27D93D-25A6-4107-9E37-5B6FF22D9C45}" dt="2024-05-07T13:04:43.417" v="434" actId="164"/>
          <ac:spMkLst>
            <pc:docMk/>
            <pc:sldMk cId="3392350776" sldId="3242"/>
            <ac:spMk id="128" creationId="{710D20A9-4448-4D7D-BBB3-32E66BBD9031}"/>
          </ac:spMkLst>
        </pc:spChg>
        <pc:spChg chg="add mod">
          <ac:chgData name="jiancong zheng" userId="791c3d94eccb8482" providerId="LiveId" clId="{DD27D93D-25A6-4107-9E37-5B6FF22D9C45}" dt="2024-05-07T13:04:43.417" v="434" actId="164"/>
          <ac:spMkLst>
            <pc:docMk/>
            <pc:sldMk cId="3392350776" sldId="3242"/>
            <ac:spMk id="129" creationId="{2ABF69EA-80D1-4138-8DFB-2CA1496F3FA3}"/>
          </ac:spMkLst>
        </pc:spChg>
        <pc:spChg chg="add mod">
          <ac:chgData name="jiancong zheng" userId="791c3d94eccb8482" providerId="LiveId" clId="{DD27D93D-25A6-4107-9E37-5B6FF22D9C45}" dt="2024-05-07T13:04:43.417" v="434" actId="164"/>
          <ac:spMkLst>
            <pc:docMk/>
            <pc:sldMk cId="3392350776" sldId="3242"/>
            <ac:spMk id="130" creationId="{8CD1D5F9-CDDF-44D6-82F7-D2AE5625A92F}"/>
          </ac:spMkLst>
        </pc:spChg>
        <pc:spChg chg="add mod">
          <ac:chgData name="jiancong zheng" userId="791c3d94eccb8482" providerId="LiveId" clId="{DD27D93D-25A6-4107-9E37-5B6FF22D9C45}" dt="2024-05-07T13:04:43.417" v="434" actId="164"/>
          <ac:spMkLst>
            <pc:docMk/>
            <pc:sldMk cId="3392350776" sldId="3242"/>
            <ac:spMk id="131" creationId="{51D042DC-3E08-4F9A-A4A0-F657ED819E7E}"/>
          </ac:spMkLst>
        </pc:spChg>
        <pc:spChg chg="add mod">
          <ac:chgData name="jiancong zheng" userId="791c3d94eccb8482" providerId="LiveId" clId="{DD27D93D-25A6-4107-9E37-5B6FF22D9C45}" dt="2024-05-07T13:04:43.417" v="434" actId="164"/>
          <ac:spMkLst>
            <pc:docMk/>
            <pc:sldMk cId="3392350776" sldId="3242"/>
            <ac:spMk id="132" creationId="{16E7037D-C5F8-48A8-B17B-0E582E045328}"/>
          </ac:spMkLst>
        </pc:spChg>
        <pc:spChg chg="add mod">
          <ac:chgData name="jiancong zheng" userId="791c3d94eccb8482" providerId="LiveId" clId="{DD27D93D-25A6-4107-9E37-5B6FF22D9C45}" dt="2024-05-07T13:04:43.417" v="434" actId="164"/>
          <ac:spMkLst>
            <pc:docMk/>
            <pc:sldMk cId="3392350776" sldId="3242"/>
            <ac:spMk id="133" creationId="{E36E1087-8027-42E3-8057-4BCD0C7A72FE}"/>
          </ac:spMkLst>
        </pc:spChg>
        <pc:spChg chg="add mod">
          <ac:chgData name="jiancong zheng" userId="791c3d94eccb8482" providerId="LiveId" clId="{DD27D93D-25A6-4107-9E37-5B6FF22D9C45}" dt="2024-05-07T13:04:43.417" v="434" actId="164"/>
          <ac:spMkLst>
            <pc:docMk/>
            <pc:sldMk cId="3392350776" sldId="3242"/>
            <ac:spMk id="134" creationId="{E7D889BB-3373-4A87-9EF4-63A07BBF2664}"/>
          </ac:spMkLst>
        </pc:spChg>
        <pc:spChg chg="add mod">
          <ac:chgData name="jiancong zheng" userId="791c3d94eccb8482" providerId="LiveId" clId="{DD27D93D-25A6-4107-9E37-5B6FF22D9C45}" dt="2024-05-07T13:04:43.417" v="434" actId="164"/>
          <ac:spMkLst>
            <pc:docMk/>
            <pc:sldMk cId="3392350776" sldId="3242"/>
            <ac:spMk id="135" creationId="{592BF9B8-1F19-47A0-9FAC-749158ED022E}"/>
          </ac:spMkLst>
        </pc:spChg>
        <pc:spChg chg="add mod">
          <ac:chgData name="jiancong zheng" userId="791c3d94eccb8482" providerId="LiveId" clId="{DD27D93D-25A6-4107-9E37-5B6FF22D9C45}" dt="2024-05-07T13:04:43.417" v="434" actId="164"/>
          <ac:spMkLst>
            <pc:docMk/>
            <pc:sldMk cId="3392350776" sldId="3242"/>
            <ac:spMk id="136" creationId="{42DABBCA-BA4A-4FF4-A7F2-021E48C11BD5}"/>
          </ac:spMkLst>
        </pc:spChg>
        <pc:spChg chg="add mod">
          <ac:chgData name="jiancong zheng" userId="791c3d94eccb8482" providerId="LiveId" clId="{DD27D93D-25A6-4107-9E37-5B6FF22D9C45}" dt="2024-05-07T13:04:43.417" v="434" actId="164"/>
          <ac:spMkLst>
            <pc:docMk/>
            <pc:sldMk cId="3392350776" sldId="3242"/>
            <ac:spMk id="137" creationId="{748564CE-0EEB-420B-812E-9E696875711B}"/>
          </ac:spMkLst>
        </pc:spChg>
        <pc:spChg chg="add mod">
          <ac:chgData name="jiancong zheng" userId="791c3d94eccb8482" providerId="LiveId" clId="{DD27D93D-25A6-4107-9E37-5B6FF22D9C45}" dt="2024-05-07T13:04:43.417" v="434" actId="164"/>
          <ac:spMkLst>
            <pc:docMk/>
            <pc:sldMk cId="3392350776" sldId="3242"/>
            <ac:spMk id="138" creationId="{52B6EF66-7F89-4D53-8DF4-20BFA2AE7479}"/>
          </ac:spMkLst>
        </pc:spChg>
        <pc:spChg chg="add mod">
          <ac:chgData name="jiancong zheng" userId="791c3d94eccb8482" providerId="LiveId" clId="{DD27D93D-25A6-4107-9E37-5B6FF22D9C45}" dt="2024-05-07T13:04:43.417" v="434" actId="164"/>
          <ac:spMkLst>
            <pc:docMk/>
            <pc:sldMk cId="3392350776" sldId="3242"/>
            <ac:spMk id="139" creationId="{D3B5A8EB-C02B-4FF0-B9D8-4776936A5090}"/>
          </ac:spMkLst>
        </pc:spChg>
        <pc:spChg chg="add mod">
          <ac:chgData name="jiancong zheng" userId="791c3d94eccb8482" providerId="LiveId" clId="{DD27D93D-25A6-4107-9E37-5B6FF22D9C45}" dt="2024-05-07T13:04:43.417" v="434" actId="164"/>
          <ac:spMkLst>
            <pc:docMk/>
            <pc:sldMk cId="3392350776" sldId="3242"/>
            <ac:spMk id="140" creationId="{4078FD14-0677-4053-A69D-08FB11FB0FD9}"/>
          </ac:spMkLst>
        </pc:spChg>
        <pc:spChg chg="add mod">
          <ac:chgData name="jiancong zheng" userId="791c3d94eccb8482" providerId="LiveId" clId="{DD27D93D-25A6-4107-9E37-5B6FF22D9C45}" dt="2024-05-07T13:04:43.417" v="434" actId="164"/>
          <ac:spMkLst>
            <pc:docMk/>
            <pc:sldMk cId="3392350776" sldId="3242"/>
            <ac:spMk id="141" creationId="{B2C9035F-06C3-4A82-BEC0-95E1AA29AB5B}"/>
          </ac:spMkLst>
        </pc:spChg>
        <pc:spChg chg="add mod">
          <ac:chgData name="jiancong zheng" userId="791c3d94eccb8482" providerId="LiveId" clId="{DD27D93D-25A6-4107-9E37-5B6FF22D9C45}" dt="2024-05-07T13:04:43.417" v="434" actId="164"/>
          <ac:spMkLst>
            <pc:docMk/>
            <pc:sldMk cId="3392350776" sldId="3242"/>
            <ac:spMk id="142" creationId="{C31CD9D7-2320-4CAB-80C4-4B12766D203B}"/>
          </ac:spMkLst>
        </pc:spChg>
        <pc:spChg chg="add mod">
          <ac:chgData name="jiancong zheng" userId="791c3d94eccb8482" providerId="LiveId" clId="{DD27D93D-25A6-4107-9E37-5B6FF22D9C45}" dt="2024-05-07T13:04:43.417" v="434" actId="164"/>
          <ac:spMkLst>
            <pc:docMk/>
            <pc:sldMk cId="3392350776" sldId="3242"/>
            <ac:spMk id="143" creationId="{4AAF23C2-237B-46F9-854F-96B7CB62CCAD}"/>
          </ac:spMkLst>
        </pc:spChg>
        <pc:spChg chg="add mod">
          <ac:chgData name="jiancong zheng" userId="791c3d94eccb8482" providerId="LiveId" clId="{DD27D93D-25A6-4107-9E37-5B6FF22D9C45}" dt="2024-05-07T13:04:43.417" v="434" actId="164"/>
          <ac:spMkLst>
            <pc:docMk/>
            <pc:sldMk cId="3392350776" sldId="3242"/>
            <ac:spMk id="144" creationId="{FA01FEFC-E04A-4BC3-9150-103F9A26F081}"/>
          </ac:spMkLst>
        </pc:spChg>
        <pc:spChg chg="add mod">
          <ac:chgData name="jiancong zheng" userId="791c3d94eccb8482" providerId="LiveId" clId="{DD27D93D-25A6-4107-9E37-5B6FF22D9C45}" dt="2024-05-07T13:04:43.417" v="434" actId="164"/>
          <ac:spMkLst>
            <pc:docMk/>
            <pc:sldMk cId="3392350776" sldId="3242"/>
            <ac:spMk id="145" creationId="{F5E8E1E7-9516-43C7-9254-AC48F0179A0D}"/>
          </ac:spMkLst>
        </pc:spChg>
        <pc:spChg chg="add mod">
          <ac:chgData name="jiancong zheng" userId="791c3d94eccb8482" providerId="LiveId" clId="{DD27D93D-25A6-4107-9E37-5B6FF22D9C45}" dt="2024-05-07T13:04:43.417" v="434" actId="164"/>
          <ac:spMkLst>
            <pc:docMk/>
            <pc:sldMk cId="3392350776" sldId="3242"/>
            <ac:spMk id="146" creationId="{C07D0F81-A8D2-40B6-9E34-B3B04E703D4D}"/>
          </ac:spMkLst>
        </pc:spChg>
        <pc:spChg chg="add mod">
          <ac:chgData name="jiancong zheng" userId="791c3d94eccb8482" providerId="LiveId" clId="{DD27D93D-25A6-4107-9E37-5B6FF22D9C45}" dt="2024-05-07T13:04:43.417" v="434" actId="164"/>
          <ac:spMkLst>
            <pc:docMk/>
            <pc:sldMk cId="3392350776" sldId="3242"/>
            <ac:spMk id="147" creationId="{7EB817DF-01AF-4867-9EC2-BA9EE42A5BDD}"/>
          </ac:spMkLst>
        </pc:spChg>
        <pc:spChg chg="add mod">
          <ac:chgData name="jiancong zheng" userId="791c3d94eccb8482" providerId="LiveId" clId="{DD27D93D-25A6-4107-9E37-5B6FF22D9C45}" dt="2024-05-07T13:04:43.417" v="434" actId="164"/>
          <ac:spMkLst>
            <pc:docMk/>
            <pc:sldMk cId="3392350776" sldId="3242"/>
            <ac:spMk id="148" creationId="{4A7E1812-D554-4191-86BF-A0C51458065B}"/>
          </ac:spMkLst>
        </pc:spChg>
        <pc:spChg chg="add mod">
          <ac:chgData name="jiancong zheng" userId="791c3d94eccb8482" providerId="LiveId" clId="{DD27D93D-25A6-4107-9E37-5B6FF22D9C45}" dt="2024-05-07T13:04:43.417" v="434" actId="164"/>
          <ac:spMkLst>
            <pc:docMk/>
            <pc:sldMk cId="3392350776" sldId="3242"/>
            <ac:spMk id="149" creationId="{81CCAC78-0003-4F44-B6DF-2F6FD10FCBAE}"/>
          </ac:spMkLst>
        </pc:spChg>
        <pc:spChg chg="add mod">
          <ac:chgData name="jiancong zheng" userId="791c3d94eccb8482" providerId="LiveId" clId="{DD27D93D-25A6-4107-9E37-5B6FF22D9C45}" dt="2024-05-07T13:04:43.417" v="434" actId="164"/>
          <ac:spMkLst>
            <pc:docMk/>
            <pc:sldMk cId="3392350776" sldId="3242"/>
            <ac:spMk id="150" creationId="{8C20E467-FD1A-4328-8150-4B22568489F2}"/>
          </ac:spMkLst>
        </pc:spChg>
        <pc:spChg chg="add mod">
          <ac:chgData name="jiancong zheng" userId="791c3d94eccb8482" providerId="LiveId" clId="{DD27D93D-25A6-4107-9E37-5B6FF22D9C45}" dt="2024-05-07T13:04:43.417" v="434" actId="164"/>
          <ac:spMkLst>
            <pc:docMk/>
            <pc:sldMk cId="3392350776" sldId="3242"/>
            <ac:spMk id="151" creationId="{29E8E2AB-BA03-4044-863B-0602B6548B31}"/>
          </ac:spMkLst>
        </pc:spChg>
        <pc:spChg chg="add mod">
          <ac:chgData name="jiancong zheng" userId="791c3d94eccb8482" providerId="LiveId" clId="{DD27D93D-25A6-4107-9E37-5B6FF22D9C45}" dt="2024-05-07T13:04:43.417" v="434" actId="164"/>
          <ac:spMkLst>
            <pc:docMk/>
            <pc:sldMk cId="3392350776" sldId="3242"/>
            <ac:spMk id="152" creationId="{F6A37ABF-8E9F-413C-82CB-0F467456ADD9}"/>
          </ac:spMkLst>
        </pc:spChg>
        <pc:spChg chg="add mod">
          <ac:chgData name="jiancong zheng" userId="791c3d94eccb8482" providerId="LiveId" clId="{DD27D93D-25A6-4107-9E37-5B6FF22D9C45}" dt="2024-05-07T13:04:43.417" v="434" actId="164"/>
          <ac:spMkLst>
            <pc:docMk/>
            <pc:sldMk cId="3392350776" sldId="3242"/>
            <ac:spMk id="153" creationId="{582CCE5B-A8A5-4C06-947B-C331E7B8F680}"/>
          </ac:spMkLst>
        </pc:spChg>
        <pc:spChg chg="add mod">
          <ac:chgData name="jiancong zheng" userId="791c3d94eccb8482" providerId="LiveId" clId="{DD27D93D-25A6-4107-9E37-5B6FF22D9C45}" dt="2024-05-07T13:04:43.417" v="434" actId="164"/>
          <ac:spMkLst>
            <pc:docMk/>
            <pc:sldMk cId="3392350776" sldId="3242"/>
            <ac:spMk id="154" creationId="{98063B31-1D56-4A39-9F00-A49E63C156E4}"/>
          </ac:spMkLst>
        </pc:spChg>
        <pc:spChg chg="add mod">
          <ac:chgData name="jiancong zheng" userId="791c3d94eccb8482" providerId="LiveId" clId="{DD27D93D-25A6-4107-9E37-5B6FF22D9C45}" dt="2024-05-07T13:04:43.417" v="434" actId="164"/>
          <ac:spMkLst>
            <pc:docMk/>
            <pc:sldMk cId="3392350776" sldId="3242"/>
            <ac:spMk id="155" creationId="{1D4E60F6-02BC-4BAB-AC82-3BD69EDEA8B0}"/>
          </ac:spMkLst>
        </pc:spChg>
        <pc:spChg chg="add mod">
          <ac:chgData name="jiancong zheng" userId="791c3d94eccb8482" providerId="LiveId" clId="{DD27D93D-25A6-4107-9E37-5B6FF22D9C45}" dt="2024-05-07T13:04:43.417" v="434" actId="164"/>
          <ac:spMkLst>
            <pc:docMk/>
            <pc:sldMk cId="3392350776" sldId="3242"/>
            <ac:spMk id="156" creationId="{F7AE39CB-C346-434B-BBD4-6DBCC1DC231B}"/>
          </ac:spMkLst>
        </pc:spChg>
        <pc:spChg chg="add mod">
          <ac:chgData name="jiancong zheng" userId="791c3d94eccb8482" providerId="LiveId" clId="{DD27D93D-25A6-4107-9E37-5B6FF22D9C45}" dt="2024-05-07T13:04:43.417" v="434" actId="164"/>
          <ac:spMkLst>
            <pc:docMk/>
            <pc:sldMk cId="3392350776" sldId="3242"/>
            <ac:spMk id="157" creationId="{6FDD1EB0-E048-4665-B625-639D5CEB998C}"/>
          </ac:spMkLst>
        </pc:spChg>
        <pc:spChg chg="add mod">
          <ac:chgData name="jiancong zheng" userId="791c3d94eccb8482" providerId="LiveId" clId="{DD27D93D-25A6-4107-9E37-5B6FF22D9C45}" dt="2024-05-07T13:04:43.417" v="434" actId="164"/>
          <ac:spMkLst>
            <pc:docMk/>
            <pc:sldMk cId="3392350776" sldId="3242"/>
            <ac:spMk id="158" creationId="{2CB82FDB-7A00-48B8-AE46-9FDF233B4985}"/>
          </ac:spMkLst>
        </pc:spChg>
        <pc:spChg chg="add mod">
          <ac:chgData name="jiancong zheng" userId="791c3d94eccb8482" providerId="LiveId" clId="{DD27D93D-25A6-4107-9E37-5B6FF22D9C45}" dt="2024-05-07T13:04:43.417" v="434" actId="164"/>
          <ac:spMkLst>
            <pc:docMk/>
            <pc:sldMk cId="3392350776" sldId="3242"/>
            <ac:spMk id="159" creationId="{335AA9FB-5E08-424E-9163-5F37A107FADB}"/>
          </ac:spMkLst>
        </pc:spChg>
        <pc:spChg chg="add mod">
          <ac:chgData name="jiancong zheng" userId="791c3d94eccb8482" providerId="LiveId" clId="{DD27D93D-25A6-4107-9E37-5B6FF22D9C45}" dt="2024-05-07T13:04:43.417" v="434" actId="164"/>
          <ac:spMkLst>
            <pc:docMk/>
            <pc:sldMk cId="3392350776" sldId="3242"/>
            <ac:spMk id="160" creationId="{183D51F2-FFA0-4203-B0DB-0E6B514B8F3A}"/>
          </ac:spMkLst>
        </pc:spChg>
        <pc:spChg chg="add mod">
          <ac:chgData name="jiancong zheng" userId="791c3d94eccb8482" providerId="LiveId" clId="{DD27D93D-25A6-4107-9E37-5B6FF22D9C45}" dt="2024-05-07T13:04:43.417" v="434" actId="164"/>
          <ac:spMkLst>
            <pc:docMk/>
            <pc:sldMk cId="3392350776" sldId="3242"/>
            <ac:spMk id="161" creationId="{76AFBA39-AE11-452A-95FA-AF829A283798}"/>
          </ac:spMkLst>
        </pc:spChg>
        <pc:spChg chg="add mod">
          <ac:chgData name="jiancong zheng" userId="791c3d94eccb8482" providerId="LiveId" clId="{DD27D93D-25A6-4107-9E37-5B6FF22D9C45}" dt="2024-05-07T13:51:39.647" v="1726" actId="1076"/>
          <ac:spMkLst>
            <pc:docMk/>
            <pc:sldMk cId="3392350776" sldId="3242"/>
            <ac:spMk id="162" creationId="{EE92A396-3167-4F17-892D-AB3951B50DBD}"/>
          </ac:spMkLst>
        </pc:spChg>
        <pc:spChg chg="add del mod">
          <ac:chgData name="jiancong zheng" userId="791c3d94eccb8482" providerId="LiveId" clId="{DD27D93D-25A6-4107-9E37-5B6FF22D9C45}" dt="2024-05-07T13:50:55.735" v="1562" actId="478"/>
          <ac:spMkLst>
            <pc:docMk/>
            <pc:sldMk cId="3392350776" sldId="3242"/>
            <ac:spMk id="163" creationId="{FDD3090B-9101-4F35-8FAF-1D4C4CE053DF}"/>
          </ac:spMkLst>
        </pc:spChg>
        <pc:spChg chg="add mod">
          <ac:chgData name="jiancong zheng" userId="791c3d94eccb8482" providerId="LiveId" clId="{DD27D93D-25A6-4107-9E37-5B6FF22D9C45}" dt="2024-05-07T13:51:24.117" v="1725" actId="1037"/>
          <ac:spMkLst>
            <pc:docMk/>
            <pc:sldMk cId="3392350776" sldId="3242"/>
            <ac:spMk id="166" creationId="{409DB6B7-EDA8-45C1-BE7A-2783048CF6BE}"/>
          </ac:spMkLst>
        </pc:spChg>
        <pc:spChg chg="add del mod">
          <ac:chgData name="jiancong zheng" userId="791c3d94eccb8482" providerId="LiveId" clId="{DD27D93D-25A6-4107-9E37-5B6FF22D9C45}" dt="2024-05-07T13:50:30.982" v="1560" actId="478"/>
          <ac:spMkLst>
            <pc:docMk/>
            <pc:sldMk cId="3392350776" sldId="3242"/>
            <ac:spMk id="167" creationId="{FA6DE5ED-7C1E-4119-AF22-72665D69A4BE}"/>
          </ac:spMkLst>
        </pc:spChg>
        <pc:spChg chg="add del mod">
          <ac:chgData name="jiancong zheng" userId="791c3d94eccb8482" providerId="LiveId" clId="{DD27D93D-25A6-4107-9E37-5B6FF22D9C45}" dt="2024-05-07T13:44:01.433" v="896" actId="478"/>
          <ac:spMkLst>
            <pc:docMk/>
            <pc:sldMk cId="3392350776" sldId="3242"/>
            <ac:spMk id="168" creationId="{3C26E098-2677-4D49-A577-0B47E6EAB064}"/>
          </ac:spMkLst>
        </pc:spChg>
        <pc:spChg chg="add del mod">
          <ac:chgData name="jiancong zheng" userId="791c3d94eccb8482" providerId="LiveId" clId="{DD27D93D-25A6-4107-9E37-5B6FF22D9C45}" dt="2024-05-07T13:44:26.563" v="907" actId="478"/>
          <ac:spMkLst>
            <pc:docMk/>
            <pc:sldMk cId="3392350776" sldId="3242"/>
            <ac:spMk id="171" creationId="{9AAAEFE2-D4DB-4E8B-B1E4-043EAD174C1A}"/>
          </ac:spMkLst>
        </pc:spChg>
        <pc:spChg chg="add del mod">
          <ac:chgData name="jiancong zheng" userId="791c3d94eccb8482" providerId="LiveId" clId="{DD27D93D-25A6-4107-9E37-5B6FF22D9C45}" dt="2024-05-07T13:46:15.127" v="938" actId="478"/>
          <ac:spMkLst>
            <pc:docMk/>
            <pc:sldMk cId="3392350776" sldId="3242"/>
            <ac:spMk id="172" creationId="{3CAB1710-2D3D-45F1-A0A1-0BB4B8AD0F89}"/>
          </ac:spMkLst>
        </pc:spChg>
        <pc:spChg chg="add del mod">
          <ac:chgData name="jiancong zheng" userId="791c3d94eccb8482" providerId="LiveId" clId="{DD27D93D-25A6-4107-9E37-5B6FF22D9C45}" dt="2024-05-07T13:45:51.313" v="930" actId="478"/>
          <ac:spMkLst>
            <pc:docMk/>
            <pc:sldMk cId="3392350776" sldId="3242"/>
            <ac:spMk id="173" creationId="{5B2C9EB4-8AAE-4569-A6CF-74488CF25A1F}"/>
          </ac:spMkLst>
        </pc:spChg>
        <pc:spChg chg="add del mod">
          <ac:chgData name="jiancong zheng" userId="791c3d94eccb8482" providerId="LiveId" clId="{DD27D93D-25A6-4107-9E37-5B6FF22D9C45}" dt="2024-05-07T13:46:13.933" v="937" actId="478"/>
          <ac:spMkLst>
            <pc:docMk/>
            <pc:sldMk cId="3392350776" sldId="3242"/>
            <ac:spMk id="174" creationId="{724B9B3E-E72E-43A6-9A25-ED9DF479BE09}"/>
          </ac:spMkLst>
        </pc:spChg>
        <pc:spChg chg="add del mod">
          <ac:chgData name="jiancong zheng" userId="791c3d94eccb8482" providerId="LiveId" clId="{DD27D93D-25A6-4107-9E37-5B6FF22D9C45}" dt="2024-05-07T13:46:13.933" v="937" actId="478"/>
          <ac:spMkLst>
            <pc:docMk/>
            <pc:sldMk cId="3392350776" sldId="3242"/>
            <ac:spMk id="175" creationId="{7AC342F1-BD25-48E1-A394-7C27C82A0FE1}"/>
          </ac:spMkLst>
        </pc:spChg>
        <pc:spChg chg="add del mod">
          <ac:chgData name="jiancong zheng" userId="791c3d94eccb8482" providerId="LiveId" clId="{DD27D93D-25A6-4107-9E37-5B6FF22D9C45}" dt="2024-05-07T13:46:13.933" v="937" actId="478"/>
          <ac:spMkLst>
            <pc:docMk/>
            <pc:sldMk cId="3392350776" sldId="3242"/>
            <ac:spMk id="176" creationId="{4939F254-BAD9-43B2-8DA2-8489331C2D33}"/>
          </ac:spMkLst>
        </pc:spChg>
        <pc:spChg chg="add del mod">
          <ac:chgData name="jiancong zheng" userId="791c3d94eccb8482" providerId="LiveId" clId="{DD27D93D-25A6-4107-9E37-5B6FF22D9C45}" dt="2024-05-07T13:46:13.933" v="937" actId="478"/>
          <ac:spMkLst>
            <pc:docMk/>
            <pc:sldMk cId="3392350776" sldId="3242"/>
            <ac:spMk id="177" creationId="{DBC343CC-DFED-4EDE-BFEC-F0EBE9FBB17D}"/>
          </ac:spMkLst>
        </pc:spChg>
        <pc:spChg chg="add del mod">
          <ac:chgData name="jiancong zheng" userId="791c3d94eccb8482" providerId="LiveId" clId="{DD27D93D-25A6-4107-9E37-5B6FF22D9C45}" dt="2024-05-07T13:46:38.823" v="940" actId="478"/>
          <ac:spMkLst>
            <pc:docMk/>
            <pc:sldMk cId="3392350776" sldId="3242"/>
            <ac:spMk id="178" creationId="{92F576D4-3689-4FC4-9E60-57F08724380A}"/>
          </ac:spMkLst>
        </pc:spChg>
        <pc:spChg chg="add del mod">
          <ac:chgData name="jiancong zheng" userId="791c3d94eccb8482" providerId="LiveId" clId="{DD27D93D-25A6-4107-9E37-5B6FF22D9C45}" dt="2024-05-07T13:46:11.844" v="936" actId="478"/>
          <ac:spMkLst>
            <pc:docMk/>
            <pc:sldMk cId="3392350776" sldId="3242"/>
            <ac:spMk id="179" creationId="{8C77613A-C65E-4D42-A9E4-1179F0C58E67}"/>
          </ac:spMkLst>
        </pc:spChg>
        <pc:spChg chg="add mod">
          <ac:chgData name="jiancong zheng" userId="791c3d94eccb8482" providerId="LiveId" clId="{DD27D93D-25A6-4107-9E37-5B6FF22D9C45}" dt="2024-05-07T13:48:40.838" v="1049" actId="1076"/>
          <ac:spMkLst>
            <pc:docMk/>
            <pc:sldMk cId="3392350776" sldId="3242"/>
            <ac:spMk id="180" creationId="{32E52E40-4B7D-47C8-BA97-3AC243B11279}"/>
          </ac:spMkLst>
        </pc:spChg>
        <pc:grpChg chg="add del mod">
          <ac:chgData name="jiancong zheng" userId="791c3d94eccb8482" providerId="LiveId" clId="{DD27D93D-25A6-4107-9E37-5B6FF22D9C45}" dt="2024-05-07T13:00:51.929" v="272" actId="165"/>
          <ac:grpSpMkLst>
            <pc:docMk/>
            <pc:sldMk cId="3392350776" sldId="3242"/>
            <ac:grpSpMk id="3" creationId="{E2B09B7B-DCF1-4FAE-951A-2F5DDFC7E455}"/>
          </ac:grpSpMkLst>
        </pc:grpChg>
        <pc:grpChg chg="add mod">
          <ac:chgData name="jiancong zheng" userId="791c3d94eccb8482" providerId="LiveId" clId="{DD27D93D-25A6-4107-9E37-5B6FF22D9C45}" dt="2024-05-07T13:51:24.117" v="1725" actId="1037"/>
          <ac:grpSpMkLst>
            <pc:docMk/>
            <pc:sldMk cId="3392350776" sldId="3242"/>
            <ac:grpSpMk id="8" creationId="{052D6AF2-34B8-40C9-AF5D-5C5D61E173ED}"/>
          </ac:grpSpMkLst>
        </pc:grpChg>
        <pc:grpChg chg="add mod">
          <ac:chgData name="jiancong zheng" userId="791c3d94eccb8482" providerId="LiveId" clId="{DD27D93D-25A6-4107-9E37-5B6FF22D9C45}" dt="2024-05-07T13:51:24.117" v="1725" actId="1037"/>
          <ac:grpSpMkLst>
            <pc:docMk/>
            <pc:sldMk cId="3392350776" sldId="3242"/>
            <ac:grpSpMk id="10" creationId="{21008EFF-55C5-4796-A3D2-B3F174DBC14A}"/>
          </ac:grpSpMkLst>
        </pc:grpChg>
        <pc:grpChg chg="add del mod">
          <ac:chgData name="jiancong zheng" userId="791c3d94eccb8482" providerId="LiveId" clId="{DD27D93D-25A6-4107-9E37-5B6FF22D9C45}" dt="2024-05-07T13:00:51.929" v="272" actId="165"/>
          <ac:grpSpMkLst>
            <pc:docMk/>
            <pc:sldMk cId="3392350776" sldId="3242"/>
            <ac:grpSpMk id="37" creationId="{B16D478B-8AB3-4BF0-8DC2-753543023134}"/>
          </ac:grpSpMkLst>
        </pc:grpChg>
        <pc:grpChg chg="add del mod">
          <ac:chgData name="jiancong zheng" userId="791c3d94eccb8482" providerId="LiveId" clId="{DD27D93D-25A6-4107-9E37-5B6FF22D9C45}" dt="2024-05-07T13:00:51.929" v="272" actId="165"/>
          <ac:grpSpMkLst>
            <pc:docMk/>
            <pc:sldMk cId="3392350776" sldId="3242"/>
            <ac:grpSpMk id="50" creationId="{9533238A-10C5-40E8-8D69-250E010A6E75}"/>
          </ac:grpSpMkLst>
        </pc:grpChg>
        <pc:grpChg chg="add del mod">
          <ac:chgData name="jiancong zheng" userId="791c3d94eccb8482" providerId="LiveId" clId="{DD27D93D-25A6-4107-9E37-5B6FF22D9C45}" dt="2024-05-07T13:00:51.929" v="272" actId="165"/>
          <ac:grpSpMkLst>
            <pc:docMk/>
            <pc:sldMk cId="3392350776" sldId="3242"/>
            <ac:grpSpMk id="63" creationId="{55C2B81A-1BAA-4151-AFDC-4B71B3CA0497}"/>
          </ac:grpSpMkLst>
        </pc:grpChg>
        <pc:grpChg chg="add del mod">
          <ac:chgData name="jiancong zheng" userId="791c3d94eccb8482" providerId="LiveId" clId="{DD27D93D-25A6-4107-9E37-5B6FF22D9C45}" dt="2024-05-07T13:00:51.929" v="272" actId="165"/>
          <ac:grpSpMkLst>
            <pc:docMk/>
            <pc:sldMk cId="3392350776" sldId="3242"/>
            <ac:grpSpMk id="76" creationId="{1CFC1C7B-DEEB-40DD-853D-62D640D32BFB}"/>
          </ac:grpSpMkLst>
        </pc:grpChg>
        <pc:grpChg chg="add del mod">
          <ac:chgData name="jiancong zheng" userId="791c3d94eccb8482" providerId="LiveId" clId="{DD27D93D-25A6-4107-9E37-5B6FF22D9C45}" dt="2024-05-07T13:00:48.420" v="271" actId="478"/>
          <ac:grpSpMkLst>
            <pc:docMk/>
            <pc:sldMk cId="3392350776" sldId="3242"/>
            <ac:grpSpMk id="89" creationId="{8CA182C6-A0FC-46DE-BD43-EA6F62539124}"/>
          </ac:grpSpMkLst>
        </pc:grpChg>
        <pc:picChg chg="del">
          <ac:chgData name="jiancong zheng" userId="791c3d94eccb8482" providerId="LiveId" clId="{DD27D93D-25A6-4107-9E37-5B6FF22D9C45}" dt="2024-05-07T12:26:52.868" v="103" actId="478"/>
          <ac:picMkLst>
            <pc:docMk/>
            <pc:sldMk cId="3392350776" sldId="3242"/>
            <ac:picMk id="15" creationId="{FFBD360E-7CAF-4AF4-B7FB-3AB35DFDF639}"/>
          </ac:picMkLst>
        </pc:picChg>
        <pc:picChg chg="add del mod">
          <ac:chgData name="jiancong zheng" userId="791c3d94eccb8482" providerId="LiveId" clId="{DD27D93D-25A6-4107-9E37-5B6FF22D9C45}" dt="2024-05-07T13:37:33.045" v="641" actId="478"/>
          <ac:picMkLst>
            <pc:docMk/>
            <pc:sldMk cId="3392350776" sldId="3242"/>
            <ac:picMk id="165" creationId="{9E356CF5-904A-4432-8CEB-12D8BDDEF875}"/>
          </ac:picMkLst>
        </pc:picChg>
        <pc:picChg chg="add mod">
          <ac:chgData name="jiancong zheng" userId="791c3d94eccb8482" providerId="LiveId" clId="{DD27D93D-25A6-4107-9E37-5B6FF22D9C45}" dt="2024-05-07T13:51:24.117" v="1725" actId="1037"/>
          <ac:picMkLst>
            <pc:docMk/>
            <pc:sldMk cId="3392350776" sldId="3242"/>
            <ac:picMk id="170" creationId="{588390F7-D0F8-428F-A154-53CDC636A206}"/>
          </ac:picMkLst>
        </pc:picChg>
        <pc:picChg chg="add mod">
          <ac:chgData name="jiancong zheng" userId="791c3d94eccb8482" providerId="LiveId" clId="{DD27D93D-25A6-4107-9E37-5B6FF22D9C45}" dt="2024-05-07T13:51:24.117" v="1725" actId="1037"/>
          <ac:picMkLst>
            <pc:docMk/>
            <pc:sldMk cId="3392350776" sldId="3242"/>
            <ac:picMk id="182" creationId="{0CE5EAE6-930D-4548-AECB-A2E298D7B968}"/>
          </ac:picMkLst>
        </pc:picChg>
      </pc:sldChg>
      <pc:sldChg chg="del">
        <pc:chgData name="jiancong zheng" userId="791c3d94eccb8482" providerId="LiveId" clId="{DD27D93D-25A6-4107-9E37-5B6FF22D9C45}" dt="2024-05-07T12:32:24.738" v="212" actId="47"/>
        <pc:sldMkLst>
          <pc:docMk/>
          <pc:sldMk cId="2379537395" sldId="3243"/>
        </pc:sldMkLst>
      </pc:sldChg>
      <pc:sldChg chg="del">
        <pc:chgData name="jiancong zheng" userId="791c3d94eccb8482" providerId="LiveId" clId="{DD27D93D-25A6-4107-9E37-5B6FF22D9C45}" dt="2024-05-07T12:32:25.428" v="213" actId="47"/>
        <pc:sldMkLst>
          <pc:docMk/>
          <pc:sldMk cId="2331469899" sldId="3244"/>
        </pc:sldMkLst>
      </pc:sldChg>
      <pc:sldChg chg="del">
        <pc:chgData name="jiancong zheng" userId="791c3d94eccb8482" providerId="LiveId" clId="{DD27D93D-25A6-4107-9E37-5B6FF22D9C45}" dt="2024-05-07T12:32:26.141" v="214" actId="47"/>
        <pc:sldMkLst>
          <pc:docMk/>
          <pc:sldMk cId="46187135" sldId="3245"/>
        </pc:sldMkLst>
      </pc:sldChg>
      <pc:sldChg chg="del">
        <pc:chgData name="jiancong zheng" userId="791c3d94eccb8482" providerId="LiveId" clId="{DD27D93D-25A6-4107-9E37-5B6FF22D9C45}" dt="2024-05-07T12:32:26.858" v="215" actId="47"/>
        <pc:sldMkLst>
          <pc:docMk/>
          <pc:sldMk cId="3971138293" sldId="3246"/>
        </pc:sldMkLst>
      </pc:sldChg>
      <pc:sldChg chg="del">
        <pc:chgData name="jiancong zheng" userId="791c3d94eccb8482" providerId="LiveId" clId="{DD27D93D-25A6-4107-9E37-5B6FF22D9C45}" dt="2024-05-07T12:32:27.670" v="216" actId="47"/>
        <pc:sldMkLst>
          <pc:docMk/>
          <pc:sldMk cId="2565422185" sldId="3248"/>
        </pc:sldMkLst>
      </pc:sldChg>
      <pc:sldChg chg="del">
        <pc:chgData name="jiancong zheng" userId="791c3d94eccb8482" providerId="LiveId" clId="{DD27D93D-25A6-4107-9E37-5B6FF22D9C45}" dt="2024-05-07T12:32:28.373" v="217" actId="47"/>
        <pc:sldMkLst>
          <pc:docMk/>
          <pc:sldMk cId="964389195" sldId="3249"/>
        </pc:sldMkLst>
      </pc:sldChg>
      <pc:sldChg chg="addSp delSp modSp mod">
        <pc:chgData name="jiancong zheng" userId="791c3d94eccb8482" providerId="LiveId" clId="{DD27D93D-25A6-4107-9E37-5B6FF22D9C45}" dt="2024-05-07T12:33:29.378" v="248"/>
        <pc:sldMkLst>
          <pc:docMk/>
          <pc:sldMk cId="312245873" sldId="3250"/>
        </pc:sldMkLst>
        <pc:spChg chg="del">
          <ac:chgData name="jiancong zheng" userId="791c3d94eccb8482" providerId="LiveId" clId="{DD27D93D-25A6-4107-9E37-5B6FF22D9C45}" dt="2024-05-07T12:32:31.388" v="218" actId="478"/>
          <ac:spMkLst>
            <pc:docMk/>
            <pc:sldMk cId="312245873" sldId="3250"/>
            <ac:spMk id="7" creationId="{DA89AC21-4B2F-4281-B6B9-AE4801634E65}"/>
          </ac:spMkLst>
        </pc:spChg>
        <pc:spChg chg="mod">
          <ac:chgData name="jiancong zheng" userId="791c3d94eccb8482" providerId="LiveId" clId="{DD27D93D-25A6-4107-9E37-5B6FF22D9C45}" dt="2024-05-07T12:33:21.544" v="247" actId="1076"/>
          <ac:spMkLst>
            <pc:docMk/>
            <pc:sldMk cId="312245873" sldId="3250"/>
            <ac:spMk id="8" creationId="{E3357ACF-A2C6-4950-9B7D-C9640AB86CDE}"/>
          </ac:spMkLst>
        </pc:spChg>
        <pc:spChg chg="add del mod">
          <ac:chgData name="jiancong zheng" userId="791c3d94eccb8482" providerId="LiveId" clId="{DD27D93D-25A6-4107-9E37-5B6FF22D9C45}" dt="2024-05-07T12:32:45.512" v="223" actId="478"/>
          <ac:spMkLst>
            <pc:docMk/>
            <pc:sldMk cId="312245873" sldId="3250"/>
            <ac:spMk id="9" creationId="{8EADF36E-0C12-41FE-A4D5-094FCD9884FD}"/>
          </ac:spMkLst>
        </pc:spChg>
        <pc:spChg chg="del mod">
          <ac:chgData name="jiancong zheng" userId="791c3d94eccb8482" providerId="LiveId" clId="{DD27D93D-25A6-4107-9E37-5B6FF22D9C45}" dt="2024-05-07T12:32:39.646" v="220" actId="478"/>
          <ac:spMkLst>
            <pc:docMk/>
            <pc:sldMk cId="312245873" sldId="3250"/>
            <ac:spMk id="11" creationId="{B7C25736-17BE-43FA-BCD6-1F748310A1B7}"/>
          </ac:spMkLst>
        </pc:spChg>
        <pc:spChg chg="add mod">
          <ac:chgData name="jiancong zheng" userId="791c3d94eccb8482" providerId="LiveId" clId="{DD27D93D-25A6-4107-9E37-5B6FF22D9C45}" dt="2024-05-07T12:33:29.378" v="248"/>
          <ac:spMkLst>
            <pc:docMk/>
            <pc:sldMk cId="312245873" sldId="3250"/>
            <ac:spMk id="12" creationId="{30252C49-18D1-49D9-AC14-2B172BA943A8}"/>
          </ac:spMkLst>
        </pc:spChg>
      </pc:sldChg>
      <pc:sldChg chg="addSp delSp modSp add mod">
        <pc:chgData name="jiancong zheng" userId="791c3d94eccb8482" providerId="LiveId" clId="{DD27D93D-25A6-4107-9E37-5B6FF22D9C45}" dt="2024-05-07T14:04:27.421" v="2198" actId="14100"/>
        <pc:sldMkLst>
          <pc:docMk/>
          <pc:sldMk cId="2648802703" sldId="3251"/>
        </pc:sldMkLst>
        <pc:spChg chg="add del">
          <ac:chgData name="jiancong zheng" userId="791c3d94eccb8482" providerId="LiveId" clId="{DD27D93D-25A6-4107-9E37-5B6FF22D9C45}" dt="2024-05-07T13:53:31.356" v="1775"/>
          <ac:spMkLst>
            <pc:docMk/>
            <pc:sldMk cId="2648802703" sldId="3251"/>
            <ac:spMk id="3" creationId="{89A5D430-6316-450F-957F-2F40E2C449B5}"/>
          </ac:spMkLst>
        </pc:spChg>
        <pc:spChg chg="add del">
          <ac:chgData name="jiancong zheng" userId="791c3d94eccb8482" providerId="LiveId" clId="{DD27D93D-25A6-4107-9E37-5B6FF22D9C45}" dt="2024-05-07T13:53:31.356" v="1775"/>
          <ac:spMkLst>
            <pc:docMk/>
            <pc:sldMk cId="2648802703" sldId="3251"/>
            <ac:spMk id="7" creationId="{B3279EAA-BF89-4AFF-B02F-2C0B4859CA17}"/>
          </ac:spMkLst>
        </pc:spChg>
        <pc:spChg chg="mod">
          <ac:chgData name="jiancong zheng" userId="791c3d94eccb8482" providerId="LiveId" clId="{DD27D93D-25A6-4107-9E37-5B6FF22D9C45}" dt="2024-05-07T13:52:50.970" v="1773" actId="20577"/>
          <ac:spMkLst>
            <pc:docMk/>
            <pc:sldMk cId="2648802703" sldId="3251"/>
            <ac:spMk id="9" creationId="{D7DA4BBD-CE23-4A97-9E52-C288770EF236}"/>
          </ac:spMkLst>
        </pc:spChg>
        <pc:spChg chg="add mod">
          <ac:chgData name="jiancong zheng" userId="791c3d94eccb8482" providerId="LiveId" clId="{DD27D93D-25A6-4107-9E37-5B6FF22D9C45}" dt="2024-05-07T13:59:57.112" v="1984" actId="2710"/>
          <ac:spMkLst>
            <pc:docMk/>
            <pc:sldMk cId="2648802703" sldId="3251"/>
            <ac:spMk id="20" creationId="{86916BAD-DAB1-45D9-AC12-DB4ED3237956}"/>
          </ac:spMkLst>
        </pc:spChg>
        <pc:spChg chg="del">
          <ac:chgData name="jiancong zheng" userId="791c3d94eccb8482" providerId="LiveId" clId="{DD27D93D-25A6-4107-9E37-5B6FF22D9C45}" dt="2024-05-07T13:52:01.436" v="1728" actId="478"/>
          <ac:spMkLst>
            <pc:docMk/>
            <pc:sldMk cId="2648802703" sldId="3251"/>
            <ac:spMk id="162" creationId="{EE92A396-3167-4F17-892D-AB3951B50DBD}"/>
          </ac:spMkLst>
        </pc:spChg>
        <pc:spChg chg="add mod">
          <ac:chgData name="jiancong zheng" userId="791c3d94eccb8482" providerId="LiveId" clId="{DD27D93D-25A6-4107-9E37-5B6FF22D9C45}" dt="2024-05-07T14:04:27.421" v="2198" actId="14100"/>
          <ac:spMkLst>
            <pc:docMk/>
            <pc:sldMk cId="2648802703" sldId="3251"/>
            <ac:spMk id="163" creationId="{D4EA46CC-60F6-4950-9196-9207CFF0CA9B}"/>
          </ac:spMkLst>
        </pc:spChg>
        <pc:spChg chg="add mod">
          <ac:chgData name="jiancong zheng" userId="791c3d94eccb8482" providerId="LiveId" clId="{DD27D93D-25A6-4107-9E37-5B6FF22D9C45}" dt="2024-05-07T14:00:53.018" v="2063" actId="20577"/>
          <ac:spMkLst>
            <pc:docMk/>
            <pc:sldMk cId="2648802703" sldId="3251"/>
            <ac:spMk id="164" creationId="{89D50710-9D5F-4FD6-9754-2C06238EAD7D}"/>
          </ac:spMkLst>
        </pc:spChg>
        <pc:spChg chg="add mod">
          <ac:chgData name="jiancong zheng" userId="791c3d94eccb8482" providerId="LiveId" clId="{DD27D93D-25A6-4107-9E37-5B6FF22D9C45}" dt="2024-05-07T14:04:09.422" v="2194" actId="1076"/>
          <ac:spMkLst>
            <pc:docMk/>
            <pc:sldMk cId="2648802703" sldId="3251"/>
            <ac:spMk id="165" creationId="{A2ADA29B-4DAF-4B03-AAD3-DFB6231E1773}"/>
          </ac:spMkLst>
        </pc:spChg>
        <pc:spChg chg="del">
          <ac:chgData name="jiancong zheng" userId="791c3d94eccb8482" providerId="LiveId" clId="{DD27D93D-25A6-4107-9E37-5B6FF22D9C45}" dt="2024-05-07T13:52:01.436" v="1728" actId="478"/>
          <ac:spMkLst>
            <pc:docMk/>
            <pc:sldMk cId="2648802703" sldId="3251"/>
            <ac:spMk id="166" creationId="{409DB6B7-EDA8-45C1-BE7A-2783048CF6BE}"/>
          </ac:spMkLst>
        </pc:spChg>
        <pc:spChg chg="del">
          <ac:chgData name="jiancong zheng" userId="791c3d94eccb8482" providerId="LiveId" clId="{DD27D93D-25A6-4107-9E37-5B6FF22D9C45}" dt="2024-05-07T13:52:01.436" v="1728" actId="478"/>
          <ac:spMkLst>
            <pc:docMk/>
            <pc:sldMk cId="2648802703" sldId="3251"/>
            <ac:spMk id="180" creationId="{32E52E40-4B7D-47C8-BA97-3AC243B11279}"/>
          </ac:spMkLst>
        </pc:spChg>
        <pc:grpChg chg="del">
          <ac:chgData name="jiancong zheng" userId="791c3d94eccb8482" providerId="LiveId" clId="{DD27D93D-25A6-4107-9E37-5B6FF22D9C45}" dt="2024-05-07T13:52:01.436" v="1728" actId="478"/>
          <ac:grpSpMkLst>
            <pc:docMk/>
            <pc:sldMk cId="2648802703" sldId="3251"/>
            <ac:grpSpMk id="8" creationId="{052D6AF2-34B8-40C9-AF5D-5C5D61E173ED}"/>
          </ac:grpSpMkLst>
        </pc:grpChg>
        <pc:grpChg chg="del">
          <ac:chgData name="jiancong zheng" userId="791c3d94eccb8482" providerId="LiveId" clId="{DD27D93D-25A6-4107-9E37-5B6FF22D9C45}" dt="2024-05-07T13:52:01.436" v="1728" actId="478"/>
          <ac:grpSpMkLst>
            <pc:docMk/>
            <pc:sldMk cId="2648802703" sldId="3251"/>
            <ac:grpSpMk id="10" creationId="{21008EFF-55C5-4796-A3D2-B3F174DBC14A}"/>
          </ac:grpSpMkLst>
        </pc:grpChg>
        <pc:picChg chg="add mod">
          <ac:chgData name="jiancong zheng" userId="791c3d94eccb8482" providerId="LiveId" clId="{DD27D93D-25A6-4107-9E37-5B6FF22D9C45}" dt="2024-05-07T13:56:47.269" v="1871" actId="14100"/>
          <ac:picMkLst>
            <pc:docMk/>
            <pc:sldMk cId="2648802703" sldId="3251"/>
            <ac:picMk id="19" creationId="{E2613A82-78CF-4570-9086-D73056C83184}"/>
          </ac:picMkLst>
        </pc:picChg>
        <pc:picChg chg="del">
          <ac:chgData name="jiancong zheng" userId="791c3d94eccb8482" providerId="LiveId" clId="{DD27D93D-25A6-4107-9E37-5B6FF22D9C45}" dt="2024-05-07T13:52:01.436" v="1728" actId="478"/>
          <ac:picMkLst>
            <pc:docMk/>
            <pc:sldMk cId="2648802703" sldId="3251"/>
            <ac:picMk id="170" creationId="{588390F7-D0F8-428F-A154-53CDC636A206}"/>
          </ac:picMkLst>
        </pc:picChg>
        <pc:picChg chg="del">
          <ac:chgData name="jiancong zheng" userId="791c3d94eccb8482" providerId="LiveId" clId="{DD27D93D-25A6-4107-9E37-5B6FF22D9C45}" dt="2024-05-07T13:52:01.436" v="1728" actId="478"/>
          <ac:picMkLst>
            <pc:docMk/>
            <pc:sldMk cId="2648802703" sldId="3251"/>
            <ac:picMk id="182" creationId="{0CE5EAE6-930D-4548-AECB-A2E298D7B968}"/>
          </ac:picMkLst>
        </pc:picChg>
      </pc:sldChg>
      <pc:sldChg chg="add del">
        <pc:chgData name="jiancong zheng" userId="791c3d94eccb8482" providerId="LiveId" clId="{DD27D93D-25A6-4107-9E37-5B6FF22D9C45}" dt="2024-05-07T12:32:22.888" v="210" actId="47"/>
        <pc:sldMkLst>
          <pc:docMk/>
          <pc:sldMk cId="3185607398" sldId="3251"/>
        </pc:sldMkLst>
      </pc:sldChg>
      <pc:sldChg chg="addSp delSp modSp add mod">
        <pc:chgData name="jiancong zheng" userId="791c3d94eccb8482" providerId="LiveId" clId="{DD27D93D-25A6-4107-9E37-5B6FF22D9C45}" dt="2024-05-07T14:13:05.356" v="2417" actId="1038"/>
        <pc:sldMkLst>
          <pc:docMk/>
          <pc:sldMk cId="317395162" sldId="3252"/>
        </pc:sldMkLst>
        <pc:spChg chg="add mod">
          <ac:chgData name="jiancong zheng" userId="791c3d94eccb8482" providerId="LiveId" clId="{DD27D93D-25A6-4107-9E37-5B6FF22D9C45}" dt="2024-05-07T14:08:10.134" v="2244" actId="1036"/>
          <ac:spMkLst>
            <pc:docMk/>
            <pc:sldMk cId="317395162" sldId="3252"/>
            <ac:spMk id="2" creationId="{31D27816-6E60-46D8-A8E1-87F1E00C6525}"/>
          </ac:spMkLst>
        </pc:spChg>
        <pc:spChg chg="add del">
          <ac:chgData name="jiancong zheng" userId="791c3d94eccb8482" providerId="LiveId" clId="{DD27D93D-25A6-4107-9E37-5B6FF22D9C45}" dt="2024-05-07T14:06:10.546" v="2217" actId="478"/>
          <ac:spMkLst>
            <pc:docMk/>
            <pc:sldMk cId="317395162" sldId="3252"/>
            <ac:spMk id="16" creationId="{647CA0E3-6F9F-4B4C-9308-602D41C3C698}"/>
          </ac:spMkLst>
        </pc:spChg>
        <pc:spChg chg="add mod">
          <ac:chgData name="jiancong zheng" userId="791c3d94eccb8482" providerId="LiveId" clId="{DD27D93D-25A6-4107-9E37-5B6FF22D9C45}" dt="2024-05-07T14:07:18.550" v="2238" actId="1076"/>
          <ac:spMkLst>
            <pc:docMk/>
            <pc:sldMk cId="317395162" sldId="3252"/>
            <ac:spMk id="17" creationId="{0A3CF067-E252-475E-949B-B9D19152CFB1}"/>
          </ac:spMkLst>
        </pc:spChg>
        <pc:spChg chg="add mod">
          <ac:chgData name="jiancong zheng" userId="791c3d94eccb8482" providerId="LiveId" clId="{DD27D93D-25A6-4107-9E37-5B6FF22D9C45}" dt="2024-05-07T14:10:46.652" v="2307" actId="164"/>
          <ac:spMkLst>
            <pc:docMk/>
            <pc:sldMk cId="317395162" sldId="3252"/>
            <ac:spMk id="18" creationId="{06029FA6-5C5B-4A2A-A1C6-5826A3DBEAD3}"/>
          </ac:spMkLst>
        </pc:spChg>
        <pc:spChg chg="add del mod">
          <ac:chgData name="jiancong zheng" userId="791c3d94eccb8482" providerId="LiveId" clId="{DD27D93D-25A6-4107-9E37-5B6FF22D9C45}" dt="2024-05-07T14:11:39.283" v="2345" actId="478"/>
          <ac:spMkLst>
            <pc:docMk/>
            <pc:sldMk cId="317395162" sldId="3252"/>
            <ac:spMk id="22" creationId="{174A569F-7B78-4E60-BCE5-4A0507586568}"/>
          </ac:spMkLst>
        </pc:spChg>
        <pc:spChg chg="add mod">
          <ac:chgData name="jiancong zheng" userId="791c3d94eccb8482" providerId="LiveId" clId="{DD27D93D-25A6-4107-9E37-5B6FF22D9C45}" dt="2024-05-07T14:08:42.613" v="2267" actId="1036"/>
          <ac:spMkLst>
            <pc:docMk/>
            <pc:sldMk cId="317395162" sldId="3252"/>
            <ac:spMk id="23" creationId="{69ABDD75-1DEE-4C1F-AA73-F27D01B16C18}"/>
          </ac:spMkLst>
        </pc:spChg>
        <pc:spChg chg="add mod">
          <ac:chgData name="jiancong zheng" userId="791c3d94eccb8482" providerId="LiveId" clId="{DD27D93D-25A6-4107-9E37-5B6FF22D9C45}" dt="2024-05-07T14:12:17.925" v="2355" actId="1076"/>
          <ac:spMkLst>
            <pc:docMk/>
            <pc:sldMk cId="317395162" sldId="3252"/>
            <ac:spMk id="24" creationId="{AC399CD4-AB1D-4A0E-98BF-AA06D63DCBA0}"/>
          </ac:spMkLst>
        </pc:spChg>
        <pc:spChg chg="add mod">
          <ac:chgData name="jiancong zheng" userId="791c3d94eccb8482" providerId="LiveId" clId="{DD27D93D-25A6-4107-9E37-5B6FF22D9C45}" dt="2024-05-07T14:10:46.652" v="2307" actId="164"/>
          <ac:spMkLst>
            <pc:docMk/>
            <pc:sldMk cId="317395162" sldId="3252"/>
            <ac:spMk id="25" creationId="{044CED8B-4CF1-47B7-B4E4-76F747DB4E92}"/>
          </ac:spMkLst>
        </pc:spChg>
        <pc:spChg chg="add mod">
          <ac:chgData name="jiancong zheng" userId="791c3d94eccb8482" providerId="LiveId" clId="{DD27D93D-25A6-4107-9E37-5B6FF22D9C45}" dt="2024-05-07T14:10:46.652" v="2307" actId="164"/>
          <ac:spMkLst>
            <pc:docMk/>
            <pc:sldMk cId="317395162" sldId="3252"/>
            <ac:spMk id="26" creationId="{8785126E-F732-4BE1-B226-EF0B58762946}"/>
          </ac:spMkLst>
        </pc:spChg>
        <pc:spChg chg="add mod">
          <ac:chgData name="jiancong zheng" userId="791c3d94eccb8482" providerId="LiveId" clId="{DD27D93D-25A6-4107-9E37-5B6FF22D9C45}" dt="2024-05-07T14:10:46.652" v="2307" actId="164"/>
          <ac:spMkLst>
            <pc:docMk/>
            <pc:sldMk cId="317395162" sldId="3252"/>
            <ac:spMk id="27" creationId="{E9FC693E-B85E-4EC8-9985-428F92E3446E}"/>
          </ac:spMkLst>
        </pc:spChg>
        <pc:spChg chg="add mod">
          <ac:chgData name="jiancong zheng" userId="791c3d94eccb8482" providerId="LiveId" clId="{DD27D93D-25A6-4107-9E37-5B6FF22D9C45}" dt="2024-05-07T14:10:46.652" v="2307" actId="164"/>
          <ac:spMkLst>
            <pc:docMk/>
            <pc:sldMk cId="317395162" sldId="3252"/>
            <ac:spMk id="28" creationId="{806AB740-A1BC-4CE0-BBD3-DB55A420709B}"/>
          </ac:spMkLst>
        </pc:spChg>
        <pc:spChg chg="add del mod">
          <ac:chgData name="jiancong zheng" userId="791c3d94eccb8482" providerId="LiveId" clId="{DD27D93D-25A6-4107-9E37-5B6FF22D9C45}" dt="2024-05-07T14:10:10.169" v="2297"/>
          <ac:spMkLst>
            <pc:docMk/>
            <pc:sldMk cId="317395162" sldId="3252"/>
            <ac:spMk id="29" creationId="{D07097BC-0C6C-4F3F-86DC-621DB588654A}"/>
          </ac:spMkLst>
        </pc:spChg>
        <pc:spChg chg="add mod">
          <ac:chgData name="jiancong zheng" userId="791c3d94eccb8482" providerId="LiveId" clId="{DD27D93D-25A6-4107-9E37-5B6FF22D9C45}" dt="2024-05-07T14:10:46.652" v="2307" actId="164"/>
          <ac:spMkLst>
            <pc:docMk/>
            <pc:sldMk cId="317395162" sldId="3252"/>
            <ac:spMk id="30" creationId="{54D8180D-56B8-495B-99BA-80C4EEA7B89F}"/>
          </ac:spMkLst>
        </pc:spChg>
        <pc:spChg chg="add mod">
          <ac:chgData name="jiancong zheng" userId="791c3d94eccb8482" providerId="LiveId" clId="{DD27D93D-25A6-4107-9E37-5B6FF22D9C45}" dt="2024-05-07T14:10:46.652" v="2307" actId="164"/>
          <ac:spMkLst>
            <pc:docMk/>
            <pc:sldMk cId="317395162" sldId="3252"/>
            <ac:spMk id="31" creationId="{17CAB562-9FA9-4915-8A99-E8A834C2D114}"/>
          </ac:spMkLst>
        </pc:spChg>
        <pc:spChg chg="add mod">
          <ac:chgData name="jiancong zheng" userId="791c3d94eccb8482" providerId="LiveId" clId="{DD27D93D-25A6-4107-9E37-5B6FF22D9C45}" dt="2024-05-07T14:12:45.430" v="2373" actId="1076"/>
          <ac:spMkLst>
            <pc:docMk/>
            <pc:sldMk cId="317395162" sldId="3252"/>
            <ac:spMk id="32" creationId="{C73A9776-3C74-4294-BF4A-9145A3E5813B}"/>
          </ac:spMkLst>
        </pc:spChg>
        <pc:spChg chg="add mod">
          <ac:chgData name="jiancong zheng" userId="791c3d94eccb8482" providerId="LiveId" clId="{DD27D93D-25A6-4107-9E37-5B6FF22D9C45}" dt="2024-05-07T14:13:05.356" v="2417" actId="1038"/>
          <ac:spMkLst>
            <pc:docMk/>
            <pc:sldMk cId="317395162" sldId="3252"/>
            <ac:spMk id="36" creationId="{D781DC4B-0713-4583-BEE6-2AA378BAD5D4}"/>
          </ac:spMkLst>
        </pc:spChg>
        <pc:grpChg chg="add mod">
          <ac:chgData name="jiancong zheng" userId="791c3d94eccb8482" providerId="LiveId" clId="{DD27D93D-25A6-4107-9E37-5B6FF22D9C45}" dt="2024-05-07T14:11:01.274" v="2339" actId="1035"/>
          <ac:grpSpMkLst>
            <pc:docMk/>
            <pc:sldMk cId="317395162" sldId="3252"/>
            <ac:grpSpMk id="21" creationId="{70F3CFA3-30A8-42E4-A2B2-E97A506EF328}"/>
          </ac:grpSpMkLst>
        </pc:grpChg>
        <pc:picChg chg="mod">
          <ac:chgData name="jiancong zheng" userId="791c3d94eccb8482" providerId="LiveId" clId="{DD27D93D-25A6-4107-9E37-5B6FF22D9C45}" dt="2024-05-07T14:10:41.791" v="2306" actId="1076"/>
          <ac:picMkLst>
            <pc:docMk/>
            <pc:sldMk cId="317395162" sldId="3252"/>
            <ac:picMk id="19" creationId="{E2613A82-78CF-4570-9086-D73056C83184}"/>
          </ac:picMkLst>
        </pc:picChg>
        <pc:cxnChg chg="add del mod">
          <ac:chgData name="jiancong zheng" userId="791c3d94eccb8482" providerId="LiveId" clId="{DD27D93D-25A6-4107-9E37-5B6FF22D9C45}" dt="2024-05-07T14:06:00.977" v="2215" actId="478"/>
          <ac:cxnSpMkLst>
            <pc:docMk/>
            <pc:sldMk cId="317395162" sldId="3252"/>
            <ac:cxnSpMk id="7" creationId="{43098C49-EE62-4C87-BA1D-0EEB163321A3}"/>
          </ac:cxnSpMkLst>
        </pc:cxnChg>
      </pc:sldChg>
      <pc:sldChg chg="add">
        <pc:chgData name="jiancong zheng" userId="791c3d94eccb8482" providerId="LiveId" clId="{DD27D93D-25A6-4107-9E37-5B6FF22D9C45}" dt="2024-05-07T14:04:51.652" v="2200"/>
        <pc:sldMkLst>
          <pc:docMk/>
          <pc:sldMk cId="2136955798" sldId="325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3A5FFE-B588-4CF3-9C72-7629E5096D2D}" type="datetimeFigureOut">
              <a:rPr lang="zh-CN" altLang="en-US" smtClean="0"/>
              <a:t>2026/4/20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93E0E7-BB5F-4064-BC26-4B7D8D3FA9BD}" type="slidenum">
              <a:rPr lang="zh-CN" altLang="en-US" smtClean="0"/>
              <a:t>‹#›</a:t>
            </a:fld>
            <a:endParaRPr lang="zh-CN" altLang="en-US"/>
          </a:p>
        </p:txBody>
      </p:sp>
    </p:spTree>
    <p:extLst>
      <p:ext uri="{BB962C8B-B14F-4D97-AF65-F5344CB8AC3E}">
        <p14:creationId xmlns:p14="http://schemas.microsoft.com/office/powerpoint/2010/main" val="234250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ChangeArrowheads="1" noTextEdit="1"/>
          </p:cNvSpPr>
          <p:nvPr>
            <p:ph type="sldImg"/>
          </p:nvPr>
        </p:nvSpPr>
        <p:spPr>
          <a:xfrm>
            <a:off x="381000" y="685800"/>
            <a:ext cx="6096000" cy="3429000"/>
          </a:xfrm>
          <a:ln/>
        </p:spPr>
      </p:sp>
      <p:sp>
        <p:nvSpPr>
          <p:cNvPr id="14339"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zh-CN" b="0" dirty="0"/>
          </a:p>
        </p:txBody>
      </p:sp>
      <p:sp>
        <p:nvSpPr>
          <p:cNvPr id="14340" name="灯片编号占位符 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B093EB02-05DE-4FBA-B58C-F692575D24CC}" type="slidenum">
              <a:rPr lang="en-US" altLang="zh-CN" sz="1200"/>
              <a:pPr/>
              <a:t>1</a:t>
            </a:fld>
            <a:endParaRPr lang="en-US" altLang="zh-CN"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3193E0E7-BB5F-4064-BC26-4B7D8D3FA9BD}" type="slidenum">
              <a:rPr lang="zh-CN" altLang="en-US" smtClean="0"/>
              <a:t>2</a:t>
            </a:fld>
            <a:endParaRPr lang="zh-CN" altLang="en-US"/>
          </a:p>
        </p:txBody>
      </p:sp>
    </p:spTree>
    <p:extLst>
      <p:ext uri="{BB962C8B-B14F-4D97-AF65-F5344CB8AC3E}">
        <p14:creationId xmlns:p14="http://schemas.microsoft.com/office/powerpoint/2010/main" val="20036843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3193E0E7-BB5F-4064-BC26-4B7D8D3FA9BD}" type="slidenum">
              <a:rPr lang="zh-CN" altLang="en-US" smtClean="0"/>
              <a:t>3</a:t>
            </a:fld>
            <a:endParaRPr lang="zh-CN" altLang="en-US"/>
          </a:p>
        </p:txBody>
      </p:sp>
    </p:spTree>
    <p:extLst>
      <p:ext uri="{BB962C8B-B14F-4D97-AF65-F5344CB8AC3E}">
        <p14:creationId xmlns:p14="http://schemas.microsoft.com/office/powerpoint/2010/main" val="3118530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3193E0E7-BB5F-4064-BC26-4B7D8D3FA9BD}" type="slidenum">
              <a:rPr lang="zh-CN" altLang="en-US" smtClean="0"/>
              <a:t>4</a:t>
            </a:fld>
            <a:endParaRPr lang="zh-CN" altLang="en-US"/>
          </a:p>
        </p:txBody>
      </p:sp>
    </p:spTree>
    <p:extLst>
      <p:ext uri="{BB962C8B-B14F-4D97-AF65-F5344CB8AC3E}">
        <p14:creationId xmlns:p14="http://schemas.microsoft.com/office/powerpoint/2010/main" val="3077573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3193E0E7-BB5F-4064-BC26-4B7D8D3FA9BD}" type="slidenum">
              <a:rPr lang="zh-CN" altLang="en-US" smtClean="0"/>
              <a:t>5</a:t>
            </a:fld>
            <a:endParaRPr lang="zh-CN" altLang="en-US"/>
          </a:p>
        </p:txBody>
      </p:sp>
    </p:spTree>
    <p:extLst>
      <p:ext uri="{BB962C8B-B14F-4D97-AF65-F5344CB8AC3E}">
        <p14:creationId xmlns:p14="http://schemas.microsoft.com/office/powerpoint/2010/main" val="26978381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1919B-65D7-6D71-A2B4-FBBD53F501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173417-65B0-4BA6-5D14-5B65C370721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6D0E673-7577-DC40-9E30-FF330535A720}"/>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A86E738B-18D7-790C-C155-29496B0ABCF1}"/>
              </a:ext>
            </a:extLst>
          </p:cNvPr>
          <p:cNvSpPr>
            <a:spLocks noGrp="1"/>
          </p:cNvSpPr>
          <p:nvPr>
            <p:ph type="sldNum" sz="quarter" idx="5"/>
          </p:nvPr>
        </p:nvSpPr>
        <p:spPr/>
        <p:txBody>
          <a:bodyPr/>
          <a:lstStyle/>
          <a:p>
            <a:fld id="{3193E0E7-BB5F-4064-BC26-4B7D8D3FA9BD}" type="slidenum">
              <a:rPr lang="zh-CN" altLang="en-US" smtClean="0"/>
              <a:t>6</a:t>
            </a:fld>
            <a:endParaRPr lang="zh-CN" altLang="en-US"/>
          </a:p>
        </p:txBody>
      </p:sp>
    </p:spTree>
    <p:extLst>
      <p:ext uri="{BB962C8B-B14F-4D97-AF65-F5344CB8AC3E}">
        <p14:creationId xmlns:p14="http://schemas.microsoft.com/office/powerpoint/2010/main" val="2270826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C8C51-5E3B-99C4-3D99-0EF3C326FA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E2A825-B592-98CC-1DF5-4C58D37A44A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21E032D-6A52-4ABB-FB96-062111AB60B5}"/>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9F4BB6EF-4F4A-D700-B30F-76DC4A811BDC}"/>
              </a:ext>
            </a:extLst>
          </p:cNvPr>
          <p:cNvSpPr>
            <a:spLocks noGrp="1"/>
          </p:cNvSpPr>
          <p:nvPr>
            <p:ph type="sldNum" sz="quarter" idx="5"/>
          </p:nvPr>
        </p:nvSpPr>
        <p:spPr/>
        <p:txBody>
          <a:bodyPr/>
          <a:lstStyle/>
          <a:p>
            <a:fld id="{3193E0E7-BB5F-4064-BC26-4B7D8D3FA9BD}" type="slidenum">
              <a:rPr lang="zh-CN" altLang="en-US" smtClean="0"/>
              <a:t>7</a:t>
            </a:fld>
            <a:endParaRPr lang="zh-CN" altLang="en-US"/>
          </a:p>
        </p:txBody>
      </p:sp>
    </p:spTree>
    <p:extLst>
      <p:ext uri="{BB962C8B-B14F-4D97-AF65-F5344CB8AC3E}">
        <p14:creationId xmlns:p14="http://schemas.microsoft.com/office/powerpoint/2010/main" val="2321841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2650A-D094-B102-2C49-0B7E427EE1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0450C3-69D4-923C-7D6F-AD317CF6273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801832-5D4E-8FF2-BEF9-0FB5197256AD}"/>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7FB37AB3-58B4-EDF8-B2DC-C19433D7B3E3}"/>
              </a:ext>
            </a:extLst>
          </p:cNvPr>
          <p:cNvSpPr>
            <a:spLocks noGrp="1"/>
          </p:cNvSpPr>
          <p:nvPr>
            <p:ph type="sldNum" sz="quarter" idx="5"/>
          </p:nvPr>
        </p:nvSpPr>
        <p:spPr/>
        <p:txBody>
          <a:bodyPr/>
          <a:lstStyle/>
          <a:p>
            <a:fld id="{3193E0E7-BB5F-4064-BC26-4B7D8D3FA9BD}" type="slidenum">
              <a:rPr lang="zh-CN" altLang="en-US" smtClean="0"/>
              <a:t>8</a:t>
            </a:fld>
            <a:endParaRPr lang="zh-CN" altLang="en-US"/>
          </a:p>
        </p:txBody>
      </p:sp>
    </p:spTree>
    <p:extLst>
      <p:ext uri="{BB962C8B-B14F-4D97-AF65-F5344CB8AC3E}">
        <p14:creationId xmlns:p14="http://schemas.microsoft.com/office/powerpoint/2010/main" val="144288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1D441-E617-5532-9A1F-5E7E4A67564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1D84F4-6610-2139-3C15-6D1D0BC7B48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76A7FDB-6660-3A73-E204-61586C0A0FA0}"/>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55591C5D-06D9-9366-E305-A9484BE4711B}"/>
              </a:ext>
            </a:extLst>
          </p:cNvPr>
          <p:cNvSpPr>
            <a:spLocks noGrp="1"/>
          </p:cNvSpPr>
          <p:nvPr>
            <p:ph type="sldNum" sz="quarter" idx="5"/>
          </p:nvPr>
        </p:nvSpPr>
        <p:spPr/>
        <p:txBody>
          <a:bodyPr/>
          <a:lstStyle/>
          <a:p>
            <a:fld id="{3193E0E7-BB5F-4064-BC26-4B7D8D3FA9BD}" type="slidenum">
              <a:rPr lang="zh-CN" altLang="en-US" smtClean="0"/>
              <a:t>9</a:t>
            </a:fld>
            <a:endParaRPr lang="zh-CN" altLang="en-US"/>
          </a:p>
        </p:txBody>
      </p:sp>
    </p:spTree>
    <p:extLst>
      <p:ext uri="{BB962C8B-B14F-4D97-AF65-F5344CB8AC3E}">
        <p14:creationId xmlns:p14="http://schemas.microsoft.com/office/powerpoint/2010/main" val="17030785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40CB6-A1E6-4FF1-4087-6A21896FF3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DDC0CB-F6A7-1FA6-CB10-AF4EC661077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256D5B5-788D-0329-DAE1-6D24502E2F88}"/>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46183D1D-7C78-2E2E-455F-488411DF1BBF}"/>
              </a:ext>
            </a:extLst>
          </p:cNvPr>
          <p:cNvSpPr>
            <a:spLocks noGrp="1"/>
          </p:cNvSpPr>
          <p:nvPr>
            <p:ph type="sldNum" sz="quarter" idx="5"/>
          </p:nvPr>
        </p:nvSpPr>
        <p:spPr/>
        <p:txBody>
          <a:bodyPr/>
          <a:lstStyle/>
          <a:p>
            <a:fld id="{3193E0E7-BB5F-4064-BC26-4B7D8D3FA9BD}" type="slidenum">
              <a:rPr lang="zh-CN" altLang="en-US" smtClean="0"/>
              <a:t>10</a:t>
            </a:fld>
            <a:endParaRPr lang="zh-CN" altLang="en-US"/>
          </a:p>
        </p:txBody>
      </p:sp>
    </p:spTree>
    <p:extLst>
      <p:ext uri="{BB962C8B-B14F-4D97-AF65-F5344CB8AC3E}">
        <p14:creationId xmlns:p14="http://schemas.microsoft.com/office/powerpoint/2010/main" val="24954235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BB0CA-A4D3-182E-CE04-BA9AF1448E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1F3C3E-CAEE-AFCE-EFE2-A63EEC292F9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C97B36-D55F-CDB0-0EF1-2C9576D2525F}"/>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22131E67-145E-1C79-449C-28EC718F4DDA}"/>
              </a:ext>
            </a:extLst>
          </p:cNvPr>
          <p:cNvSpPr>
            <a:spLocks noGrp="1"/>
          </p:cNvSpPr>
          <p:nvPr>
            <p:ph type="sldNum" sz="quarter" idx="5"/>
          </p:nvPr>
        </p:nvSpPr>
        <p:spPr/>
        <p:txBody>
          <a:bodyPr/>
          <a:lstStyle/>
          <a:p>
            <a:fld id="{3193E0E7-BB5F-4064-BC26-4B7D8D3FA9BD}" type="slidenum">
              <a:rPr lang="zh-CN" altLang="en-US" smtClean="0"/>
              <a:t>11</a:t>
            </a:fld>
            <a:endParaRPr lang="zh-CN" altLang="en-US"/>
          </a:p>
        </p:txBody>
      </p:sp>
    </p:spTree>
    <p:extLst>
      <p:ext uri="{BB962C8B-B14F-4D97-AF65-F5344CB8AC3E}">
        <p14:creationId xmlns:p14="http://schemas.microsoft.com/office/powerpoint/2010/main" val="33518622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3C8EF-6E93-0F08-E3C3-5126A0467A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468FE5-64AD-5A8B-D532-A164A7ECA7F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983C222-C684-D2B7-C78E-C630FDE57678}"/>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8B2DFBD7-8269-4F40-33ED-31EDE4924F00}"/>
              </a:ext>
            </a:extLst>
          </p:cNvPr>
          <p:cNvSpPr>
            <a:spLocks noGrp="1"/>
          </p:cNvSpPr>
          <p:nvPr>
            <p:ph type="sldNum" sz="quarter" idx="5"/>
          </p:nvPr>
        </p:nvSpPr>
        <p:spPr/>
        <p:txBody>
          <a:bodyPr/>
          <a:lstStyle/>
          <a:p>
            <a:fld id="{3193E0E7-BB5F-4064-BC26-4B7D8D3FA9BD}" type="slidenum">
              <a:rPr lang="zh-CN" altLang="en-US" smtClean="0"/>
              <a:t>12</a:t>
            </a:fld>
            <a:endParaRPr lang="zh-CN" altLang="en-US"/>
          </a:p>
        </p:txBody>
      </p:sp>
    </p:spTree>
    <p:extLst>
      <p:ext uri="{BB962C8B-B14F-4D97-AF65-F5344CB8AC3E}">
        <p14:creationId xmlns:p14="http://schemas.microsoft.com/office/powerpoint/2010/main" val="26308656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E5590-4C62-B1BF-D905-9548E14417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DD2051-362F-AB1E-13B8-99D246B4244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87B66B-0742-BBDA-1C7D-C119E7FE3A1B}"/>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A20B65A4-D9F5-BAA6-5F85-363BBC0D4DB8}"/>
              </a:ext>
            </a:extLst>
          </p:cNvPr>
          <p:cNvSpPr>
            <a:spLocks noGrp="1"/>
          </p:cNvSpPr>
          <p:nvPr>
            <p:ph type="sldNum" sz="quarter" idx="5"/>
          </p:nvPr>
        </p:nvSpPr>
        <p:spPr/>
        <p:txBody>
          <a:bodyPr/>
          <a:lstStyle/>
          <a:p>
            <a:fld id="{3193E0E7-BB5F-4064-BC26-4B7D8D3FA9BD}" type="slidenum">
              <a:rPr lang="zh-CN" altLang="en-US" smtClean="0"/>
              <a:t>13</a:t>
            </a:fld>
            <a:endParaRPr lang="zh-CN" altLang="en-US"/>
          </a:p>
        </p:txBody>
      </p:sp>
    </p:spTree>
    <p:extLst>
      <p:ext uri="{BB962C8B-B14F-4D97-AF65-F5344CB8AC3E}">
        <p14:creationId xmlns:p14="http://schemas.microsoft.com/office/powerpoint/2010/main" val="3384010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90154-E97D-80BA-8C08-590F7324F12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53792D6-03AA-04B3-706C-8443CF32623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9057DC9-F5C9-0083-5E5A-250CFAFE4643}"/>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4F9AF641-3879-905E-E0B0-7867E33F0873}"/>
              </a:ext>
            </a:extLst>
          </p:cNvPr>
          <p:cNvSpPr>
            <a:spLocks noGrp="1"/>
          </p:cNvSpPr>
          <p:nvPr>
            <p:ph type="sldNum" sz="quarter" idx="5"/>
          </p:nvPr>
        </p:nvSpPr>
        <p:spPr/>
        <p:txBody>
          <a:bodyPr/>
          <a:lstStyle/>
          <a:p>
            <a:fld id="{3193E0E7-BB5F-4064-BC26-4B7D8D3FA9BD}" type="slidenum">
              <a:rPr lang="zh-CN" altLang="en-US" smtClean="0"/>
              <a:t>14</a:t>
            </a:fld>
            <a:endParaRPr lang="zh-CN" altLang="en-US"/>
          </a:p>
        </p:txBody>
      </p:sp>
    </p:spTree>
    <p:extLst>
      <p:ext uri="{BB962C8B-B14F-4D97-AF65-F5344CB8AC3E}">
        <p14:creationId xmlns:p14="http://schemas.microsoft.com/office/powerpoint/2010/main" val="12804624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8EB4C-D276-489A-E45F-C2F40B0359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829FA5-8F41-F2A9-757C-CFB4C42294A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89E23EA-C4D1-5171-B846-A7F3402965B6}"/>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6D96416D-305F-B98B-A909-266C0B8ED072}"/>
              </a:ext>
            </a:extLst>
          </p:cNvPr>
          <p:cNvSpPr>
            <a:spLocks noGrp="1"/>
          </p:cNvSpPr>
          <p:nvPr>
            <p:ph type="sldNum" sz="quarter" idx="5"/>
          </p:nvPr>
        </p:nvSpPr>
        <p:spPr/>
        <p:txBody>
          <a:bodyPr/>
          <a:lstStyle/>
          <a:p>
            <a:fld id="{3193E0E7-BB5F-4064-BC26-4B7D8D3FA9BD}" type="slidenum">
              <a:rPr lang="zh-CN" altLang="en-US" smtClean="0"/>
              <a:t>15</a:t>
            </a:fld>
            <a:endParaRPr lang="zh-CN" altLang="en-US"/>
          </a:p>
        </p:txBody>
      </p:sp>
    </p:spTree>
    <p:extLst>
      <p:ext uri="{BB962C8B-B14F-4D97-AF65-F5344CB8AC3E}">
        <p14:creationId xmlns:p14="http://schemas.microsoft.com/office/powerpoint/2010/main" val="2391398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7A2A2-B87A-D529-2449-18962600954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4C6019-4ECA-E12F-B85F-8C9AAAAE99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88D5D3-ABE3-141B-1E7B-74A8B3DB2BA2}"/>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A8B9AE99-6639-FD34-AF2F-59ED6AC813C2}"/>
              </a:ext>
            </a:extLst>
          </p:cNvPr>
          <p:cNvSpPr>
            <a:spLocks noGrp="1"/>
          </p:cNvSpPr>
          <p:nvPr>
            <p:ph type="sldNum" sz="quarter" idx="5"/>
          </p:nvPr>
        </p:nvSpPr>
        <p:spPr/>
        <p:txBody>
          <a:bodyPr/>
          <a:lstStyle/>
          <a:p>
            <a:fld id="{3193E0E7-BB5F-4064-BC26-4B7D8D3FA9BD}" type="slidenum">
              <a:rPr lang="zh-CN" altLang="en-US" smtClean="0"/>
              <a:t>16</a:t>
            </a:fld>
            <a:endParaRPr lang="zh-CN" altLang="en-US"/>
          </a:p>
        </p:txBody>
      </p:sp>
    </p:spTree>
    <p:extLst>
      <p:ext uri="{BB962C8B-B14F-4D97-AF65-F5344CB8AC3E}">
        <p14:creationId xmlns:p14="http://schemas.microsoft.com/office/powerpoint/2010/main" val="30567494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457AF-9DBB-9496-206D-AFF53F689D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6C3BBF-FFBA-E532-57D6-0BA442A98CA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AED8832-9EB6-2769-6A7A-1548D605ED19}"/>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2D0A7E55-F23D-2DDC-F739-D9BF36B71816}"/>
              </a:ext>
            </a:extLst>
          </p:cNvPr>
          <p:cNvSpPr>
            <a:spLocks noGrp="1"/>
          </p:cNvSpPr>
          <p:nvPr>
            <p:ph type="sldNum" sz="quarter" idx="5"/>
          </p:nvPr>
        </p:nvSpPr>
        <p:spPr/>
        <p:txBody>
          <a:bodyPr/>
          <a:lstStyle/>
          <a:p>
            <a:fld id="{3193E0E7-BB5F-4064-BC26-4B7D8D3FA9BD}" type="slidenum">
              <a:rPr lang="zh-CN" altLang="en-US" smtClean="0"/>
              <a:t>17</a:t>
            </a:fld>
            <a:endParaRPr lang="zh-CN" altLang="en-US"/>
          </a:p>
        </p:txBody>
      </p:sp>
    </p:spTree>
    <p:extLst>
      <p:ext uri="{BB962C8B-B14F-4D97-AF65-F5344CB8AC3E}">
        <p14:creationId xmlns:p14="http://schemas.microsoft.com/office/powerpoint/2010/main" val="11613231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A44E7-433D-D253-2AE1-235F8689494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8666D3-F1B4-6B50-1BCE-027AB280D77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949D47-701A-C3AD-1CC3-D7FE39C1D01B}"/>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2503370F-25CA-CB52-DC86-171F9ED1D450}"/>
              </a:ext>
            </a:extLst>
          </p:cNvPr>
          <p:cNvSpPr>
            <a:spLocks noGrp="1"/>
          </p:cNvSpPr>
          <p:nvPr>
            <p:ph type="sldNum" sz="quarter" idx="5"/>
          </p:nvPr>
        </p:nvSpPr>
        <p:spPr/>
        <p:txBody>
          <a:bodyPr/>
          <a:lstStyle/>
          <a:p>
            <a:fld id="{3193E0E7-BB5F-4064-BC26-4B7D8D3FA9BD}" type="slidenum">
              <a:rPr lang="zh-CN" altLang="en-US" smtClean="0"/>
              <a:t>18</a:t>
            </a:fld>
            <a:endParaRPr lang="zh-CN" altLang="en-US"/>
          </a:p>
        </p:txBody>
      </p:sp>
    </p:spTree>
    <p:extLst>
      <p:ext uri="{BB962C8B-B14F-4D97-AF65-F5344CB8AC3E}">
        <p14:creationId xmlns:p14="http://schemas.microsoft.com/office/powerpoint/2010/main" val="11968421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66A2A-0885-0483-B4DD-D2BCD3E604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104DE6-938B-69E0-A391-A4E868AE4A1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19096ED-C7A9-54AF-459B-492AAEB8D915}"/>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D19CFC6E-A7F2-B3E4-CF6D-90E1192152FC}"/>
              </a:ext>
            </a:extLst>
          </p:cNvPr>
          <p:cNvSpPr>
            <a:spLocks noGrp="1"/>
          </p:cNvSpPr>
          <p:nvPr>
            <p:ph type="sldNum" sz="quarter" idx="5"/>
          </p:nvPr>
        </p:nvSpPr>
        <p:spPr/>
        <p:txBody>
          <a:bodyPr/>
          <a:lstStyle/>
          <a:p>
            <a:fld id="{3193E0E7-BB5F-4064-BC26-4B7D8D3FA9BD}" type="slidenum">
              <a:rPr lang="zh-CN" altLang="en-US" smtClean="0"/>
              <a:t>19</a:t>
            </a:fld>
            <a:endParaRPr lang="zh-CN" altLang="en-US"/>
          </a:p>
        </p:txBody>
      </p:sp>
    </p:spTree>
    <p:extLst>
      <p:ext uri="{BB962C8B-B14F-4D97-AF65-F5344CB8AC3E}">
        <p14:creationId xmlns:p14="http://schemas.microsoft.com/office/powerpoint/2010/main" val="2413005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D5DD5B-3632-4BC4-B689-8A4275BAC4A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F66A93A-0014-4E0D-B537-476290276E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4022540-C564-4888-89F8-D081037D28C0}"/>
              </a:ext>
            </a:extLst>
          </p:cNvPr>
          <p:cNvSpPr>
            <a:spLocks noGrp="1"/>
          </p:cNvSpPr>
          <p:nvPr>
            <p:ph type="dt" sz="half" idx="10"/>
          </p:nvPr>
        </p:nvSpPr>
        <p:spPr/>
        <p:txBody>
          <a:bodyPr/>
          <a:lstStyle/>
          <a:p>
            <a:fld id="{7D2C770E-13AA-4A79-B8C8-2A18B65E8167}" type="datetimeFigureOut">
              <a:rPr lang="zh-CN" altLang="en-US" smtClean="0"/>
              <a:t>2026/4/20</a:t>
            </a:fld>
            <a:endParaRPr lang="zh-CN" altLang="en-US"/>
          </a:p>
        </p:txBody>
      </p:sp>
      <p:sp>
        <p:nvSpPr>
          <p:cNvPr id="5" name="页脚占位符 4">
            <a:extLst>
              <a:ext uri="{FF2B5EF4-FFF2-40B4-BE49-F238E27FC236}">
                <a16:creationId xmlns:a16="http://schemas.microsoft.com/office/drawing/2014/main" id="{68A61E4C-DFB8-451B-9A56-376E9174CB5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3B96781-35E8-4F41-AE56-79321C5E12A3}"/>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3867485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60E013-336A-47DB-AB54-EB8DF9B961D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FD918D2-2E6E-4574-BD2C-8E99CF7CDFE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7A4EF4C-D25F-40C0-9DC8-8F21DA319EBB}"/>
              </a:ext>
            </a:extLst>
          </p:cNvPr>
          <p:cNvSpPr>
            <a:spLocks noGrp="1"/>
          </p:cNvSpPr>
          <p:nvPr>
            <p:ph type="dt" sz="half" idx="10"/>
          </p:nvPr>
        </p:nvSpPr>
        <p:spPr/>
        <p:txBody>
          <a:bodyPr/>
          <a:lstStyle/>
          <a:p>
            <a:fld id="{7D2C770E-13AA-4A79-B8C8-2A18B65E8167}" type="datetimeFigureOut">
              <a:rPr lang="zh-CN" altLang="en-US" smtClean="0"/>
              <a:t>2026/4/20</a:t>
            </a:fld>
            <a:endParaRPr lang="zh-CN" altLang="en-US"/>
          </a:p>
        </p:txBody>
      </p:sp>
      <p:sp>
        <p:nvSpPr>
          <p:cNvPr id="5" name="页脚占位符 4">
            <a:extLst>
              <a:ext uri="{FF2B5EF4-FFF2-40B4-BE49-F238E27FC236}">
                <a16:creationId xmlns:a16="http://schemas.microsoft.com/office/drawing/2014/main" id="{CC04F129-0348-40A6-B554-B76EBE0F945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CA28468-717D-4D78-B3AB-02A19A320719}"/>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1972361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14F0AB-C798-410C-890E-22805158D8B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EB14989-0010-409B-AF55-F0AFC577AD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8FF39D8-03D3-4D20-8ABE-CF9FECF17CAF}"/>
              </a:ext>
            </a:extLst>
          </p:cNvPr>
          <p:cNvSpPr>
            <a:spLocks noGrp="1"/>
          </p:cNvSpPr>
          <p:nvPr>
            <p:ph type="dt" sz="half" idx="10"/>
          </p:nvPr>
        </p:nvSpPr>
        <p:spPr/>
        <p:txBody>
          <a:bodyPr/>
          <a:lstStyle/>
          <a:p>
            <a:fld id="{7D2C770E-13AA-4A79-B8C8-2A18B65E8167}" type="datetimeFigureOut">
              <a:rPr lang="zh-CN" altLang="en-US" smtClean="0"/>
              <a:t>2026/4/20</a:t>
            </a:fld>
            <a:endParaRPr lang="zh-CN" altLang="en-US"/>
          </a:p>
        </p:txBody>
      </p:sp>
      <p:sp>
        <p:nvSpPr>
          <p:cNvPr id="5" name="页脚占位符 4">
            <a:extLst>
              <a:ext uri="{FF2B5EF4-FFF2-40B4-BE49-F238E27FC236}">
                <a16:creationId xmlns:a16="http://schemas.microsoft.com/office/drawing/2014/main" id="{2078E675-0358-4183-A84A-0CC08219508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E3B1C11-7D54-4F56-814B-5A8D8BBE9C88}"/>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372893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450F09-E2C5-4566-8453-4722669417E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529563B-E8F7-49E8-A3C0-39AE54D39F5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B246967-79D7-417E-B839-D29055B8738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09FF5F4-9D1E-419C-B0D9-A276FAC24181}"/>
              </a:ext>
            </a:extLst>
          </p:cNvPr>
          <p:cNvSpPr>
            <a:spLocks noGrp="1"/>
          </p:cNvSpPr>
          <p:nvPr>
            <p:ph type="dt" sz="half" idx="10"/>
          </p:nvPr>
        </p:nvSpPr>
        <p:spPr/>
        <p:txBody>
          <a:bodyPr/>
          <a:lstStyle/>
          <a:p>
            <a:fld id="{7D2C770E-13AA-4A79-B8C8-2A18B65E8167}" type="datetimeFigureOut">
              <a:rPr lang="zh-CN" altLang="en-US" smtClean="0"/>
              <a:t>2026/4/20</a:t>
            </a:fld>
            <a:endParaRPr lang="zh-CN" altLang="en-US"/>
          </a:p>
        </p:txBody>
      </p:sp>
      <p:sp>
        <p:nvSpPr>
          <p:cNvPr id="6" name="页脚占位符 5">
            <a:extLst>
              <a:ext uri="{FF2B5EF4-FFF2-40B4-BE49-F238E27FC236}">
                <a16:creationId xmlns:a16="http://schemas.microsoft.com/office/drawing/2014/main" id="{0D91D391-EC7B-4A06-912B-26D7056A740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65D30AA-64E7-49F5-B629-A2580879F5D1}"/>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257460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735B81-9DA0-4DC0-8C45-1CF3C4727D2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BF1691D-2284-4701-A65B-4E6E83CF57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9625A60-67D0-450D-A013-6C7815A3C6C9}"/>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318B797-952F-4B83-A275-D66006BA93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B38CDA9-41AB-4E9F-BA66-24D0F9D861D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23D4DAF-8922-4F60-BBDB-5114070840D6}"/>
              </a:ext>
            </a:extLst>
          </p:cNvPr>
          <p:cNvSpPr>
            <a:spLocks noGrp="1"/>
          </p:cNvSpPr>
          <p:nvPr>
            <p:ph type="dt" sz="half" idx="10"/>
          </p:nvPr>
        </p:nvSpPr>
        <p:spPr/>
        <p:txBody>
          <a:bodyPr/>
          <a:lstStyle/>
          <a:p>
            <a:fld id="{7D2C770E-13AA-4A79-B8C8-2A18B65E8167}" type="datetimeFigureOut">
              <a:rPr lang="zh-CN" altLang="en-US" smtClean="0"/>
              <a:t>2026/4/20</a:t>
            </a:fld>
            <a:endParaRPr lang="zh-CN" altLang="en-US"/>
          </a:p>
        </p:txBody>
      </p:sp>
      <p:sp>
        <p:nvSpPr>
          <p:cNvPr id="8" name="页脚占位符 7">
            <a:extLst>
              <a:ext uri="{FF2B5EF4-FFF2-40B4-BE49-F238E27FC236}">
                <a16:creationId xmlns:a16="http://schemas.microsoft.com/office/drawing/2014/main" id="{42042318-0D9B-4713-871F-AAD12AE4EB2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3F56857-CD00-446D-8FF3-BB44B9854D5F}"/>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1275092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D3A6A0-64D1-405D-815E-CF964E9CA78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6D9B7CD-521A-42B4-8F49-5F1889CA1DBB}"/>
              </a:ext>
            </a:extLst>
          </p:cNvPr>
          <p:cNvSpPr>
            <a:spLocks noGrp="1"/>
          </p:cNvSpPr>
          <p:nvPr>
            <p:ph type="dt" sz="half" idx="10"/>
          </p:nvPr>
        </p:nvSpPr>
        <p:spPr/>
        <p:txBody>
          <a:bodyPr/>
          <a:lstStyle/>
          <a:p>
            <a:fld id="{7D2C770E-13AA-4A79-B8C8-2A18B65E8167}" type="datetimeFigureOut">
              <a:rPr lang="zh-CN" altLang="en-US" smtClean="0"/>
              <a:t>2026/4/20</a:t>
            </a:fld>
            <a:endParaRPr lang="zh-CN" altLang="en-US"/>
          </a:p>
        </p:txBody>
      </p:sp>
      <p:sp>
        <p:nvSpPr>
          <p:cNvPr id="4" name="页脚占位符 3">
            <a:extLst>
              <a:ext uri="{FF2B5EF4-FFF2-40B4-BE49-F238E27FC236}">
                <a16:creationId xmlns:a16="http://schemas.microsoft.com/office/drawing/2014/main" id="{85D389E1-360E-49E0-86DC-8305CE5840B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E900652-905E-4422-90E4-3B62FEABE800}"/>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3750880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7981572-FBF2-4D06-89E8-6730107155E4}"/>
              </a:ext>
            </a:extLst>
          </p:cNvPr>
          <p:cNvSpPr>
            <a:spLocks noGrp="1"/>
          </p:cNvSpPr>
          <p:nvPr>
            <p:ph type="dt" sz="half" idx="10"/>
          </p:nvPr>
        </p:nvSpPr>
        <p:spPr/>
        <p:txBody>
          <a:bodyPr/>
          <a:lstStyle/>
          <a:p>
            <a:fld id="{7D2C770E-13AA-4A79-B8C8-2A18B65E8167}" type="datetimeFigureOut">
              <a:rPr lang="zh-CN" altLang="en-US" smtClean="0"/>
              <a:t>2026/4/20</a:t>
            </a:fld>
            <a:endParaRPr lang="zh-CN" altLang="en-US"/>
          </a:p>
        </p:txBody>
      </p:sp>
      <p:sp>
        <p:nvSpPr>
          <p:cNvPr id="3" name="页脚占位符 2">
            <a:extLst>
              <a:ext uri="{FF2B5EF4-FFF2-40B4-BE49-F238E27FC236}">
                <a16:creationId xmlns:a16="http://schemas.microsoft.com/office/drawing/2014/main" id="{CEF072BC-3A29-4796-B1BD-A979F37EAED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0B11085-D88C-4218-8CEE-2A4287B267B3}"/>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2551926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005408-8A77-4768-9930-1F05761E60A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CE138FA-53C8-40CD-AD47-955D8D23E0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5798EFE-50FC-41DA-BDEB-C9670A951E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7EE4022-5219-471D-9806-6F12F5D235F1}"/>
              </a:ext>
            </a:extLst>
          </p:cNvPr>
          <p:cNvSpPr>
            <a:spLocks noGrp="1"/>
          </p:cNvSpPr>
          <p:nvPr>
            <p:ph type="dt" sz="half" idx="10"/>
          </p:nvPr>
        </p:nvSpPr>
        <p:spPr/>
        <p:txBody>
          <a:bodyPr/>
          <a:lstStyle/>
          <a:p>
            <a:fld id="{7D2C770E-13AA-4A79-B8C8-2A18B65E8167}" type="datetimeFigureOut">
              <a:rPr lang="zh-CN" altLang="en-US" smtClean="0"/>
              <a:t>2026/4/20</a:t>
            </a:fld>
            <a:endParaRPr lang="zh-CN" altLang="en-US"/>
          </a:p>
        </p:txBody>
      </p:sp>
      <p:sp>
        <p:nvSpPr>
          <p:cNvPr id="6" name="页脚占位符 5">
            <a:extLst>
              <a:ext uri="{FF2B5EF4-FFF2-40B4-BE49-F238E27FC236}">
                <a16:creationId xmlns:a16="http://schemas.microsoft.com/office/drawing/2014/main" id="{170749DC-8E95-4144-BCE9-7C9F79EE4FC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8C1FB54-1A75-48EB-8374-823ED87E2754}"/>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2734633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615075-6615-45E8-B342-3794C3D47DF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729DD63-803E-4E6B-9A5C-B7BE665BCC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FA07730-824E-4A46-9360-79508547F5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B1F47B6-A53C-4424-9EBF-52A1019E3D97}"/>
              </a:ext>
            </a:extLst>
          </p:cNvPr>
          <p:cNvSpPr>
            <a:spLocks noGrp="1"/>
          </p:cNvSpPr>
          <p:nvPr>
            <p:ph type="dt" sz="half" idx="10"/>
          </p:nvPr>
        </p:nvSpPr>
        <p:spPr/>
        <p:txBody>
          <a:bodyPr/>
          <a:lstStyle/>
          <a:p>
            <a:fld id="{7D2C770E-13AA-4A79-B8C8-2A18B65E8167}" type="datetimeFigureOut">
              <a:rPr lang="zh-CN" altLang="en-US" smtClean="0"/>
              <a:t>2026/4/20</a:t>
            </a:fld>
            <a:endParaRPr lang="zh-CN" altLang="en-US"/>
          </a:p>
        </p:txBody>
      </p:sp>
      <p:sp>
        <p:nvSpPr>
          <p:cNvPr id="6" name="页脚占位符 5">
            <a:extLst>
              <a:ext uri="{FF2B5EF4-FFF2-40B4-BE49-F238E27FC236}">
                <a16:creationId xmlns:a16="http://schemas.microsoft.com/office/drawing/2014/main" id="{1D39D5AE-62E7-4635-84E1-AE23A73B2BC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D204097-1E85-40EE-AB41-23FFE6731AF1}"/>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1574749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14E124-7F74-44AE-AB96-9754D980E50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A4C6D48-4522-41DA-8DA2-BE3510D28AB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35367F0-E97A-43D0-9CA2-A95C963ED068}"/>
              </a:ext>
            </a:extLst>
          </p:cNvPr>
          <p:cNvSpPr>
            <a:spLocks noGrp="1"/>
          </p:cNvSpPr>
          <p:nvPr>
            <p:ph type="dt" sz="half" idx="10"/>
          </p:nvPr>
        </p:nvSpPr>
        <p:spPr/>
        <p:txBody>
          <a:bodyPr/>
          <a:lstStyle/>
          <a:p>
            <a:fld id="{7D2C770E-13AA-4A79-B8C8-2A18B65E8167}" type="datetimeFigureOut">
              <a:rPr lang="zh-CN" altLang="en-US" smtClean="0"/>
              <a:t>2026/4/20</a:t>
            </a:fld>
            <a:endParaRPr lang="zh-CN" altLang="en-US"/>
          </a:p>
        </p:txBody>
      </p:sp>
      <p:sp>
        <p:nvSpPr>
          <p:cNvPr id="5" name="页脚占位符 4">
            <a:extLst>
              <a:ext uri="{FF2B5EF4-FFF2-40B4-BE49-F238E27FC236}">
                <a16:creationId xmlns:a16="http://schemas.microsoft.com/office/drawing/2014/main" id="{917D4DF0-9DE0-472F-AD20-8CEAFE3225D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4C30D02-A685-4974-8B7A-646563B9ADB3}"/>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5322784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71AF38B-7522-4D3D-8784-A7664187421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98679BA-E2ED-482B-8BCC-9919AFED314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94173E1-1C86-401D-BEF9-2621A67697D2}"/>
              </a:ext>
            </a:extLst>
          </p:cNvPr>
          <p:cNvSpPr>
            <a:spLocks noGrp="1"/>
          </p:cNvSpPr>
          <p:nvPr>
            <p:ph type="dt" sz="half" idx="10"/>
          </p:nvPr>
        </p:nvSpPr>
        <p:spPr/>
        <p:txBody>
          <a:bodyPr/>
          <a:lstStyle/>
          <a:p>
            <a:fld id="{7D2C770E-13AA-4A79-B8C8-2A18B65E8167}" type="datetimeFigureOut">
              <a:rPr lang="zh-CN" altLang="en-US" smtClean="0"/>
              <a:t>2026/4/20</a:t>
            </a:fld>
            <a:endParaRPr lang="zh-CN" altLang="en-US"/>
          </a:p>
        </p:txBody>
      </p:sp>
      <p:sp>
        <p:nvSpPr>
          <p:cNvPr id="5" name="页脚占位符 4">
            <a:extLst>
              <a:ext uri="{FF2B5EF4-FFF2-40B4-BE49-F238E27FC236}">
                <a16:creationId xmlns:a16="http://schemas.microsoft.com/office/drawing/2014/main" id="{C752E938-4694-4306-9812-95C4206B878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09CB015-3BFD-4525-B690-EBE17A4C4B06}"/>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1885147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FA6324C-D2A9-479C-BC42-6F480DC007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0EAD3A1-DC82-4288-BDC9-0999D37AA8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F1670C0-9609-4F16-AB12-300D2031B6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2C770E-13AA-4A79-B8C8-2A18B65E8167}" type="datetimeFigureOut">
              <a:rPr lang="zh-CN" altLang="en-US" smtClean="0"/>
              <a:t>2026/4/20</a:t>
            </a:fld>
            <a:endParaRPr lang="zh-CN" altLang="en-US"/>
          </a:p>
        </p:txBody>
      </p:sp>
      <p:sp>
        <p:nvSpPr>
          <p:cNvPr id="5" name="页脚占位符 4">
            <a:extLst>
              <a:ext uri="{FF2B5EF4-FFF2-40B4-BE49-F238E27FC236}">
                <a16:creationId xmlns:a16="http://schemas.microsoft.com/office/drawing/2014/main" id="{DA54369A-ADDC-4C94-AECC-2830F5539F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C774A69-3D58-4E0D-923D-8070BC8778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2765468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75A39D94-2217-4282-AA7F-1C12050738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663" y="4395515"/>
            <a:ext cx="3704252" cy="2462485"/>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9F061515-AF7C-4FA4-8D47-56C3796E6ACC}"/>
              </a:ext>
            </a:extLst>
          </p:cNvPr>
          <p:cNvSpPr txBox="1"/>
          <p:nvPr/>
        </p:nvSpPr>
        <p:spPr>
          <a:xfrm>
            <a:off x="897616" y="2462485"/>
            <a:ext cx="10430633" cy="1200329"/>
          </a:xfrm>
          <a:prstGeom prst="rect">
            <a:avLst/>
          </a:prstGeom>
          <a:noFill/>
        </p:spPr>
        <p:txBody>
          <a:bodyPr wrap="square" rtlCol="0">
            <a:spAutoFit/>
          </a:bodyPr>
          <a:lstStyle/>
          <a:p>
            <a:pPr algn="ctr"/>
            <a:r>
              <a:rPr lang="zh-CN" altLang="en-US" sz="3600" b="1" dirty="0">
                <a:solidFill>
                  <a:srgbClr val="274FA2"/>
                </a:solidFill>
                <a:latin typeface="Times New Roman" panose="02020603050405020304" pitchFamily="18" charset="0"/>
                <a:ea typeface="宋体" panose="02010600030101010101" pitchFamily="2" charset="-122"/>
                <a:cs typeface="Times New Roman" panose="02020603050405020304" pitchFamily="18" charset="0"/>
              </a:rPr>
              <a:t>粒子群优化算法（</a:t>
            </a:r>
            <a:r>
              <a:rPr lang="en-US" altLang="zh-CN" sz="3600" b="1" dirty="0">
                <a:solidFill>
                  <a:srgbClr val="274FA2"/>
                </a:solidFill>
                <a:latin typeface="Times New Roman" panose="02020603050405020304" pitchFamily="18" charset="0"/>
                <a:ea typeface="宋体" panose="02010600030101010101" pitchFamily="2" charset="-122"/>
                <a:cs typeface="Times New Roman" panose="02020603050405020304" pitchFamily="18" charset="0"/>
              </a:rPr>
              <a:t>PSO</a:t>
            </a:r>
            <a:r>
              <a:rPr lang="zh-CN" altLang="en-US" sz="3600" b="1" dirty="0">
                <a:solidFill>
                  <a:srgbClr val="274FA2"/>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3600" b="1" dirty="0">
              <a:solidFill>
                <a:srgbClr val="274FA2"/>
              </a:solidFill>
              <a:latin typeface="Times New Roman" panose="02020603050405020304" pitchFamily="18" charset="0"/>
              <a:ea typeface="宋体" panose="02010600030101010101" pitchFamily="2" charset="-122"/>
              <a:cs typeface="Times New Roman" panose="02020603050405020304" pitchFamily="18" charset="0"/>
            </a:endParaRPr>
          </a:p>
          <a:p>
            <a:pPr algn="ctr"/>
            <a:r>
              <a:rPr lang="zh-CN" altLang="en-US" sz="3600" b="1" dirty="0">
                <a:solidFill>
                  <a:srgbClr val="274FA2"/>
                </a:solidFill>
                <a:latin typeface="Times New Roman" panose="02020603050405020304" pitchFamily="18" charset="0"/>
                <a:ea typeface="宋体" panose="02010600030101010101" pitchFamily="2" charset="-122"/>
                <a:cs typeface="Times New Roman" panose="02020603050405020304" pitchFamily="18" charset="0"/>
              </a:rPr>
              <a:t>及其在医学人工智能领域的应用</a:t>
            </a:r>
            <a:endParaRPr lang="en-US" altLang="zh-CN" sz="3600" b="1" dirty="0">
              <a:solidFill>
                <a:srgbClr val="274FA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矩形 5">
            <a:extLst>
              <a:ext uri="{FF2B5EF4-FFF2-40B4-BE49-F238E27FC236}">
                <a16:creationId xmlns:a16="http://schemas.microsoft.com/office/drawing/2014/main" id="{00E3F76F-DADD-4144-BAD1-96DF1503D27E}"/>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pic>
        <p:nvPicPr>
          <p:cNvPr id="8" name="图片 7">
            <a:extLst>
              <a:ext uri="{FF2B5EF4-FFF2-40B4-BE49-F238E27FC236}">
                <a16:creationId xmlns:a16="http://schemas.microsoft.com/office/drawing/2014/main" id="{7338F8CD-5CED-4A79-8F87-2A08F59C2C5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10">
            <a:extLst>
              <a:ext uri="{FF2B5EF4-FFF2-40B4-BE49-F238E27FC236}">
                <a16:creationId xmlns:a16="http://schemas.microsoft.com/office/drawing/2014/main" id="{FA26E635-BFF3-4C75-AE68-325A331DB7D0}"/>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1B71157F-88F8-4C3C-A592-CB30BB9724C0}"/>
              </a:ext>
            </a:extLst>
          </p:cNvPr>
          <p:cNvSpPr txBox="1"/>
          <p:nvPr/>
        </p:nvSpPr>
        <p:spPr>
          <a:xfrm>
            <a:off x="4445223" y="3970402"/>
            <a:ext cx="3451131" cy="954107"/>
          </a:xfrm>
          <a:prstGeom prst="rect">
            <a:avLst/>
          </a:prstGeom>
          <a:noFill/>
        </p:spPr>
        <p:txBody>
          <a:bodyPr wrap="square" rtlCol="0">
            <a:spAutoFit/>
          </a:bodyPr>
          <a:lstStyle/>
          <a:p>
            <a:pPr algn="ctr"/>
            <a:r>
              <a:rPr lang="zh-CN" altLang="en-US" sz="2800" dirty="0">
                <a:solidFill>
                  <a:srgbClr val="274FA2"/>
                </a:solidFill>
                <a:latin typeface="Times New Roman" panose="02020603050405020304" pitchFamily="18" charset="0"/>
                <a:ea typeface="宋体" panose="02010600030101010101" pitchFamily="2" charset="-122"/>
                <a:cs typeface="Times New Roman" panose="02020603050405020304" pitchFamily="18" charset="0"/>
              </a:rPr>
              <a:t>王保群</a:t>
            </a:r>
            <a:endParaRPr lang="en-US" altLang="zh-CN" sz="2800" dirty="0">
              <a:solidFill>
                <a:srgbClr val="274FA2"/>
              </a:solidFill>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sz="2800" dirty="0">
                <a:solidFill>
                  <a:srgbClr val="274FA2"/>
                </a:solidFill>
                <a:latin typeface="Times New Roman" panose="02020603050405020304" pitchFamily="18" charset="0"/>
                <a:ea typeface="宋体" panose="02010600030101010101" pitchFamily="2" charset="-122"/>
                <a:cs typeface="Times New Roman" panose="02020603050405020304" pitchFamily="18" charset="0"/>
              </a:rPr>
              <a:t>2026.04.23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7">
            <a:extLst>
              <a:ext uri="{FF2B5EF4-FFF2-40B4-BE49-F238E27FC236}">
                <a16:creationId xmlns:a16="http://schemas.microsoft.com/office/drawing/2014/main" id="{665FC26F-6AFB-471B-939F-00FA84FCC06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21345A0D-B523-4567-8575-7A396846E8EC}"/>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1031845D-5D1D-470D-91F6-38256B322756}"/>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D7DA4BBD-CE23-4A97-9E52-C288770EF236}"/>
              </a:ext>
            </a:extLst>
          </p:cNvPr>
          <p:cNvSpPr txBox="1"/>
          <p:nvPr/>
        </p:nvSpPr>
        <p:spPr>
          <a:xfrm>
            <a:off x="563033" y="380664"/>
            <a:ext cx="4866724" cy="523220"/>
          </a:xfrm>
          <a:prstGeom prst="rect">
            <a:avLst/>
          </a:prstGeom>
          <a:noFill/>
        </p:spPr>
        <p:txBody>
          <a:bodyPr wrap="square" rtlCol="0">
            <a:spAutoFit/>
          </a:bodyPr>
          <a:lstStyle/>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PSO</a:t>
            </a:r>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算法起源与特点</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a:extLst>
              <a:ext uri="{FF2B5EF4-FFF2-40B4-BE49-F238E27FC236}">
                <a16:creationId xmlns:a16="http://schemas.microsoft.com/office/drawing/2014/main" id="{060AD184-B8B2-86E8-93CC-390AE9440B00}"/>
              </a:ext>
            </a:extLst>
          </p:cNvPr>
          <p:cNvSpPr txBox="1"/>
          <p:nvPr/>
        </p:nvSpPr>
        <p:spPr>
          <a:xfrm>
            <a:off x="563033" y="859940"/>
            <a:ext cx="10917767" cy="5744842"/>
          </a:xfrm>
          <a:prstGeom prst="rect">
            <a:avLst/>
          </a:prstGeom>
          <a:noFill/>
        </p:spPr>
        <p:txBody>
          <a:bodyPr wrap="square" rtlCol="0">
            <a:spAutoFit/>
          </a:bodyPr>
          <a:lstStyle/>
          <a:p>
            <a:pPr>
              <a:lnSpc>
                <a:spcPct val="150000"/>
              </a:lnSpc>
            </a:pPr>
            <a:r>
              <a:rPr lang="zh-CN" altLang="en-US" sz="2400" b="1" dirty="0">
                <a:latin typeface="宋体" panose="02010600030101010101" pitchFamily="2" charset="-122"/>
                <a:ea typeface="宋体" panose="02010600030101010101" pitchFamily="2" charset="-122"/>
              </a:rPr>
              <a:t>起源：</a:t>
            </a:r>
            <a:endParaRPr lang="en-US" altLang="zh-CN" sz="2400" b="1" dirty="0">
              <a:latin typeface="宋体" panose="02010600030101010101" pitchFamily="2" charset="-122"/>
              <a:ea typeface="宋体" panose="02010600030101010101" pitchFamily="2" charset="-122"/>
            </a:endParaRPr>
          </a:p>
          <a:p>
            <a:pPr>
              <a:lnSpc>
                <a:spcPct val="150000"/>
              </a:lnSpc>
            </a:pPr>
            <a:r>
              <a:rPr lang="en-US" altLang="zh-CN" sz="2000" dirty="0">
                <a:latin typeface="宋体" panose="02010600030101010101" pitchFamily="2" charset="-122"/>
                <a:ea typeface="宋体" panose="02010600030101010101" pitchFamily="2" charset="-122"/>
              </a:rPr>
              <a:t>1995</a:t>
            </a:r>
            <a:r>
              <a:rPr lang="zh-CN" altLang="en-US" sz="2000" dirty="0">
                <a:latin typeface="宋体" panose="02010600030101010101" pitchFamily="2" charset="-122"/>
                <a:ea typeface="宋体" panose="02010600030101010101" pitchFamily="2" charset="-122"/>
              </a:rPr>
              <a:t>年，受到鸟群觅食行为的规律性启发，</a:t>
            </a:r>
            <a:r>
              <a:rPr lang="en-US" altLang="zh-CN" sz="2000" dirty="0">
                <a:latin typeface="宋体" panose="02010600030101010101" pitchFamily="2" charset="-122"/>
                <a:ea typeface="宋体" panose="02010600030101010101" pitchFamily="2" charset="-122"/>
              </a:rPr>
              <a:t>James Kennedy</a:t>
            </a:r>
            <a:r>
              <a:rPr lang="zh-CN" altLang="en-US"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Russell Eberhart</a:t>
            </a:r>
            <a:r>
              <a:rPr lang="zh-CN" altLang="en-US" sz="2000" dirty="0">
                <a:latin typeface="宋体" panose="02010600030101010101" pitchFamily="2" charset="-122"/>
                <a:ea typeface="宋体" panose="02010600030101010101" pitchFamily="2" charset="-122"/>
              </a:rPr>
              <a:t>建立了一个简化算法模型，经过多年改进最终形成了</a:t>
            </a:r>
            <a:r>
              <a:rPr lang="zh-CN" altLang="en-US" sz="2000" dirty="0">
                <a:solidFill>
                  <a:srgbClr val="FF0000"/>
                </a:solidFill>
                <a:latin typeface="宋体" panose="02010600030101010101" pitchFamily="2" charset="-122"/>
                <a:ea typeface="宋体" panose="02010600030101010101" pitchFamily="2" charset="-122"/>
              </a:rPr>
              <a:t>粒子群优化</a:t>
            </a:r>
            <a:r>
              <a:rPr lang="en-US" altLang="zh-CN" sz="2000" dirty="0">
                <a:solidFill>
                  <a:srgbClr val="FF0000"/>
                </a:solidFill>
                <a:latin typeface="宋体" panose="02010600030101010101" pitchFamily="2" charset="-122"/>
                <a:ea typeface="宋体" panose="02010600030101010101" pitchFamily="2" charset="-122"/>
              </a:rPr>
              <a:t>(Particle Swarm Optimization, PSO)</a:t>
            </a:r>
            <a:r>
              <a:rPr lang="zh-CN" altLang="en-US" sz="2000" dirty="0">
                <a:solidFill>
                  <a:srgbClr val="FF0000"/>
                </a:solidFill>
                <a:latin typeface="宋体" panose="02010600030101010101" pitchFamily="2" charset="-122"/>
                <a:ea typeface="宋体" panose="02010600030101010101" pitchFamily="2" charset="-122"/>
              </a:rPr>
              <a:t>算法</a:t>
            </a:r>
            <a:r>
              <a:rPr lang="zh-CN" altLang="en-US" sz="2000" dirty="0">
                <a:latin typeface="宋体" panose="02010600030101010101" pitchFamily="2" charset="-122"/>
                <a:ea typeface="宋体" panose="02010600030101010101" pitchFamily="2" charset="-122"/>
              </a:rPr>
              <a:t>，也可称为粒子群算法。</a:t>
            </a: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400" b="1" dirty="0">
                <a:latin typeface="宋体" panose="02010600030101010101" pitchFamily="2" charset="-122"/>
                <a:ea typeface="宋体" panose="02010600030101010101" pitchFamily="2" charset="-122"/>
              </a:rPr>
              <a:t>特点：</a:t>
            </a:r>
            <a:endParaRPr lang="en-US" altLang="zh-CN" sz="2400" b="1"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ü"/>
            </a:pPr>
            <a:r>
              <a:rPr lang="zh-CN" altLang="en-US" sz="2000" dirty="0">
                <a:latin typeface="宋体" panose="02010600030101010101" pitchFamily="2" charset="-122"/>
                <a:ea typeface="宋体" panose="02010600030101010101" pitchFamily="2" charset="-122"/>
              </a:rPr>
              <a:t>收敛速度快</a:t>
            </a:r>
            <a:endParaRPr lang="en-US" altLang="zh-CN" sz="20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ü"/>
            </a:pPr>
            <a:r>
              <a:rPr lang="zh-CN" altLang="en-US" sz="2000" dirty="0">
                <a:latin typeface="宋体" panose="02010600030101010101" pitchFamily="2" charset="-122"/>
                <a:ea typeface="宋体" panose="02010600030101010101" pitchFamily="2" charset="-122"/>
              </a:rPr>
              <a:t>参数少</a:t>
            </a:r>
            <a:endParaRPr lang="en-US" altLang="zh-CN" sz="20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ü"/>
            </a:pPr>
            <a:r>
              <a:rPr lang="zh-CN" altLang="en-US" sz="2000" dirty="0">
                <a:latin typeface="宋体" panose="02010600030101010101" pitchFamily="2" charset="-122"/>
                <a:ea typeface="宋体" panose="02010600030101010101" pitchFamily="2" charset="-122"/>
              </a:rPr>
              <a:t>算法简单易实现</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对高维度优化问题，比遗传算法更快收敛于最优解，但是也存在陷入局部最优解的问题，因此依赖于良好的初始化。</a:t>
            </a:r>
            <a:endParaRPr lang="en-US" altLang="zh-CN" sz="2000" dirty="0">
              <a:latin typeface="宋体" panose="02010600030101010101" pitchFamily="2" charset="-122"/>
              <a:ea typeface="宋体" panose="02010600030101010101" pitchFamily="2" charset="-122"/>
            </a:endParaRPr>
          </a:p>
          <a:p>
            <a:pPr>
              <a:lnSpc>
                <a:spcPct val="150000"/>
              </a:lnSpc>
            </a:pPr>
            <a:endParaRPr lang="zh-CN" altLang="en-US" sz="20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392350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7">
            <a:extLst>
              <a:ext uri="{FF2B5EF4-FFF2-40B4-BE49-F238E27FC236}">
                <a16:creationId xmlns:a16="http://schemas.microsoft.com/office/drawing/2014/main" id="{665FC26F-6AFB-471B-939F-00FA84FCC06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21345A0D-B523-4567-8575-7A396846E8EC}"/>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1031845D-5D1D-470D-91F6-38256B322756}"/>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D7DA4BBD-CE23-4A97-9E52-C288770EF236}"/>
              </a:ext>
            </a:extLst>
          </p:cNvPr>
          <p:cNvSpPr txBox="1"/>
          <p:nvPr/>
        </p:nvSpPr>
        <p:spPr>
          <a:xfrm>
            <a:off x="563033" y="372036"/>
            <a:ext cx="3847126" cy="523220"/>
          </a:xfrm>
          <a:prstGeom prst="rect">
            <a:avLst/>
          </a:prstGeom>
          <a:noFill/>
        </p:spPr>
        <p:txBody>
          <a:bodyPr wrap="square" rtlCol="0">
            <a:spAutoFit/>
          </a:bodyPr>
          <a:lstStyle/>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PSO</a:t>
            </a:r>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算法基本思想</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CB636A6E-A5A4-E67B-3CA1-36C4E0DD3F10}"/>
              </a:ext>
            </a:extLst>
          </p:cNvPr>
          <p:cNvSpPr txBox="1"/>
          <p:nvPr/>
        </p:nvSpPr>
        <p:spPr>
          <a:xfrm>
            <a:off x="546100" y="936625"/>
            <a:ext cx="11099799" cy="2790187"/>
          </a:xfrm>
          <a:prstGeom prst="rect">
            <a:avLst/>
          </a:prstGeom>
          <a:noFill/>
        </p:spPr>
        <p:txBody>
          <a:bodyPr wrap="square">
            <a:spAutoFit/>
          </a:bodyPr>
          <a:lstStyle/>
          <a:p>
            <a:pPr>
              <a:lnSpc>
                <a:spcPct val="150000"/>
              </a:lnSpc>
            </a:pPr>
            <a:r>
              <a:rPr lang="zh-CN" altLang="en-US" sz="2000" dirty="0">
                <a:latin typeface="宋体" panose="02010600030101010101" pitchFamily="2" charset="-122"/>
                <a:ea typeface="宋体" panose="02010600030101010101" pitchFamily="2" charset="-122"/>
              </a:rPr>
              <a:t>粒子群算法源于</a:t>
            </a:r>
            <a:r>
              <a:rPr lang="zh-CN" altLang="en-US" sz="2000" b="1" dirty="0">
                <a:latin typeface="宋体" panose="02010600030101010101" pitchFamily="2" charset="-122"/>
                <a:ea typeface="宋体" panose="02010600030101010101" pitchFamily="2" charset="-122"/>
              </a:rPr>
              <a:t>鸟群觅食行为</a:t>
            </a:r>
            <a:r>
              <a:rPr lang="zh-CN" altLang="en-US" sz="2000" dirty="0">
                <a:latin typeface="宋体" panose="02010600030101010101" pitchFamily="2" charset="-122"/>
                <a:ea typeface="宋体" panose="02010600030101010101" pitchFamily="2" charset="-122"/>
              </a:rPr>
              <a:t>：</a:t>
            </a: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鸟群不知道食物在哪，只能感知方向，随机搜索</a:t>
            </a: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每只鸟记住自己找到过的最佳位置（个体最优）</a:t>
            </a: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鸟群共享信息，知道全局最佳位置（群体最优）</a:t>
            </a: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每只鸟根据自身经验 </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群体经验调整飞行方向</a:t>
            </a: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最终整个群体快速找到食物最多的位置（全局最优解）</a:t>
            </a:r>
          </a:p>
        </p:txBody>
      </p:sp>
      <p:pic>
        <p:nvPicPr>
          <p:cNvPr id="13" name="图片 12">
            <a:extLst>
              <a:ext uri="{FF2B5EF4-FFF2-40B4-BE49-F238E27FC236}">
                <a16:creationId xmlns:a16="http://schemas.microsoft.com/office/drawing/2014/main" id="{03EABA84-597D-E9EE-DAD1-7DC647890B21}"/>
              </a:ext>
            </a:extLst>
          </p:cNvPr>
          <p:cNvPicPr>
            <a:picLocks noChangeAspect="1"/>
          </p:cNvPicPr>
          <p:nvPr/>
        </p:nvPicPr>
        <p:blipFill>
          <a:blip r:embed="rId4"/>
          <a:stretch>
            <a:fillRect/>
          </a:stretch>
        </p:blipFill>
        <p:spPr>
          <a:xfrm>
            <a:off x="7040791" y="1875365"/>
            <a:ext cx="5007972" cy="3768375"/>
          </a:xfrm>
          <a:prstGeom prst="rect">
            <a:avLst/>
          </a:prstGeom>
        </p:spPr>
      </p:pic>
      <p:graphicFrame>
        <p:nvGraphicFramePr>
          <p:cNvPr id="12" name="表格 11">
            <a:extLst>
              <a:ext uri="{FF2B5EF4-FFF2-40B4-BE49-F238E27FC236}">
                <a16:creationId xmlns:a16="http://schemas.microsoft.com/office/drawing/2014/main" id="{ECE4FA55-CDE8-9D01-8EFC-FCAEEA62D53C}"/>
              </a:ext>
            </a:extLst>
          </p:cNvPr>
          <p:cNvGraphicFramePr>
            <a:graphicFrameLocks noGrp="1"/>
          </p:cNvGraphicFramePr>
          <p:nvPr>
            <p:extLst>
              <p:ext uri="{D42A27DB-BD31-4B8C-83A1-F6EECF244321}">
                <p14:modId xmlns:p14="http://schemas.microsoft.com/office/powerpoint/2010/main" val="1953151898"/>
              </p:ext>
            </p:extLst>
          </p:nvPr>
        </p:nvGraphicFramePr>
        <p:xfrm>
          <a:off x="563033" y="4102899"/>
          <a:ext cx="6371167" cy="2225040"/>
        </p:xfrm>
        <a:graphic>
          <a:graphicData uri="http://schemas.openxmlformats.org/drawingml/2006/table">
            <a:tbl>
              <a:tblPr firstRow="1" bandRow="1">
                <a:tableStyleId>{5C22544A-7EE6-4342-B048-85BDC9FD1C3A}</a:tableStyleId>
              </a:tblPr>
              <a:tblGrid>
                <a:gridCol w="2324100">
                  <a:extLst>
                    <a:ext uri="{9D8B030D-6E8A-4147-A177-3AD203B41FA5}">
                      <a16:colId xmlns:a16="http://schemas.microsoft.com/office/drawing/2014/main" val="3707807949"/>
                    </a:ext>
                  </a:extLst>
                </a:gridCol>
                <a:gridCol w="4047067">
                  <a:extLst>
                    <a:ext uri="{9D8B030D-6E8A-4147-A177-3AD203B41FA5}">
                      <a16:colId xmlns:a16="http://schemas.microsoft.com/office/drawing/2014/main" val="437147507"/>
                    </a:ext>
                  </a:extLst>
                </a:gridCol>
              </a:tblGrid>
              <a:tr h="370840">
                <a:tc>
                  <a:txBody>
                    <a:bodyPr/>
                    <a:lstStyle/>
                    <a:p>
                      <a:pPr algn="ctr"/>
                      <a:r>
                        <a:rPr lang="zh-CN" altLang="en-US" dirty="0">
                          <a:latin typeface="宋体" panose="02010600030101010101" pitchFamily="2" charset="-122"/>
                          <a:ea typeface="宋体" panose="02010600030101010101" pitchFamily="2" charset="-122"/>
                        </a:rPr>
                        <a:t>鸟群觅食</a:t>
                      </a:r>
                    </a:p>
                  </a:txBody>
                  <a:tcPr/>
                </a:tc>
                <a:tc>
                  <a:txBody>
                    <a:bodyPr/>
                    <a:lstStyle/>
                    <a:p>
                      <a:pPr algn="ctr"/>
                      <a:r>
                        <a:rPr lang="en-US" altLang="zh-CN" dirty="0">
                          <a:latin typeface="宋体" panose="02010600030101010101" pitchFamily="2" charset="-122"/>
                          <a:ea typeface="宋体" panose="02010600030101010101" pitchFamily="2" charset="-122"/>
                        </a:rPr>
                        <a:t>PSO</a:t>
                      </a:r>
                      <a:r>
                        <a:rPr lang="zh-CN" altLang="en-US" dirty="0">
                          <a:latin typeface="宋体" panose="02010600030101010101" pitchFamily="2" charset="-122"/>
                          <a:ea typeface="宋体" panose="02010600030101010101" pitchFamily="2" charset="-122"/>
                        </a:rPr>
                        <a:t>算法</a:t>
                      </a:r>
                    </a:p>
                  </a:txBody>
                  <a:tcPr/>
                </a:tc>
                <a:extLst>
                  <a:ext uri="{0D108BD9-81ED-4DB2-BD59-A6C34878D82A}">
                    <a16:rowId xmlns:a16="http://schemas.microsoft.com/office/drawing/2014/main" val="1536938262"/>
                  </a:ext>
                </a:extLst>
              </a:tr>
              <a:tr h="370840">
                <a:tc>
                  <a:txBody>
                    <a:bodyPr/>
                    <a:lstStyle/>
                    <a:p>
                      <a:pPr algn="ctr"/>
                      <a:r>
                        <a:rPr lang="zh-CN" altLang="en-US" dirty="0">
                          <a:latin typeface="宋体" panose="02010600030101010101" pitchFamily="2" charset="-122"/>
                          <a:ea typeface="宋体" panose="02010600030101010101" pitchFamily="2" charset="-122"/>
                        </a:rPr>
                        <a:t>鸟</a:t>
                      </a:r>
                    </a:p>
                  </a:txBody>
                  <a:tcPr/>
                </a:tc>
                <a:tc>
                  <a:txBody>
                    <a:bodyPr/>
                    <a:lstStyle/>
                    <a:p>
                      <a:pPr algn="ctr"/>
                      <a:r>
                        <a:rPr lang="zh-CN" altLang="en-US" dirty="0">
                          <a:latin typeface="宋体" panose="02010600030101010101" pitchFamily="2" charset="-122"/>
                          <a:ea typeface="宋体" panose="02010600030101010101" pitchFamily="2" charset="-122"/>
                        </a:rPr>
                        <a:t>粒子</a:t>
                      </a:r>
                    </a:p>
                  </a:txBody>
                  <a:tcPr/>
                </a:tc>
                <a:extLst>
                  <a:ext uri="{0D108BD9-81ED-4DB2-BD59-A6C34878D82A}">
                    <a16:rowId xmlns:a16="http://schemas.microsoft.com/office/drawing/2014/main" val="3505765476"/>
                  </a:ext>
                </a:extLst>
              </a:tr>
              <a:tr h="370840">
                <a:tc>
                  <a:txBody>
                    <a:bodyPr/>
                    <a:lstStyle/>
                    <a:p>
                      <a:pPr algn="ctr"/>
                      <a:r>
                        <a:rPr lang="zh-CN" altLang="en-US" dirty="0">
                          <a:latin typeface="宋体" panose="02010600030101010101" pitchFamily="2" charset="-122"/>
                          <a:ea typeface="宋体" panose="02010600030101010101" pitchFamily="2" charset="-122"/>
                        </a:rPr>
                        <a:t>森林</a:t>
                      </a:r>
                    </a:p>
                  </a:txBody>
                  <a:tcPr/>
                </a:tc>
                <a:tc>
                  <a:txBody>
                    <a:bodyPr/>
                    <a:lstStyle/>
                    <a:p>
                      <a:pPr algn="ctr"/>
                      <a:r>
                        <a:rPr lang="zh-CN" altLang="en-US" dirty="0">
                          <a:latin typeface="宋体" panose="02010600030101010101" pitchFamily="2" charset="-122"/>
                          <a:ea typeface="宋体" panose="02010600030101010101" pitchFamily="2" charset="-122"/>
                        </a:rPr>
                        <a:t>求解空间</a:t>
                      </a:r>
                    </a:p>
                  </a:txBody>
                  <a:tcPr/>
                </a:tc>
                <a:extLst>
                  <a:ext uri="{0D108BD9-81ED-4DB2-BD59-A6C34878D82A}">
                    <a16:rowId xmlns:a16="http://schemas.microsoft.com/office/drawing/2014/main" val="2337573241"/>
                  </a:ext>
                </a:extLst>
              </a:tr>
              <a:tr h="370840">
                <a:tc>
                  <a:txBody>
                    <a:bodyPr/>
                    <a:lstStyle/>
                    <a:p>
                      <a:pPr algn="ctr"/>
                      <a:r>
                        <a:rPr lang="zh-CN" altLang="en-US" dirty="0">
                          <a:latin typeface="宋体" panose="02010600030101010101" pitchFamily="2" charset="-122"/>
                          <a:ea typeface="宋体" panose="02010600030101010101" pitchFamily="2" charset="-122"/>
                        </a:rPr>
                        <a:t>食物的量</a:t>
                      </a:r>
                    </a:p>
                  </a:txBody>
                  <a:tcPr/>
                </a:tc>
                <a:tc>
                  <a:txBody>
                    <a:bodyPr/>
                    <a:lstStyle/>
                    <a:p>
                      <a:pPr algn="ctr"/>
                      <a:r>
                        <a:rPr lang="zh-CN" altLang="en-US" dirty="0">
                          <a:latin typeface="宋体" panose="02010600030101010101" pitchFamily="2" charset="-122"/>
                          <a:ea typeface="宋体" panose="02010600030101010101" pitchFamily="2" charset="-122"/>
                        </a:rPr>
                        <a:t>目标函数值（适应值）</a:t>
                      </a:r>
                    </a:p>
                  </a:txBody>
                  <a:tcPr/>
                </a:tc>
                <a:extLst>
                  <a:ext uri="{0D108BD9-81ED-4DB2-BD59-A6C34878D82A}">
                    <a16:rowId xmlns:a16="http://schemas.microsoft.com/office/drawing/2014/main" val="2805250303"/>
                  </a:ext>
                </a:extLst>
              </a:tr>
              <a:tr h="370840">
                <a:tc>
                  <a:txBody>
                    <a:bodyPr/>
                    <a:lstStyle/>
                    <a:p>
                      <a:pPr algn="ctr"/>
                      <a:r>
                        <a:rPr lang="zh-CN" altLang="en-US" dirty="0">
                          <a:latin typeface="宋体" panose="02010600030101010101" pitchFamily="2" charset="-122"/>
                          <a:ea typeface="宋体" panose="02010600030101010101" pitchFamily="2" charset="-122"/>
                        </a:rPr>
                        <a:t>每只鸟所处的位置</a:t>
                      </a:r>
                    </a:p>
                  </a:txBody>
                  <a:tcPr/>
                </a:tc>
                <a:tc>
                  <a:txBody>
                    <a:bodyPr/>
                    <a:lstStyle/>
                    <a:p>
                      <a:pPr algn="ctr"/>
                      <a:r>
                        <a:rPr lang="zh-CN" altLang="en-US" dirty="0">
                          <a:latin typeface="宋体" panose="02010600030101010101" pitchFamily="2" charset="-122"/>
                          <a:ea typeface="宋体" panose="02010600030101010101" pitchFamily="2" charset="-122"/>
                        </a:rPr>
                        <a:t>空间中的一个解（粒子位置）</a:t>
                      </a:r>
                    </a:p>
                  </a:txBody>
                  <a:tcPr/>
                </a:tc>
                <a:extLst>
                  <a:ext uri="{0D108BD9-81ED-4DB2-BD59-A6C34878D82A}">
                    <a16:rowId xmlns:a16="http://schemas.microsoft.com/office/drawing/2014/main" val="3059488904"/>
                  </a:ext>
                </a:extLst>
              </a:tr>
              <a:tr h="370840">
                <a:tc>
                  <a:txBody>
                    <a:bodyPr/>
                    <a:lstStyle/>
                    <a:p>
                      <a:pPr algn="ctr"/>
                      <a:r>
                        <a:rPr lang="zh-CN" altLang="en-US" dirty="0">
                          <a:latin typeface="宋体" panose="02010600030101010101" pitchFamily="2" charset="-122"/>
                          <a:ea typeface="宋体" panose="02010600030101010101" pitchFamily="2" charset="-122"/>
                        </a:rPr>
                        <a:t>食物量最多的位置</a:t>
                      </a:r>
                    </a:p>
                  </a:txBody>
                  <a:tcPr/>
                </a:tc>
                <a:tc>
                  <a:txBody>
                    <a:bodyPr/>
                    <a:lstStyle/>
                    <a:p>
                      <a:pPr algn="ctr"/>
                      <a:r>
                        <a:rPr lang="zh-CN" altLang="en-US" dirty="0">
                          <a:latin typeface="宋体" panose="02010600030101010101" pitchFamily="2" charset="-122"/>
                          <a:ea typeface="宋体" panose="02010600030101010101" pitchFamily="2" charset="-122"/>
                        </a:rPr>
                        <a:t>全局最优解</a:t>
                      </a:r>
                    </a:p>
                  </a:txBody>
                  <a:tcPr/>
                </a:tc>
                <a:extLst>
                  <a:ext uri="{0D108BD9-81ED-4DB2-BD59-A6C34878D82A}">
                    <a16:rowId xmlns:a16="http://schemas.microsoft.com/office/drawing/2014/main" val="1112436267"/>
                  </a:ext>
                </a:extLst>
              </a:tr>
            </a:tbl>
          </a:graphicData>
        </a:graphic>
      </p:graphicFrame>
    </p:spTree>
    <p:extLst>
      <p:ext uri="{BB962C8B-B14F-4D97-AF65-F5344CB8AC3E}">
        <p14:creationId xmlns:p14="http://schemas.microsoft.com/office/powerpoint/2010/main" val="3856468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7">
            <a:extLst>
              <a:ext uri="{FF2B5EF4-FFF2-40B4-BE49-F238E27FC236}">
                <a16:creationId xmlns:a16="http://schemas.microsoft.com/office/drawing/2014/main" id="{665FC26F-6AFB-471B-939F-00FA84FCC06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21345A0D-B523-4567-8575-7A396846E8EC}"/>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1031845D-5D1D-470D-91F6-38256B322756}"/>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D7DA4BBD-CE23-4A97-9E52-C288770EF236}"/>
              </a:ext>
            </a:extLst>
          </p:cNvPr>
          <p:cNvSpPr txBox="1"/>
          <p:nvPr/>
        </p:nvSpPr>
        <p:spPr>
          <a:xfrm>
            <a:off x="563033" y="376099"/>
            <a:ext cx="4466167" cy="523220"/>
          </a:xfrm>
          <a:prstGeom prst="rect">
            <a:avLst/>
          </a:prstGeom>
          <a:noFill/>
        </p:spPr>
        <p:txBody>
          <a:bodyPr wrap="square" rtlCol="0">
            <a:spAutoFit/>
          </a:bodyPr>
          <a:lstStyle/>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PSO</a:t>
            </a:r>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算法基本原理</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A8A7CD91-A11E-F593-32F8-2B7F2FECE608}"/>
                  </a:ext>
                </a:extLst>
              </p:cNvPr>
              <p:cNvSpPr txBox="1"/>
              <p:nvPr/>
            </p:nvSpPr>
            <p:spPr>
              <a:xfrm>
                <a:off x="563032" y="862013"/>
                <a:ext cx="11628967" cy="5762347"/>
              </a:xfrm>
              <a:prstGeom prst="rect">
                <a:avLst/>
              </a:prstGeom>
              <a:noFill/>
            </p:spPr>
            <p:txBody>
              <a:bodyPr wrap="square">
                <a:spAutoFit/>
              </a:bodyPr>
              <a:lstStyle/>
              <a:p>
                <a:pPr>
                  <a:lnSpc>
                    <a:spcPct val="150000"/>
                  </a:lnSpc>
                </a:pPr>
                <a:r>
                  <a:rPr lang="en-US" altLang="zh-CN" sz="2000" b="1" dirty="0">
                    <a:latin typeface="宋体" panose="02010600030101010101" pitchFamily="2" charset="-122"/>
                    <a:ea typeface="宋体" panose="02010600030101010101" pitchFamily="2" charset="-122"/>
                  </a:rPr>
                  <a:t>PSO</a:t>
                </a:r>
                <a:r>
                  <a:rPr lang="zh-CN" altLang="en-US" sz="2000" b="1" dirty="0">
                    <a:latin typeface="宋体" panose="02010600030101010101" pitchFamily="2" charset="-122"/>
                    <a:ea typeface="宋体" panose="02010600030101010101" pitchFamily="2" charset="-122"/>
                  </a:rPr>
                  <a:t>的基础：信息的社会共享</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粒子的两个属性：速度与位置</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速度表示粒子下一步迭代时移动的方向和距离，位置是所求解问题的一个解。</a:t>
                </a: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算法的</a:t>
                </a:r>
                <a:r>
                  <a:rPr lang="en-US" altLang="zh-CN" sz="2000" b="1" dirty="0">
                    <a:latin typeface="宋体" panose="02010600030101010101" pitchFamily="2" charset="-122"/>
                    <a:ea typeface="宋体" panose="02010600030101010101" pitchFamily="2" charset="-122"/>
                  </a:rPr>
                  <a:t>6</a:t>
                </a:r>
                <a:r>
                  <a:rPr lang="zh-CN" altLang="en-US" sz="2000" b="1" dirty="0">
                    <a:latin typeface="宋体" panose="02010600030101010101" pitchFamily="2" charset="-122"/>
                    <a:ea typeface="宋体" panose="02010600030101010101" pitchFamily="2" charset="-122"/>
                  </a:rPr>
                  <a:t>个重要参数</a:t>
                </a:r>
              </a:p>
              <a:p>
                <a:pPr>
                  <a:lnSpc>
                    <a:spcPct val="150000"/>
                  </a:lnSpc>
                </a:pPr>
                <a:r>
                  <a:rPr lang="zh-CN" altLang="en-US" dirty="0"/>
                  <a:t>假设在 </a:t>
                </a:r>
                <a14:m>
                  <m:oMath xmlns:m="http://schemas.openxmlformats.org/officeDocument/2006/math">
                    <m:r>
                      <a:rPr lang="en-US" altLang="zh-CN" b="0" i="1" smtClean="0">
                        <a:latin typeface="Cambria Math" panose="02040503050406030204" pitchFamily="18" charset="0"/>
                      </a:rPr>
                      <m:t>𝐷</m:t>
                    </m:r>
                  </m:oMath>
                </a14:m>
                <a:r>
                  <a:rPr lang="zh-CN" altLang="en-US" dirty="0"/>
                  <a:t> 维搜索空间中，有 </a:t>
                </a:r>
                <a14:m>
                  <m:oMath xmlns:m="http://schemas.openxmlformats.org/officeDocument/2006/math">
                    <m:r>
                      <a:rPr lang="en-US" altLang="zh-CN" b="0" i="1" smtClean="0">
                        <a:latin typeface="Cambria Math" panose="02040503050406030204" pitchFamily="18" charset="0"/>
                      </a:rPr>
                      <m:t>𝑁</m:t>
                    </m:r>
                  </m:oMath>
                </a14:m>
                <a:r>
                  <a:rPr lang="zh-CN" altLang="en-US" dirty="0"/>
                  <a:t> 个粒子，每个粒子代表一个解，则：</a:t>
                </a:r>
                <a:endParaRPr lang="en-US" altLang="zh-CN" dirty="0"/>
              </a:p>
              <a:p>
                <a:pPr marL="457200" indent="-457200">
                  <a:lnSpc>
                    <a:spcPct val="150000"/>
                  </a:lnSpc>
                  <a:buFont typeface="+mj-ea"/>
                  <a:buAutoNum type="circleNumDbPlain"/>
                </a:pPr>
                <a:r>
                  <a:rPr lang="zh-CN" altLang="en-US" sz="2000" dirty="0">
                    <a:latin typeface="宋体" panose="02010600030101010101" pitchFamily="2" charset="-122"/>
                    <a:ea typeface="宋体" panose="02010600030101010101" pitchFamily="2" charset="-122"/>
                  </a:rPr>
                  <a:t>第 </a:t>
                </a:r>
                <a14:m>
                  <m:oMath xmlns:m="http://schemas.openxmlformats.org/officeDocument/2006/math">
                    <m:r>
                      <a:rPr lang="en-US" altLang="zh-CN" sz="2000" b="0" i="1" smtClean="0">
                        <a:latin typeface="Cambria Math" panose="02040503050406030204" pitchFamily="18" charset="0"/>
                        <a:ea typeface="宋体" panose="02010600030101010101" pitchFamily="2" charset="-122"/>
                      </a:rPr>
                      <m:t>𝑖</m:t>
                    </m:r>
                  </m:oMath>
                </a14:m>
                <a:r>
                  <a:rPr lang="zh-CN" altLang="en-US" sz="2000" dirty="0">
                    <a:latin typeface="宋体" panose="02010600030101010101" pitchFamily="2" charset="-122"/>
                    <a:ea typeface="宋体" panose="02010600030101010101" pitchFamily="2" charset="-122"/>
                  </a:rPr>
                  <a:t> 个粒子的位置：</a:t>
                </a:r>
                <a14:m>
                  <m:oMath xmlns:m="http://schemas.openxmlformats.org/officeDocument/2006/math">
                    <m:sSub>
                      <m:sSubPr>
                        <m:ctrlPr>
                          <a:rPr lang="en-US" altLang="zh-CN" sz="2000" i="1" smtClean="0">
                            <a:latin typeface="Cambria Math" panose="02040503050406030204" pitchFamily="18" charset="0"/>
                            <a:ea typeface="宋体" panose="02010600030101010101" pitchFamily="2" charset="-122"/>
                          </a:rPr>
                        </m:ctrlPr>
                      </m:sSubPr>
                      <m:e>
                        <m:r>
                          <a:rPr lang="en-US" altLang="zh-CN" sz="2000" b="0" i="1" smtClean="0">
                            <a:latin typeface="Cambria Math" panose="02040503050406030204" pitchFamily="18" charset="0"/>
                            <a:ea typeface="宋体" panose="02010600030101010101" pitchFamily="2" charset="-122"/>
                          </a:rPr>
                          <m:t>𝑋</m:t>
                        </m:r>
                      </m:e>
                      <m:sub>
                        <m:r>
                          <m:rPr>
                            <m:sty m:val="p"/>
                          </m:rPr>
                          <a:rPr lang="en-US" altLang="zh-CN" sz="2000" i="1">
                            <a:latin typeface="Cambria Math" panose="02040503050406030204" pitchFamily="18" charset="0"/>
                            <a:ea typeface="宋体" panose="02010600030101010101" pitchFamily="2" charset="-122"/>
                          </a:rPr>
                          <m:t>i</m:t>
                        </m:r>
                        <m:r>
                          <a:rPr lang="en-US" altLang="zh-CN" sz="2000" b="0" i="1" smtClean="0">
                            <a:latin typeface="Cambria Math" panose="02040503050406030204" pitchFamily="18" charset="0"/>
                            <a:ea typeface="宋体" panose="02010600030101010101" pitchFamily="2" charset="-122"/>
                          </a:rPr>
                          <m:t>𝑑</m:t>
                        </m:r>
                      </m:sub>
                    </m:sSub>
                    <m:r>
                      <a:rPr lang="en-US" altLang="zh-CN" sz="2000" b="0" i="1" smtClean="0">
                        <a:latin typeface="Cambria Math" panose="02040503050406030204" pitchFamily="18" charset="0"/>
                        <a:ea typeface="宋体" panose="02010600030101010101" pitchFamily="2" charset="-122"/>
                      </a:rPr>
                      <m:t>=(</m:t>
                    </m:r>
                    <m:sSub>
                      <m:sSubPr>
                        <m:ctrlPr>
                          <a:rPr lang="en-US" altLang="zh-CN" sz="2000" b="0" i="1" smtClean="0">
                            <a:latin typeface="Cambria Math" panose="02040503050406030204" pitchFamily="18" charset="0"/>
                            <a:ea typeface="宋体" panose="02010600030101010101" pitchFamily="2" charset="-122"/>
                          </a:rPr>
                        </m:ctrlPr>
                      </m:sSubPr>
                      <m:e>
                        <m:r>
                          <a:rPr lang="en-US" altLang="zh-CN" sz="2000" b="0" i="1" smtClean="0">
                            <a:latin typeface="Cambria Math" panose="02040503050406030204" pitchFamily="18" charset="0"/>
                            <a:ea typeface="宋体" panose="02010600030101010101" pitchFamily="2" charset="-122"/>
                          </a:rPr>
                          <m:t>𝑥</m:t>
                        </m:r>
                      </m:e>
                      <m:sub>
                        <m:r>
                          <a:rPr lang="en-US" altLang="zh-CN" sz="2000" b="0" i="1" smtClean="0">
                            <a:latin typeface="Cambria Math" panose="02040503050406030204" pitchFamily="18" charset="0"/>
                            <a:ea typeface="宋体" panose="02010600030101010101" pitchFamily="2" charset="-122"/>
                          </a:rPr>
                          <m:t>𝑖</m:t>
                        </m:r>
                        <m:r>
                          <a:rPr lang="en-US" altLang="zh-CN" sz="2000" b="0" i="1" smtClean="0">
                            <a:latin typeface="Cambria Math" panose="02040503050406030204" pitchFamily="18" charset="0"/>
                            <a:ea typeface="宋体" panose="02010600030101010101" pitchFamily="2" charset="-122"/>
                          </a:rPr>
                          <m:t>1</m:t>
                        </m:r>
                      </m:sub>
                    </m:sSub>
                    <m:r>
                      <a:rPr lang="en-US" altLang="zh-CN" sz="2000" b="0" i="1" smtClean="0">
                        <a:latin typeface="Cambria Math" panose="02040503050406030204" pitchFamily="18" charset="0"/>
                        <a:ea typeface="宋体" panose="02010600030101010101" pitchFamily="2" charset="-122"/>
                      </a:rPr>
                      <m:t>,</m:t>
                    </m:r>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𝑥</m:t>
                        </m:r>
                      </m:e>
                      <m:sub>
                        <m:r>
                          <a:rPr lang="en-US" altLang="zh-CN" sz="2000" i="1">
                            <a:latin typeface="Cambria Math" panose="02040503050406030204" pitchFamily="18" charset="0"/>
                            <a:ea typeface="宋体" panose="02010600030101010101" pitchFamily="2" charset="-122"/>
                          </a:rPr>
                          <m:t>𝑖</m:t>
                        </m:r>
                        <m:r>
                          <a:rPr lang="en-US" altLang="zh-CN" sz="2000" b="0" i="1" smtClean="0">
                            <a:latin typeface="Cambria Math" panose="02040503050406030204" pitchFamily="18" charset="0"/>
                            <a:ea typeface="宋体" panose="02010600030101010101" pitchFamily="2" charset="-122"/>
                          </a:rPr>
                          <m:t>2</m:t>
                        </m:r>
                      </m:sub>
                    </m:sSub>
                    <m:r>
                      <a:rPr lang="en-US" altLang="zh-CN" sz="2000" b="0" i="1" smtClean="0">
                        <a:latin typeface="Cambria Math" panose="02040503050406030204" pitchFamily="18" charset="0"/>
                        <a:ea typeface="宋体" panose="02010600030101010101" pitchFamily="2" charset="-122"/>
                      </a:rPr>
                      <m:t>,…,</m:t>
                    </m:r>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𝑥</m:t>
                        </m:r>
                      </m:e>
                      <m:sub>
                        <m:r>
                          <a:rPr lang="en-US" altLang="zh-CN" sz="2000" i="1">
                            <a:latin typeface="Cambria Math" panose="02040503050406030204" pitchFamily="18" charset="0"/>
                            <a:ea typeface="宋体" panose="02010600030101010101" pitchFamily="2" charset="-122"/>
                          </a:rPr>
                          <m:t>𝑖</m:t>
                        </m:r>
                        <m:r>
                          <a:rPr lang="en-US" altLang="zh-CN" sz="2000" b="0" i="1" smtClean="0">
                            <a:latin typeface="Cambria Math" panose="02040503050406030204" pitchFamily="18" charset="0"/>
                            <a:ea typeface="宋体" panose="02010600030101010101" pitchFamily="2" charset="-122"/>
                          </a:rPr>
                          <m:t>𝐷</m:t>
                        </m:r>
                      </m:sub>
                    </m:sSub>
                    <m:r>
                      <a:rPr lang="en-US" altLang="zh-CN" sz="2000" b="0" i="1" smtClean="0">
                        <a:latin typeface="Cambria Math" panose="02040503050406030204" pitchFamily="18" charset="0"/>
                        <a:ea typeface="宋体" panose="02010600030101010101" pitchFamily="2" charset="-122"/>
                      </a:rPr>
                      <m:t>)</m:t>
                    </m:r>
                  </m:oMath>
                </a14:m>
                <a:endParaRPr lang="en-US" altLang="zh-CN" sz="2000" dirty="0">
                  <a:latin typeface="宋体" panose="02010600030101010101" pitchFamily="2" charset="-122"/>
                  <a:ea typeface="宋体" panose="02010600030101010101" pitchFamily="2" charset="-122"/>
                </a:endParaRPr>
              </a:p>
              <a:p>
                <a:pPr marL="457200" indent="-457200">
                  <a:lnSpc>
                    <a:spcPct val="150000"/>
                  </a:lnSpc>
                  <a:buFont typeface="+mj-ea"/>
                  <a:buAutoNum type="circleNumDbPlain"/>
                </a:pPr>
                <a:r>
                  <a:rPr lang="zh-CN" altLang="en-US" sz="2000" dirty="0">
                    <a:latin typeface="宋体" panose="02010600030101010101" pitchFamily="2" charset="-122"/>
                    <a:ea typeface="宋体" panose="02010600030101010101" pitchFamily="2" charset="-122"/>
                  </a:rPr>
                  <a:t>第 </a:t>
                </a:r>
                <a14:m>
                  <m:oMath xmlns:m="http://schemas.openxmlformats.org/officeDocument/2006/math">
                    <m:r>
                      <a:rPr lang="en-US" altLang="zh-CN" sz="2000" i="1">
                        <a:latin typeface="Cambria Math" panose="02040503050406030204" pitchFamily="18" charset="0"/>
                        <a:ea typeface="宋体" panose="02010600030101010101" pitchFamily="2" charset="-122"/>
                      </a:rPr>
                      <m:t>𝑖</m:t>
                    </m:r>
                  </m:oMath>
                </a14:m>
                <a:r>
                  <a:rPr lang="zh-CN" altLang="en-US" sz="2000" dirty="0">
                    <a:latin typeface="宋体" panose="02010600030101010101" pitchFamily="2" charset="-122"/>
                    <a:ea typeface="宋体" panose="02010600030101010101" pitchFamily="2" charset="-122"/>
                  </a:rPr>
                  <a:t> 个粒子的速度：</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rPr>
                        </m:ctrlPr>
                      </m:sSubPr>
                      <m:e>
                        <m:r>
                          <a:rPr lang="en-US" altLang="zh-CN" sz="2000" b="0" i="1" smtClean="0">
                            <a:latin typeface="Cambria Math" panose="02040503050406030204" pitchFamily="18" charset="0"/>
                            <a:ea typeface="宋体" panose="02010600030101010101" pitchFamily="2" charset="-122"/>
                          </a:rPr>
                          <m:t>𝑉</m:t>
                        </m:r>
                      </m:e>
                      <m:sub>
                        <m:r>
                          <m:rPr>
                            <m:sty m:val="p"/>
                          </m:rPr>
                          <a:rPr lang="en-US" altLang="zh-CN" sz="2000" i="1">
                            <a:latin typeface="Cambria Math" panose="02040503050406030204" pitchFamily="18" charset="0"/>
                            <a:ea typeface="宋体" panose="02010600030101010101" pitchFamily="2" charset="-122"/>
                          </a:rPr>
                          <m:t>i</m:t>
                        </m:r>
                        <m:r>
                          <a:rPr lang="en-US" altLang="zh-CN" sz="2000" i="1">
                            <a:latin typeface="Cambria Math" panose="02040503050406030204" pitchFamily="18" charset="0"/>
                            <a:ea typeface="宋体" panose="02010600030101010101" pitchFamily="2" charset="-122"/>
                          </a:rPr>
                          <m:t>𝑑</m:t>
                        </m:r>
                      </m:sub>
                    </m:sSub>
                    <m:r>
                      <a:rPr lang="en-US" altLang="zh-CN" sz="2000" i="1">
                        <a:latin typeface="Cambria Math" panose="02040503050406030204" pitchFamily="18" charset="0"/>
                        <a:ea typeface="宋体" panose="02010600030101010101" pitchFamily="2" charset="-122"/>
                      </a:rPr>
                      <m:t>=(</m:t>
                    </m:r>
                    <m:sSub>
                      <m:sSubPr>
                        <m:ctrlPr>
                          <a:rPr lang="en-US" altLang="zh-CN" sz="2000" i="1">
                            <a:latin typeface="Cambria Math" panose="02040503050406030204" pitchFamily="18" charset="0"/>
                            <a:ea typeface="宋体" panose="02010600030101010101" pitchFamily="2" charset="-122"/>
                          </a:rPr>
                        </m:ctrlPr>
                      </m:sSubPr>
                      <m:e>
                        <m:r>
                          <a:rPr lang="en-US" altLang="zh-CN" sz="2000" b="0" i="1" smtClean="0">
                            <a:latin typeface="Cambria Math" panose="02040503050406030204" pitchFamily="18" charset="0"/>
                            <a:ea typeface="宋体" panose="02010600030101010101" pitchFamily="2" charset="-122"/>
                          </a:rPr>
                          <m:t>𝑣</m:t>
                        </m:r>
                      </m:e>
                      <m:sub>
                        <m:r>
                          <a:rPr lang="en-US" altLang="zh-CN" sz="2000" i="1">
                            <a:latin typeface="Cambria Math" panose="02040503050406030204" pitchFamily="18" charset="0"/>
                            <a:ea typeface="宋体" panose="02010600030101010101" pitchFamily="2" charset="-122"/>
                          </a:rPr>
                          <m:t>𝑖</m:t>
                        </m:r>
                        <m:r>
                          <a:rPr lang="en-US" altLang="zh-CN" sz="2000" i="1">
                            <a:latin typeface="Cambria Math" panose="02040503050406030204" pitchFamily="18" charset="0"/>
                            <a:ea typeface="宋体" panose="02010600030101010101" pitchFamily="2" charset="-122"/>
                          </a:rPr>
                          <m:t>1</m:t>
                        </m:r>
                      </m:sub>
                    </m:sSub>
                    <m:r>
                      <a:rPr lang="en-US" altLang="zh-CN" sz="2000" i="1">
                        <a:latin typeface="Cambria Math" panose="02040503050406030204" pitchFamily="18" charset="0"/>
                        <a:ea typeface="宋体" panose="02010600030101010101" pitchFamily="2" charset="-122"/>
                      </a:rPr>
                      <m:t>,</m:t>
                    </m:r>
                    <m:sSub>
                      <m:sSubPr>
                        <m:ctrlPr>
                          <a:rPr lang="en-US" altLang="zh-CN" sz="2000" i="1">
                            <a:latin typeface="Cambria Math" panose="02040503050406030204" pitchFamily="18" charset="0"/>
                            <a:ea typeface="宋体" panose="02010600030101010101" pitchFamily="2" charset="-122"/>
                          </a:rPr>
                        </m:ctrlPr>
                      </m:sSubPr>
                      <m:e>
                        <m:r>
                          <a:rPr lang="en-US" altLang="zh-CN" sz="2000" b="0" i="1" smtClean="0">
                            <a:latin typeface="Cambria Math" panose="02040503050406030204" pitchFamily="18" charset="0"/>
                            <a:ea typeface="宋体" panose="02010600030101010101" pitchFamily="2" charset="-122"/>
                          </a:rPr>
                          <m:t>𝑣</m:t>
                        </m:r>
                      </m:e>
                      <m:sub>
                        <m:r>
                          <a:rPr lang="en-US" altLang="zh-CN" sz="2000" i="1">
                            <a:latin typeface="Cambria Math" panose="02040503050406030204" pitchFamily="18" charset="0"/>
                            <a:ea typeface="宋体" panose="02010600030101010101" pitchFamily="2" charset="-122"/>
                          </a:rPr>
                          <m:t>𝑖</m:t>
                        </m:r>
                        <m:r>
                          <a:rPr lang="en-US" altLang="zh-CN" sz="2000" i="1">
                            <a:latin typeface="Cambria Math" panose="02040503050406030204" pitchFamily="18" charset="0"/>
                            <a:ea typeface="宋体" panose="02010600030101010101" pitchFamily="2" charset="-122"/>
                          </a:rPr>
                          <m:t>2</m:t>
                        </m:r>
                      </m:sub>
                    </m:sSub>
                    <m:r>
                      <a:rPr lang="en-US" altLang="zh-CN" sz="2000" i="1">
                        <a:latin typeface="Cambria Math" panose="02040503050406030204" pitchFamily="18" charset="0"/>
                        <a:ea typeface="宋体" panose="02010600030101010101" pitchFamily="2" charset="-122"/>
                      </a:rPr>
                      <m:t>,…,</m:t>
                    </m:r>
                    <m:sSub>
                      <m:sSubPr>
                        <m:ctrlPr>
                          <a:rPr lang="en-US" altLang="zh-CN" sz="2000" i="1">
                            <a:latin typeface="Cambria Math" panose="02040503050406030204" pitchFamily="18" charset="0"/>
                            <a:ea typeface="宋体" panose="02010600030101010101" pitchFamily="2" charset="-122"/>
                          </a:rPr>
                        </m:ctrlPr>
                      </m:sSubPr>
                      <m:e>
                        <m:r>
                          <a:rPr lang="en-US" altLang="zh-CN" sz="2000" b="0" i="1" smtClean="0">
                            <a:latin typeface="Cambria Math" panose="02040503050406030204" pitchFamily="18" charset="0"/>
                            <a:ea typeface="宋体" panose="02010600030101010101" pitchFamily="2" charset="-122"/>
                          </a:rPr>
                          <m:t>𝑣</m:t>
                        </m:r>
                      </m:e>
                      <m:sub>
                        <m:r>
                          <a:rPr lang="en-US" altLang="zh-CN" sz="2000" i="1">
                            <a:latin typeface="Cambria Math" panose="02040503050406030204" pitchFamily="18" charset="0"/>
                            <a:ea typeface="宋体" panose="02010600030101010101" pitchFamily="2" charset="-122"/>
                          </a:rPr>
                          <m:t>𝑖</m:t>
                        </m:r>
                        <m:r>
                          <a:rPr lang="en-US" altLang="zh-CN" sz="2000" i="1">
                            <a:latin typeface="Cambria Math" panose="02040503050406030204" pitchFamily="18" charset="0"/>
                            <a:ea typeface="宋体" panose="02010600030101010101" pitchFamily="2" charset="-122"/>
                          </a:rPr>
                          <m:t>𝐷</m:t>
                        </m:r>
                      </m:sub>
                    </m:sSub>
                    <m:r>
                      <a:rPr lang="en-US" altLang="zh-CN" sz="2000" i="1">
                        <a:latin typeface="Cambria Math" panose="02040503050406030204" pitchFamily="18" charset="0"/>
                        <a:ea typeface="宋体" panose="02010600030101010101" pitchFamily="2" charset="-122"/>
                      </a:rPr>
                      <m:t>)</m:t>
                    </m:r>
                  </m:oMath>
                </a14:m>
                <a:endParaRPr lang="en-US" altLang="zh-CN" sz="2000" dirty="0">
                  <a:latin typeface="宋体" panose="02010600030101010101" pitchFamily="2" charset="-122"/>
                  <a:ea typeface="宋体" panose="02010600030101010101" pitchFamily="2" charset="-122"/>
                </a:endParaRPr>
              </a:p>
              <a:p>
                <a:pPr marL="457200" indent="-457200">
                  <a:lnSpc>
                    <a:spcPct val="150000"/>
                  </a:lnSpc>
                  <a:buFont typeface="+mj-ea"/>
                  <a:buAutoNum type="circleNumDbPlain"/>
                </a:pPr>
                <a:r>
                  <a:rPr lang="zh-CN" altLang="en-US" sz="2000" dirty="0">
                    <a:latin typeface="宋体" panose="02010600030101010101" pitchFamily="2" charset="-122"/>
                    <a:ea typeface="宋体" panose="02010600030101010101" pitchFamily="2" charset="-122"/>
                  </a:rPr>
                  <a:t>第 </a:t>
                </a:r>
                <a14:m>
                  <m:oMath xmlns:m="http://schemas.openxmlformats.org/officeDocument/2006/math">
                    <m:r>
                      <a:rPr lang="en-US" altLang="zh-CN" sz="2000" i="1">
                        <a:latin typeface="Cambria Math" panose="02040503050406030204" pitchFamily="18" charset="0"/>
                        <a:ea typeface="宋体" panose="02010600030101010101" pitchFamily="2" charset="-122"/>
                      </a:rPr>
                      <m:t>𝑖</m:t>
                    </m:r>
                  </m:oMath>
                </a14:m>
                <a:r>
                  <a:rPr lang="zh-CN" altLang="en-US" sz="2000" dirty="0">
                    <a:latin typeface="宋体" panose="02010600030101010101" pitchFamily="2" charset="-122"/>
                    <a:ea typeface="宋体" panose="02010600030101010101" pitchFamily="2" charset="-122"/>
                  </a:rPr>
                  <a:t> 个粒子搜索到的最优位置（个体最优解）：</a:t>
                </a:r>
                <a14:m>
                  <m:oMath xmlns:m="http://schemas.openxmlformats.org/officeDocument/2006/math">
                    <m:sSub>
                      <m:sSubPr>
                        <m:ctrlPr>
                          <a:rPr lang="en-US" altLang="zh-CN" sz="2000" i="1" smtClean="0">
                            <a:latin typeface="Cambria Math" panose="02040503050406030204" pitchFamily="18" charset="0"/>
                            <a:ea typeface="宋体" panose="02010600030101010101" pitchFamily="2" charset="-122"/>
                          </a:rPr>
                        </m:ctrlPr>
                      </m:sSubPr>
                      <m:e>
                        <m:r>
                          <a:rPr lang="en-US" altLang="zh-CN" sz="2000" b="0" i="1" smtClean="0">
                            <a:latin typeface="Cambria Math" panose="02040503050406030204" pitchFamily="18" charset="0"/>
                            <a:ea typeface="宋体" panose="02010600030101010101" pitchFamily="2" charset="-122"/>
                          </a:rPr>
                          <m:t>𝑃</m:t>
                        </m:r>
                      </m:e>
                      <m:sub>
                        <m:r>
                          <a:rPr lang="en-US" altLang="zh-CN" sz="2000" b="0" i="1" smtClean="0">
                            <a:latin typeface="Cambria Math" panose="02040503050406030204" pitchFamily="18" charset="0"/>
                            <a:ea typeface="宋体" panose="02010600030101010101" pitchFamily="2" charset="-122"/>
                          </a:rPr>
                          <m:t>𝑖𝑑</m:t>
                        </m:r>
                        <m:r>
                          <a:rPr lang="en-US" altLang="zh-CN" sz="2000" b="0" i="1" smtClean="0">
                            <a:latin typeface="Cambria Math" panose="02040503050406030204" pitchFamily="18" charset="0"/>
                            <a:ea typeface="宋体" panose="02010600030101010101" pitchFamily="2" charset="-122"/>
                          </a:rPr>
                          <m:t>,</m:t>
                        </m:r>
                        <m:r>
                          <a:rPr lang="en-US" altLang="zh-CN" sz="2000" b="0" i="1" smtClean="0">
                            <a:latin typeface="Cambria Math" panose="02040503050406030204" pitchFamily="18" charset="0"/>
                            <a:ea typeface="宋体" panose="02010600030101010101" pitchFamily="2" charset="-122"/>
                          </a:rPr>
                          <m:t>𝑝𝑏𝑒𝑠𝑡</m:t>
                        </m:r>
                      </m:sub>
                    </m:sSub>
                    <m:r>
                      <a:rPr lang="en-US" altLang="zh-CN" sz="2000" b="0" i="1" smtClean="0">
                        <a:latin typeface="Cambria Math" panose="02040503050406030204" pitchFamily="18" charset="0"/>
                        <a:ea typeface="宋体" panose="02010600030101010101" pitchFamily="2" charset="-122"/>
                      </a:rPr>
                      <m:t>=</m:t>
                    </m:r>
                    <m:d>
                      <m:dPr>
                        <m:ctrlPr>
                          <a:rPr lang="en-US" altLang="zh-CN" sz="2000" b="0" i="1" smtClean="0">
                            <a:latin typeface="Cambria Math" panose="02040503050406030204" pitchFamily="18" charset="0"/>
                            <a:ea typeface="宋体" panose="02010600030101010101" pitchFamily="2" charset="-122"/>
                          </a:rPr>
                        </m:ctrlPr>
                      </m:dPr>
                      <m:e>
                        <m:sSub>
                          <m:sSubPr>
                            <m:ctrlPr>
                              <a:rPr lang="en-US" altLang="zh-CN" sz="2000" b="0" i="1" smtClean="0">
                                <a:latin typeface="Cambria Math" panose="02040503050406030204" pitchFamily="18" charset="0"/>
                                <a:ea typeface="宋体" panose="02010600030101010101" pitchFamily="2" charset="-122"/>
                              </a:rPr>
                            </m:ctrlPr>
                          </m:sSubPr>
                          <m:e>
                            <m:r>
                              <a:rPr lang="en-US" altLang="zh-CN" sz="2000" b="0" i="1" smtClean="0">
                                <a:latin typeface="Cambria Math" panose="02040503050406030204" pitchFamily="18" charset="0"/>
                                <a:ea typeface="宋体" panose="02010600030101010101" pitchFamily="2" charset="-122"/>
                              </a:rPr>
                              <m:t>𝑝</m:t>
                            </m:r>
                          </m:e>
                          <m:sub>
                            <m:r>
                              <a:rPr lang="en-US" altLang="zh-CN" sz="2000" b="0" i="1" smtClean="0">
                                <a:latin typeface="Cambria Math" panose="02040503050406030204" pitchFamily="18" charset="0"/>
                                <a:ea typeface="宋体" panose="02010600030101010101" pitchFamily="2" charset="-122"/>
                              </a:rPr>
                              <m:t>𝑖</m:t>
                            </m:r>
                            <m:r>
                              <a:rPr lang="en-US" altLang="zh-CN" sz="2000" b="0" i="1" smtClean="0">
                                <a:latin typeface="Cambria Math" panose="02040503050406030204" pitchFamily="18" charset="0"/>
                                <a:ea typeface="宋体" panose="02010600030101010101" pitchFamily="2" charset="-122"/>
                              </a:rPr>
                              <m:t>1,</m:t>
                            </m:r>
                            <m:r>
                              <a:rPr lang="en-US" altLang="zh-CN" sz="2000" b="0" i="1" smtClean="0">
                                <a:latin typeface="Cambria Math" panose="02040503050406030204" pitchFamily="18" charset="0"/>
                                <a:ea typeface="宋体" panose="02010600030101010101" pitchFamily="2" charset="-122"/>
                              </a:rPr>
                              <m:t>𝑝𝑏𝑒𝑠𝑡</m:t>
                            </m:r>
                          </m:sub>
                        </m:sSub>
                        <m:r>
                          <a:rPr lang="en-US" altLang="zh-CN" sz="2000" b="0" i="1" smtClean="0">
                            <a:latin typeface="Cambria Math" panose="02040503050406030204" pitchFamily="18" charset="0"/>
                            <a:ea typeface="宋体" panose="02010600030101010101" pitchFamily="2" charset="-122"/>
                          </a:rPr>
                          <m:t>,</m:t>
                        </m:r>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𝑝</m:t>
                            </m:r>
                          </m:e>
                          <m:sub>
                            <m:r>
                              <a:rPr lang="en-US" altLang="zh-CN" sz="2000" i="1">
                                <a:latin typeface="Cambria Math" panose="02040503050406030204" pitchFamily="18" charset="0"/>
                                <a:ea typeface="宋体" panose="02010600030101010101" pitchFamily="2" charset="-122"/>
                              </a:rPr>
                              <m:t>𝑖</m:t>
                            </m:r>
                            <m:r>
                              <a:rPr lang="en-US" altLang="zh-CN" sz="2000" b="0" i="1" smtClean="0">
                                <a:latin typeface="Cambria Math" panose="02040503050406030204" pitchFamily="18" charset="0"/>
                                <a:ea typeface="宋体" panose="02010600030101010101" pitchFamily="2" charset="-122"/>
                              </a:rPr>
                              <m:t>2,</m:t>
                            </m:r>
                            <m:r>
                              <a:rPr lang="en-US" altLang="zh-CN" sz="2000" b="0" i="1" smtClean="0">
                                <a:latin typeface="Cambria Math" panose="02040503050406030204" pitchFamily="18" charset="0"/>
                                <a:ea typeface="宋体" panose="02010600030101010101" pitchFamily="2" charset="-122"/>
                              </a:rPr>
                              <m:t>𝑝𝑏𝑒𝑠𝑡</m:t>
                            </m:r>
                          </m:sub>
                        </m:sSub>
                        <m:r>
                          <a:rPr lang="en-US" altLang="zh-CN" sz="2000" b="0" i="1" smtClean="0">
                            <a:latin typeface="Cambria Math" panose="02040503050406030204" pitchFamily="18" charset="0"/>
                            <a:ea typeface="宋体" panose="02010600030101010101" pitchFamily="2" charset="-122"/>
                          </a:rPr>
                          <m:t>,…,</m:t>
                        </m:r>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𝑝</m:t>
                            </m:r>
                          </m:e>
                          <m:sub>
                            <m:r>
                              <a:rPr lang="en-US" altLang="zh-CN" sz="2000" i="1">
                                <a:latin typeface="Cambria Math" panose="02040503050406030204" pitchFamily="18" charset="0"/>
                                <a:ea typeface="宋体" panose="02010600030101010101" pitchFamily="2" charset="-122"/>
                              </a:rPr>
                              <m:t>𝑖</m:t>
                            </m:r>
                            <m:r>
                              <a:rPr lang="en-US" altLang="zh-CN" sz="2000" b="0" i="1" smtClean="0">
                                <a:latin typeface="Cambria Math" panose="02040503050406030204" pitchFamily="18" charset="0"/>
                                <a:ea typeface="宋体" panose="02010600030101010101" pitchFamily="2" charset="-122"/>
                              </a:rPr>
                              <m:t>𝐷</m:t>
                            </m:r>
                            <m:r>
                              <a:rPr lang="en-US" altLang="zh-CN" sz="2000" b="0" i="1" smtClean="0">
                                <a:latin typeface="Cambria Math" panose="02040503050406030204" pitchFamily="18" charset="0"/>
                                <a:ea typeface="宋体" panose="02010600030101010101" pitchFamily="2" charset="-122"/>
                              </a:rPr>
                              <m:t>,</m:t>
                            </m:r>
                            <m:r>
                              <a:rPr lang="en-US" altLang="zh-CN" sz="2000" b="0" i="1" smtClean="0">
                                <a:latin typeface="Cambria Math" panose="02040503050406030204" pitchFamily="18" charset="0"/>
                                <a:ea typeface="宋体" panose="02010600030101010101" pitchFamily="2" charset="-122"/>
                              </a:rPr>
                              <m:t>𝑝𝑏𝑒𝑠𝑡</m:t>
                            </m:r>
                          </m:sub>
                        </m:sSub>
                      </m:e>
                    </m:d>
                  </m:oMath>
                </a14:m>
                <a:endParaRPr lang="en-US" altLang="zh-CN" sz="2000" b="0" dirty="0">
                  <a:latin typeface="宋体" panose="02010600030101010101" pitchFamily="2" charset="-122"/>
                  <a:ea typeface="宋体" panose="02010600030101010101" pitchFamily="2" charset="-122"/>
                </a:endParaRPr>
              </a:p>
              <a:p>
                <a:pPr marL="457200" indent="-457200">
                  <a:lnSpc>
                    <a:spcPct val="150000"/>
                  </a:lnSpc>
                  <a:buFont typeface="+mj-ea"/>
                  <a:buAutoNum type="circleNumDbPlain"/>
                </a:pPr>
                <a:r>
                  <a:rPr lang="zh-CN" altLang="en-US" sz="2000" dirty="0">
                    <a:latin typeface="宋体" panose="02010600030101010101" pitchFamily="2" charset="-122"/>
                    <a:ea typeface="宋体" panose="02010600030101010101" pitchFamily="2" charset="-122"/>
                  </a:rPr>
                  <a:t>群体搜索到的最优位置（群体最优解）：</a:t>
                </a:r>
                <a:r>
                  <a:rPr lang="en-US" altLang="zh-CN" sz="2000" dirty="0">
                    <a:ea typeface="宋体" panose="02010600030101010101" pitchFamily="2" charset="-122"/>
                  </a:rPr>
                  <a:t> </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𝑃</m:t>
                        </m:r>
                      </m:e>
                      <m:sub>
                        <m:r>
                          <a:rPr lang="en-US" altLang="zh-CN" sz="2000" i="1">
                            <a:latin typeface="Cambria Math" panose="02040503050406030204" pitchFamily="18" charset="0"/>
                            <a:ea typeface="宋体" panose="02010600030101010101" pitchFamily="2" charset="-122"/>
                          </a:rPr>
                          <m:t>𝑑</m:t>
                        </m:r>
                        <m:r>
                          <a:rPr lang="en-US" altLang="zh-CN" sz="2000" i="1">
                            <a:latin typeface="Cambria Math" panose="02040503050406030204" pitchFamily="18" charset="0"/>
                            <a:ea typeface="宋体" panose="02010600030101010101" pitchFamily="2" charset="-122"/>
                          </a:rPr>
                          <m:t>,</m:t>
                        </m:r>
                        <m:r>
                          <a:rPr lang="en-US" altLang="zh-CN" sz="2000" b="0" i="1" smtClean="0">
                            <a:latin typeface="Cambria Math" panose="02040503050406030204" pitchFamily="18" charset="0"/>
                            <a:ea typeface="宋体" panose="02010600030101010101" pitchFamily="2" charset="-122"/>
                          </a:rPr>
                          <m:t>𝑔</m:t>
                        </m:r>
                        <m:r>
                          <a:rPr lang="en-US" altLang="zh-CN" sz="2000" i="1">
                            <a:latin typeface="Cambria Math" panose="02040503050406030204" pitchFamily="18" charset="0"/>
                            <a:ea typeface="宋体" panose="02010600030101010101" pitchFamily="2" charset="-122"/>
                          </a:rPr>
                          <m:t>𝑏𝑒𝑠𝑡</m:t>
                        </m:r>
                      </m:sub>
                    </m:sSub>
                    <m:r>
                      <a:rPr lang="en-US" altLang="zh-CN" sz="2000" i="1">
                        <a:latin typeface="Cambria Math" panose="02040503050406030204" pitchFamily="18" charset="0"/>
                        <a:ea typeface="宋体" panose="02010600030101010101" pitchFamily="2" charset="-122"/>
                      </a:rPr>
                      <m:t>=</m:t>
                    </m:r>
                    <m:d>
                      <m:dPr>
                        <m:ctrlPr>
                          <a:rPr lang="en-US" altLang="zh-CN" sz="2000" i="1">
                            <a:latin typeface="Cambria Math" panose="02040503050406030204" pitchFamily="18" charset="0"/>
                            <a:ea typeface="宋体" panose="02010600030101010101" pitchFamily="2" charset="-122"/>
                          </a:rPr>
                        </m:ctrlPr>
                      </m:dPr>
                      <m:e>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𝑝</m:t>
                            </m:r>
                          </m:e>
                          <m:sub>
                            <m:r>
                              <a:rPr lang="en-US" altLang="zh-CN" sz="2000" i="1">
                                <a:latin typeface="Cambria Math" panose="02040503050406030204" pitchFamily="18" charset="0"/>
                                <a:ea typeface="宋体" panose="02010600030101010101" pitchFamily="2" charset="-122"/>
                              </a:rPr>
                              <m:t>1</m:t>
                            </m:r>
                            <m:r>
                              <a:rPr lang="en-US" altLang="zh-CN" sz="2000" b="0" i="1" smtClean="0">
                                <a:latin typeface="Cambria Math" panose="02040503050406030204" pitchFamily="18" charset="0"/>
                                <a:ea typeface="宋体" panose="02010600030101010101" pitchFamily="2" charset="-122"/>
                              </a:rPr>
                              <m:t>,</m:t>
                            </m:r>
                            <m:r>
                              <a:rPr lang="en-US" altLang="zh-CN" sz="2000" b="0" i="1" smtClean="0">
                                <a:latin typeface="Cambria Math" panose="02040503050406030204" pitchFamily="18" charset="0"/>
                                <a:ea typeface="宋体" panose="02010600030101010101" pitchFamily="2" charset="-122"/>
                              </a:rPr>
                              <m:t>𝑔𝑏𝑒𝑠𝑡</m:t>
                            </m:r>
                          </m:sub>
                        </m:sSub>
                        <m:r>
                          <a:rPr lang="en-US" altLang="zh-CN" sz="2000" i="1">
                            <a:latin typeface="Cambria Math" panose="02040503050406030204" pitchFamily="18" charset="0"/>
                            <a:ea typeface="宋体" panose="02010600030101010101" pitchFamily="2" charset="-122"/>
                          </a:rPr>
                          <m:t>,</m:t>
                        </m:r>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𝑝</m:t>
                            </m:r>
                          </m:e>
                          <m:sub>
                            <m:r>
                              <a:rPr lang="en-US" altLang="zh-CN" sz="2000" i="1">
                                <a:latin typeface="Cambria Math" panose="02040503050406030204" pitchFamily="18" charset="0"/>
                                <a:ea typeface="宋体" panose="02010600030101010101" pitchFamily="2" charset="-122"/>
                              </a:rPr>
                              <m:t>2</m:t>
                            </m:r>
                            <m:r>
                              <a:rPr lang="en-US" altLang="zh-CN" sz="2000" b="0" i="1" smtClean="0">
                                <a:latin typeface="Cambria Math" panose="02040503050406030204" pitchFamily="18" charset="0"/>
                                <a:ea typeface="宋体" panose="02010600030101010101" pitchFamily="2" charset="-122"/>
                              </a:rPr>
                              <m:t>,</m:t>
                            </m:r>
                            <m:r>
                              <a:rPr lang="en-US" altLang="zh-CN" sz="2000" b="0" i="1" smtClean="0">
                                <a:latin typeface="Cambria Math" panose="02040503050406030204" pitchFamily="18" charset="0"/>
                                <a:ea typeface="宋体" panose="02010600030101010101" pitchFamily="2" charset="-122"/>
                              </a:rPr>
                              <m:t>𝑔𝑏𝑒𝑠𝑡</m:t>
                            </m:r>
                          </m:sub>
                        </m:sSub>
                        <m:r>
                          <a:rPr lang="en-US" altLang="zh-CN" sz="2000" i="1">
                            <a:latin typeface="Cambria Math" panose="02040503050406030204" pitchFamily="18" charset="0"/>
                            <a:ea typeface="宋体" panose="02010600030101010101" pitchFamily="2" charset="-122"/>
                          </a:rPr>
                          <m:t>,…,</m:t>
                        </m:r>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𝑝</m:t>
                            </m:r>
                          </m:e>
                          <m:sub>
                            <m:r>
                              <a:rPr lang="en-US" altLang="zh-CN" sz="2000" i="1">
                                <a:latin typeface="Cambria Math" panose="02040503050406030204" pitchFamily="18" charset="0"/>
                                <a:ea typeface="宋体" panose="02010600030101010101" pitchFamily="2" charset="-122"/>
                              </a:rPr>
                              <m:t>𝐷</m:t>
                            </m:r>
                            <m:r>
                              <a:rPr lang="en-US" altLang="zh-CN" sz="2000" b="0" i="1" smtClean="0">
                                <a:latin typeface="Cambria Math" panose="02040503050406030204" pitchFamily="18" charset="0"/>
                                <a:ea typeface="宋体" panose="02010600030101010101" pitchFamily="2" charset="-122"/>
                              </a:rPr>
                              <m:t>,</m:t>
                            </m:r>
                            <m:r>
                              <a:rPr lang="en-US" altLang="zh-CN" sz="2000" b="0" i="1" smtClean="0">
                                <a:latin typeface="Cambria Math" panose="02040503050406030204" pitchFamily="18" charset="0"/>
                                <a:ea typeface="宋体" panose="02010600030101010101" pitchFamily="2" charset="-122"/>
                              </a:rPr>
                              <m:t>𝑔𝑏𝑒𝑠𝑡</m:t>
                            </m:r>
                          </m:sub>
                        </m:sSub>
                      </m:e>
                    </m:d>
                  </m:oMath>
                </a14:m>
                <a:endParaRPr lang="en-US" altLang="zh-CN" sz="2000" dirty="0">
                  <a:ea typeface="宋体" panose="02010600030101010101" pitchFamily="2" charset="-122"/>
                </a:endParaRPr>
              </a:p>
              <a:p>
                <a:pPr marL="457200" indent="-457200">
                  <a:lnSpc>
                    <a:spcPct val="150000"/>
                  </a:lnSpc>
                  <a:buFont typeface="+mj-ea"/>
                  <a:buAutoNum type="circleNumDbPlain"/>
                </a:pPr>
                <a:r>
                  <a:rPr lang="zh-CN" altLang="en-US" sz="2000" dirty="0">
                    <a:latin typeface="宋体" panose="02010600030101010101" pitchFamily="2" charset="-122"/>
                    <a:ea typeface="宋体" panose="02010600030101010101" pitchFamily="2" charset="-122"/>
                  </a:rPr>
                  <a:t>第 </a:t>
                </a:r>
                <a14:m>
                  <m:oMath xmlns:m="http://schemas.openxmlformats.org/officeDocument/2006/math">
                    <m:r>
                      <a:rPr lang="en-US" altLang="zh-CN" sz="2000" i="1">
                        <a:latin typeface="Cambria Math" panose="02040503050406030204" pitchFamily="18" charset="0"/>
                        <a:ea typeface="宋体" panose="02010600030101010101" pitchFamily="2" charset="-122"/>
                      </a:rPr>
                      <m:t>𝑖</m:t>
                    </m:r>
                  </m:oMath>
                </a14:m>
                <a:r>
                  <a:rPr lang="zh-CN" altLang="en-US" sz="2000" dirty="0">
                    <a:latin typeface="宋体" panose="02010600030101010101" pitchFamily="2" charset="-122"/>
                    <a:ea typeface="宋体" panose="02010600030101010101" pitchFamily="2" charset="-122"/>
                  </a:rPr>
                  <a:t> 个粒子搜索到的最优位置的适应值为：</a:t>
                </a:r>
                <a14:m>
                  <m:oMath xmlns:m="http://schemas.openxmlformats.org/officeDocument/2006/math">
                    <m:sSub>
                      <m:sSubPr>
                        <m:ctrlPr>
                          <a:rPr lang="en-US" altLang="zh-CN" sz="2000" i="1" smtClean="0">
                            <a:latin typeface="Cambria Math" panose="02040503050406030204" pitchFamily="18" charset="0"/>
                            <a:ea typeface="宋体" panose="02010600030101010101" pitchFamily="2" charset="-122"/>
                          </a:rPr>
                        </m:ctrlPr>
                      </m:sSubPr>
                      <m:e>
                        <m:r>
                          <a:rPr lang="en-US" altLang="zh-CN" sz="2000" b="0" i="1" smtClean="0">
                            <a:latin typeface="Cambria Math" panose="02040503050406030204" pitchFamily="18" charset="0"/>
                            <a:ea typeface="宋体" panose="02010600030101010101" pitchFamily="2" charset="-122"/>
                          </a:rPr>
                          <m:t>𝑓</m:t>
                        </m:r>
                      </m:e>
                      <m:sub>
                        <m:r>
                          <a:rPr lang="en-US" altLang="zh-CN" sz="2000" b="0" i="1" smtClean="0">
                            <a:latin typeface="Cambria Math" panose="02040503050406030204" pitchFamily="18" charset="0"/>
                            <a:ea typeface="宋体" panose="02010600030101010101" pitchFamily="2" charset="-122"/>
                          </a:rPr>
                          <m:t>𝑝</m:t>
                        </m:r>
                      </m:sub>
                    </m:sSub>
                  </m:oMath>
                </a14:m>
                <a:endParaRPr lang="en-US" altLang="zh-CN" sz="2000" dirty="0">
                  <a:latin typeface="宋体" panose="02010600030101010101" pitchFamily="2" charset="-122"/>
                  <a:ea typeface="宋体" panose="02010600030101010101" pitchFamily="2" charset="-122"/>
                </a:endParaRPr>
              </a:p>
              <a:p>
                <a:pPr marL="457200" indent="-457200">
                  <a:lnSpc>
                    <a:spcPct val="150000"/>
                  </a:lnSpc>
                  <a:buFont typeface="+mj-ea"/>
                  <a:buAutoNum type="circleNumDbPlain"/>
                </a:pPr>
                <a:r>
                  <a:rPr lang="zh-CN" altLang="en-US" sz="2000" dirty="0">
                    <a:latin typeface="宋体" panose="02010600030101010101" pitchFamily="2" charset="-122"/>
                    <a:ea typeface="宋体" panose="02010600030101010101" pitchFamily="2" charset="-122"/>
                  </a:rPr>
                  <a:t>群体搜索到的最优位置的适应值为：</a:t>
                </a:r>
                <a:r>
                  <a:rPr lang="en-US" altLang="zh-CN" sz="2000" dirty="0">
                    <a:ea typeface="宋体" panose="02010600030101010101" pitchFamily="2" charset="-122"/>
                  </a:rPr>
                  <a:t> </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𝑓</m:t>
                        </m:r>
                      </m:e>
                      <m:sub>
                        <m:r>
                          <m:rPr>
                            <m:sty m:val="p"/>
                          </m:rPr>
                          <a:rPr lang="en-US" altLang="zh-CN" sz="2000" i="1" smtClean="0">
                            <a:latin typeface="Cambria Math" panose="02040503050406030204" pitchFamily="18" charset="0"/>
                            <a:ea typeface="宋体" panose="02010600030101010101" pitchFamily="2" charset="-122"/>
                          </a:rPr>
                          <m:t>g</m:t>
                        </m:r>
                      </m:sub>
                    </m:sSub>
                  </m:oMath>
                </a14:m>
                <a:endParaRPr lang="en-US" altLang="zh-CN" sz="2000" dirty="0">
                  <a:latin typeface="宋体" panose="02010600030101010101" pitchFamily="2" charset="-122"/>
                  <a:ea typeface="宋体" panose="02010600030101010101" pitchFamily="2" charset="-122"/>
                </a:endParaRPr>
              </a:p>
            </p:txBody>
          </p:sp>
        </mc:Choice>
        <mc:Fallback>
          <p:sp>
            <p:nvSpPr>
              <p:cNvPr id="10" name="文本框 9">
                <a:extLst>
                  <a:ext uri="{FF2B5EF4-FFF2-40B4-BE49-F238E27FC236}">
                    <a16:creationId xmlns:a16="http://schemas.microsoft.com/office/drawing/2014/main" id="{A8A7CD91-A11E-F593-32F8-2B7F2FECE608}"/>
                  </a:ext>
                </a:extLst>
              </p:cNvPr>
              <p:cNvSpPr txBox="1">
                <a:spLocks noRot="1" noChangeAspect="1" noMove="1" noResize="1" noEditPoints="1" noAdjustHandles="1" noChangeArrowheads="1" noChangeShapeType="1" noTextEdit="1"/>
              </p:cNvSpPr>
              <p:nvPr/>
            </p:nvSpPr>
            <p:spPr>
              <a:xfrm>
                <a:off x="563032" y="862013"/>
                <a:ext cx="11628967" cy="5762347"/>
              </a:xfrm>
              <a:prstGeom prst="rect">
                <a:avLst/>
              </a:prstGeom>
              <a:blipFill>
                <a:blip r:embed="rId4"/>
                <a:stretch>
                  <a:fillRect l="-524" b="-1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27335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7">
            <a:extLst>
              <a:ext uri="{FF2B5EF4-FFF2-40B4-BE49-F238E27FC236}">
                <a16:creationId xmlns:a16="http://schemas.microsoft.com/office/drawing/2014/main" id="{665FC26F-6AFB-471B-939F-00FA84FCC06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21345A0D-B523-4567-8575-7A396846E8EC}"/>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1031845D-5D1D-470D-91F6-38256B322756}"/>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D7DA4BBD-CE23-4A97-9E52-C288770EF236}"/>
              </a:ext>
            </a:extLst>
          </p:cNvPr>
          <p:cNvSpPr txBox="1"/>
          <p:nvPr/>
        </p:nvSpPr>
        <p:spPr>
          <a:xfrm>
            <a:off x="563033" y="338793"/>
            <a:ext cx="5267833" cy="523220"/>
          </a:xfrm>
          <a:prstGeom prst="rect">
            <a:avLst/>
          </a:prstGeom>
          <a:noFill/>
        </p:spPr>
        <p:txBody>
          <a:bodyPr wrap="square" rtlCol="0">
            <a:spAutoFit/>
          </a:bodyPr>
          <a:lstStyle/>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PSO</a:t>
            </a:r>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算法步骤</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3BF0B285-E132-8C06-2BF4-B4349B541E01}"/>
              </a:ext>
            </a:extLst>
          </p:cNvPr>
          <p:cNvSpPr txBox="1"/>
          <p:nvPr/>
        </p:nvSpPr>
        <p:spPr>
          <a:xfrm>
            <a:off x="469899" y="1020197"/>
            <a:ext cx="6007101" cy="4708981"/>
          </a:xfrm>
          <a:prstGeom prst="rect">
            <a:avLst/>
          </a:prstGeom>
          <a:noFill/>
        </p:spPr>
        <p:txBody>
          <a:bodyPr wrap="square">
            <a:spAutoFit/>
          </a:bodyPr>
          <a:lstStyle/>
          <a:p>
            <a:pPr algn="just"/>
            <a:r>
              <a:rPr lang="zh-CN" altLang="en-US" sz="2000" b="1" kern="100" dirty="0">
                <a:effectLst/>
                <a:latin typeface="Times New Roman" panose="02020603050405020304" pitchFamily="18" charset="0"/>
                <a:ea typeface="宋体" panose="02010600030101010101" pitchFamily="2" charset="-122"/>
                <a:cs typeface="Times New Roman" panose="02020603050405020304" pitchFamily="18" charset="0"/>
              </a:rPr>
              <a:t>初始化阶段</a:t>
            </a:r>
            <a:endParaRPr lang="en-US" altLang="zh-CN" sz="20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输入参数：粒子规模、维度、迭代次数、惯性权重、学习因子等</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随机初始化所有粒子的位置与速度</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计算并记录每个粒子的个体最优和群体最优</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endParaRPr lang="en-US" altLang="zh-CN" sz="2000" kern="100" dirty="0">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en-US" sz="2000" b="1" kern="100" dirty="0">
                <a:effectLst/>
                <a:latin typeface="Times New Roman" panose="02020603050405020304" pitchFamily="18" charset="0"/>
                <a:ea typeface="宋体" panose="02010600030101010101" pitchFamily="2" charset="-122"/>
                <a:cs typeface="Times New Roman" panose="02020603050405020304" pitchFamily="18" charset="0"/>
              </a:rPr>
              <a:t>迭代优化阶段</a:t>
            </a:r>
            <a:endParaRPr lang="en-US" altLang="zh-CN" sz="20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457200" indent="-457200" algn="just">
              <a:buFont typeface="+mj-lt"/>
              <a:buAutoNum type="arabicPeriod"/>
            </a:pPr>
            <a:r>
              <a:rPr lang="zh-CN" altLang="en-US" sz="20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更新粒子的速度与位置</a:t>
            </a:r>
            <a:endParaRPr lang="en-US" altLang="zh-CN" sz="20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457200" indent="-457200" algn="just">
              <a:buFont typeface="+mj-lt"/>
              <a:buAutoNum type="arabicPeriod"/>
            </a:pP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计算每个粒子的适应值</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457200" indent="-457200" algn="just">
              <a:buFont typeface="+mj-lt"/>
              <a:buAutoNum type="arabicPeriod"/>
            </a:pP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更新个体历史最优与群体历史最优</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457200" indent="-457200" algn="just">
              <a:buFont typeface="+mj-lt"/>
              <a:buAutoNum type="arabicPeriod"/>
            </a:pP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动态调整惯性权重等参数</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en-US" sz="2000" b="1" kern="100" dirty="0">
                <a:effectLst/>
                <a:latin typeface="Times New Roman" panose="02020603050405020304" pitchFamily="18" charset="0"/>
                <a:ea typeface="宋体" panose="02010600030101010101" pitchFamily="2" charset="-122"/>
                <a:cs typeface="Times New Roman" panose="02020603050405020304" pitchFamily="18" charset="0"/>
              </a:rPr>
              <a:t>终止与输出</a:t>
            </a:r>
            <a:endParaRPr lang="en-US" altLang="zh-CN" sz="20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满足结束条件（达到最大迭代次数 </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适应值变化小于阈值）时，停止迭代输出全局最优解，完成算法</a:t>
            </a:r>
            <a:r>
              <a:rPr lang="zh-CN" altLang="en-US" sz="2000"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8" name="图片 7">
            <a:extLst>
              <a:ext uri="{FF2B5EF4-FFF2-40B4-BE49-F238E27FC236}">
                <a16:creationId xmlns:a16="http://schemas.microsoft.com/office/drawing/2014/main" id="{3FA65E42-16B9-C922-C6B0-CB6A8821D095}"/>
              </a:ext>
            </a:extLst>
          </p:cNvPr>
          <p:cNvPicPr>
            <a:picLocks noChangeAspect="1"/>
          </p:cNvPicPr>
          <p:nvPr/>
        </p:nvPicPr>
        <p:blipFill>
          <a:blip r:embed="rId4"/>
          <a:stretch>
            <a:fillRect/>
          </a:stretch>
        </p:blipFill>
        <p:spPr>
          <a:xfrm>
            <a:off x="7257539" y="999918"/>
            <a:ext cx="4677815" cy="5858082"/>
          </a:xfrm>
          <a:prstGeom prst="rect">
            <a:avLst/>
          </a:prstGeom>
        </p:spPr>
      </p:pic>
    </p:spTree>
    <p:extLst>
      <p:ext uri="{BB962C8B-B14F-4D97-AF65-F5344CB8AC3E}">
        <p14:creationId xmlns:p14="http://schemas.microsoft.com/office/powerpoint/2010/main" val="3991085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0B8F6-4550-3996-BDA3-F139C51FF335}"/>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7909899A-7D66-F3C9-A143-3BFB47210B2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25315B42-5F2C-6A42-A072-8C8CC689BBB9}"/>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F0CE2DE4-F74C-0857-0853-46B714F485E2}"/>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F8BB49DF-3533-3AC1-4DA8-EF73F654C99B}"/>
              </a:ext>
            </a:extLst>
          </p:cNvPr>
          <p:cNvSpPr txBox="1"/>
          <p:nvPr/>
        </p:nvSpPr>
        <p:spPr>
          <a:xfrm>
            <a:off x="563033" y="338793"/>
            <a:ext cx="5267833"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速度</a:t>
            </a:r>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&amp;</a:t>
            </a:r>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位置更新</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2128A871-6DBC-D12C-3BB5-EB9AB9BB8086}"/>
              </a:ext>
            </a:extLst>
          </p:cNvPr>
          <p:cNvSpPr txBox="1"/>
          <p:nvPr/>
        </p:nvSpPr>
        <p:spPr>
          <a:xfrm>
            <a:off x="534036" y="936625"/>
            <a:ext cx="10515599" cy="707886"/>
          </a:xfrm>
          <a:prstGeom prst="rect">
            <a:avLst/>
          </a:prstGeom>
          <a:noFill/>
        </p:spPr>
        <p:txBody>
          <a:bodyPr wrap="square">
            <a:spAutoFit/>
          </a:bodyP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速度更新公式：</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EAB2FF7B-4D52-CEF0-5185-8D848739880F}"/>
              </a:ext>
            </a:extLst>
          </p:cNvPr>
          <p:cNvPicPr>
            <a:picLocks noChangeAspect="1"/>
          </p:cNvPicPr>
          <p:nvPr/>
        </p:nvPicPr>
        <p:blipFill>
          <a:blip r:embed="rId4"/>
          <a:stretch>
            <a:fillRect/>
          </a:stretch>
        </p:blipFill>
        <p:spPr>
          <a:xfrm>
            <a:off x="3118406" y="1290568"/>
            <a:ext cx="5346857" cy="530408"/>
          </a:xfrm>
          <a:prstGeom prst="rect">
            <a:avLst/>
          </a:prstGeom>
        </p:spPr>
      </p:pic>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6798843B-B36D-E4F2-1A33-FF93F743B1E9}"/>
                  </a:ext>
                </a:extLst>
              </p:cNvPr>
              <p:cNvSpPr txBox="1"/>
              <p:nvPr/>
            </p:nvSpPr>
            <p:spPr>
              <a:xfrm>
                <a:off x="563033" y="1644511"/>
                <a:ext cx="11214100" cy="4951805"/>
              </a:xfrm>
              <a:prstGeom prst="rect">
                <a:avLst/>
              </a:prstGeom>
              <a:noFill/>
            </p:spPr>
            <p:txBody>
              <a:bodyPr wrap="square">
                <a:spAutoFit/>
              </a:bodyPr>
              <a:lstStyle/>
              <a:p>
                <a:pPr algn="l">
                  <a:lnSpc>
                    <a:spcPct val="150000"/>
                  </a:lnSpc>
                  <a:buNone/>
                </a:pPr>
                <a:r>
                  <a:rPr lang="zh-CN" altLang="en-US" kern="100" dirty="0">
                    <a:latin typeface="宋体" panose="02010600030101010101" pitchFamily="2" charset="-122"/>
                    <a:ea typeface="宋体" panose="02010600030101010101" pitchFamily="2" charset="-122"/>
                    <a:cs typeface="Times New Roman" panose="02020603050405020304" pitchFamily="18" charset="0"/>
                  </a:rPr>
                  <a:t>① 第一项：惯性部分</a:t>
                </a:r>
              </a:p>
              <a:p>
                <a:pPr algn="l">
                  <a:lnSpc>
                    <a:spcPct val="150000"/>
                  </a:lnSpc>
                  <a:buNone/>
                </a:pPr>
                <a:r>
                  <a:rPr lang="zh-CN" altLang="en-US" kern="100" dirty="0">
                    <a:latin typeface="宋体" panose="02010600030101010101" pitchFamily="2" charset="-122"/>
                    <a:ea typeface="宋体" panose="02010600030101010101" pitchFamily="2" charset="-122"/>
                    <a:cs typeface="Times New Roman" panose="02020603050405020304" pitchFamily="18" charset="0"/>
                  </a:rPr>
                  <a:t>由惯性权重</a:t>
                </a:r>
                <a:r>
                  <a:rPr lang="en-US" altLang="zh-CN" kern="100" dirty="0">
                    <a:latin typeface="宋体" panose="02010600030101010101" pitchFamily="2" charset="-122"/>
                    <a:ea typeface="宋体" panose="02010600030101010101" pitchFamily="2" charset="-122"/>
                    <a:cs typeface="Times New Roman" panose="02020603050405020304" pitchFamily="18" charset="0"/>
                  </a:rPr>
                  <a:t>(w)</a:t>
                </a:r>
                <a:r>
                  <a:rPr lang="zh-CN" altLang="en-US" kern="100" dirty="0">
                    <a:latin typeface="宋体" panose="02010600030101010101" pitchFamily="2" charset="-122"/>
                    <a:ea typeface="宋体" panose="02010600030101010101" pitchFamily="2" charset="-122"/>
                    <a:cs typeface="Times New Roman" panose="02020603050405020304" pitchFamily="18" charset="0"/>
                  </a:rPr>
                  <a:t>和粒子自身速度</a:t>
                </a:r>
                <a:r>
                  <a:rPr lang="en-US" altLang="zh-CN" kern="100" dirty="0">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latin typeface="宋体" panose="02010600030101010101" pitchFamily="2" charset="-122"/>
                    <a:ea typeface="宋体" panose="02010600030101010101" pitchFamily="2" charset="-122"/>
                    <a:cs typeface="Times New Roman" panose="02020603050405020304" pitchFamily="18" charset="0"/>
                  </a:rPr>
                  <a:t>粒子</a:t>
                </a:r>
                <a:r>
                  <a:rPr lang="en-US" altLang="zh-CN" kern="100" dirty="0" err="1">
                    <a:latin typeface="宋体" panose="02010600030101010101" pitchFamily="2" charset="-122"/>
                    <a:ea typeface="宋体" panose="02010600030101010101" pitchFamily="2" charset="-122"/>
                    <a:cs typeface="Times New Roman" panose="02020603050405020304" pitchFamily="18" charset="0"/>
                  </a:rPr>
                  <a:t>i</a:t>
                </a:r>
                <a:r>
                  <a:rPr lang="zh-CN" altLang="en-US" kern="100" dirty="0">
                    <a:latin typeface="宋体" panose="02010600030101010101" pitchFamily="2" charset="-122"/>
                    <a:ea typeface="宋体" panose="02010600030101010101" pitchFamily="2" charset="-122"/>
                    <a:cs typeface="Times New Roman" panose="02020603050405020304" pitchFamily="18" charset="0"/>
                  </a:rPr>
                  <a:t>在第</a:t>
                </a:r>
                <a:r>
                  <a:rPr lang="en-US" altLang="zh-CN" kern="100" dirty="0">
                    <a:latin typeface="宋体" panose="02010600030101010101" pitchFamily="2" charset="-122"/>
                    <a:ea typeface="宋体" panose="02010600030101010101" pitchFamily="2" charset="-122"/>
                    <a:cs typeface="Times New Roman" panose="02020603050405020304" pitchFamily="18" charset="0"/>
                  </a:rPr>
                  <a:t>k</a:t>
                </a:r>
                <a:r>
                  <a:rPr lang="zh-CN" altLang="en-US" kern="100" dirty="0">
                    <a:latin typeface="宋体" panose="02010600030101010101" pitchFamily="2" charset="-122"/>
                    <a:ea typeface="宋体" panose="02010600030101010101" pitchFamily="2" charset="-122"/>
                    <a:cs typeface="Times New Roman" panose="02020603050405020304" pitchFamily="18" charset="0"/>
                  </a:rPr>
                  <a:t>次迭代中第</a:t>
                </a:r>
                <a:r>
                  <a:rPr lang="en-US" altLang="zh-CN" kern="100" dirty="0">
                    <a:latin typeface="宋体" panose="02010600030101010101" pitchFamily="2" charset="-122"/>
                    <a:ea typeface="宋体" panose="02010600030101010101" pitchFamily="2" charset="-122"/>
                    <a:cs typeface="Times New Roman" panose="02020603050405020304" pitchFamily="18" charset="0"/>
                  </a:rPr>
                  <a:t>d</a:t>
                </a:r>
                <a:r>
                  <a:rPr lang="zh-CN" altLang="en-US" kern="100" dirty="0">
                    <a:latin typeface="宋体" panose="02010600030101010101" pitchFamily="2" charset="-122"/>
                    <a:ea typeface="宋体" panose="02010600030101010101" pitchFamily="2" charset="-122"/>
                    <a:cs typeface="Times New Roman" panose="02020603050405020304" pitchFamily="18" charset="0"/>
                  </a:rPr>
                  <a:t>维的速度</a:t>
                </a:r>
                <a:r>
                  <a:rPr lang="en-US" altLang="zh-CN" kern="100" dirty="0">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latin typeface="宋体" panose="02010600030101010101" pitchFamily="2" charset="-122"/>
                    <a:ea typeface="宋体" panose="02010600030101010101" pitchFamily="2" charset="-122"/>
                    <a:cs typeface="Times New Roman" panose="02020603050405020304" pitchFamily="18" charset="0"/>
                  </a:rPr>
                  <a:t>构成，表示粒子对先前自身运动状态的信任。</a:t>
                </a:r>
              </a:p>
              <a:p>
                <a:pPr algn="l">
                  <a:lnSpc>
                    <a:spcPct val="150000"/>
                  </a:lnSpc>
                  <a:buNone/>
                </a:pPr>
                <a:r>
                  <a:rPr lang="zh-CN" altLang="en-US" kern="100" dirty="0">
                    <a:latin typeface="宋体" panose="02010600030101010101" pitchFamily="2" charset="-122"/>
                    <a:ea typeface="宋体" panose="02010600030101010101" pitchFamily="2" charset="-122"/>
                    <a:cs typeface="Times New Roman" panose="02020603050405020304" pitchFamily="18" charset="0"/>
                  </a:rPr>
                  <a:t>② 第二项：认知部分</a:t>
                </a:r>
              </a:p>
              <a:p>
                <a:pPr algn="l">
                  <a:lnSpc>
                    <a:spcPct val="150000"/>
                  </a:lnSpc>
                  <a:buNone/>
                </a:pPr>
                <a:r>
                  <a:rPr lang="zh-CN" altLang="en-US" kern="100" dirty="0">
                    <a:latin typeface="宋体" panose="02010600030101010101" pitchFamily="2" charset="-122"/>
                    <a:ea typeface="宋体" panose="02010600030101010101" pitchFamily="2" charset="-122"/>
                    <a:cs typeface="Times New Roman" panose="02020603050405020304" pitchFamily="18" charset="0"/>
                  </a:rPr>
                  <a:t>表示粒子本身的思考</a:t>
                </a:r>
                <a:r>
                  <a:rPr lang="en-US" altLang="zh-CN" kern="100" dirty="0">
                    <a:latin typeface="宋体" panose="02010600030101010101" pitchFamily="2" charset="-122"/>
                    <a:ea typeface="宋体" panose="02010600030101010101" pitchFamily="2" charset="-122"/>
                    <a:cs typeface="Times New Roman" panose="02020603050405020304" pitchFamily="18" charset="0"/>
                  </a:rPr>
                  <a:t>(</a:t>
                </a:r>
                <a14:m>
                  <m:oMath xmlns:m="http://schemas.openxmlformats.org/officeDocument/2006/math">
                    <m:sSub>
                      <m:sSubPr>
                        <m:ctrlPr>
                          <a:rPr lang="en-US" altLang="zh-CN" i="1" kern="100"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b="0" i="1" kern="100" smtClean="0">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b="0" i="1" kern="100" smtClean="0">
                            <a:latin typeface="Cambria Math" panose="02040503050406030204" pitchFamily="18" charset="0"/>
                            <a:ea typeface="宋体" panose="02010600030101010101" pitchFamily="2" charset="-122"/>
                            <a:cs typeface="Times New Roman" panose="02020603050405020304" pitchFamily="18" charset="0"/>
                          </a:rPr>
                          <m:t>1</m:t>
                        </m:r>
                      </m:sub>
                    </m:sSub>
                  </m:oMath>
                </a14:m>
                <a:r>
                  <a:rPr lang="zh-CN" altLang="en-US" kern="100" dirty="0">
                    <a:latin typeface="宋体" panose="02010600030101010101" pitchFamily="2" charset="-122"/>
                    <a:ea typeface="宋体" panose="02010600030101010101" pitchFamily="2" charset="-122"/>
                    <a:cs typeface="Times New Roman" panose="02020603050405020304" pitchFamily="18" charset="0"/>
                  </a:rPr>
                  <a:t>是个体学习因子，</a:t>
                </a:r>
                <a14:m>
                  <m:oMath xmlns:m="http://schemas.openxmlformats.org/officeDocument/2006/math">
                    <m:sSub>
                      <m:sSubPr>
                        <m:ctrlPr>
                          <a:rPr lang="en-US" altLang="zh-CN" i="1" kern="100"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b="0" i="1" kern="100" smtClean="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b="0" i="1" kern="100" smtClean="0">
                            <a:latin typeface="Cambria Math" panose="02040503050406030204" pitchFamily="18" charset="0"/>
                            <a:ea typeface="宋体" panose="02010600030101010101" pitchFamily="2" charset="-122"/>
                            <a:cs typeface="Times New Roman" panose="02020603050405020304" pitchFamily="18" charset="0"/>
                          </a:rPr>
                          <m:t>1</m:t>
                        </m:r>
                      </m:sub>
                    </m:sSub>
                  </m:oMath>
                </a14:m>
                <a:r>
                  <a:rPr lang="zh-CN" altLang="en-US" kern="100" dirty="0">
                    <a:latin typeface="宋体" panose="02010600030101010101" pitchFamily="2" charset="-122"/>
                    <a:ea typeface="宋体" panose="02010600030101010101" pitchFamily="2" charset="-122"/>
                    <a:cs typeface="Times New Roman" panose="02020603050405020304" pitchFamily="18" charset="0"/>
                  </a:rPr>
                  <a:t>是区间</a:t>
                </a:r>
                <a:r>
                  <a:rPr lang="en-US" altLang="zh-CN" kern="100" dirty="0">
                    <a:latin typeface="宋体" panose="02010600030101010101" pitchFamily="2" charset="-122"/>
                    <a:ea typeface="宋体" panose="02010600030101010101" pitchFamily="2" charset="-122"/>
                    <a:cs typeface="Times New Roman" panose="02020603050405020304" pitchFamily="18" charset="0"/>
                  </a:rPr>
                  <a:t>0-1</a:t>
                </a:r>
                <a:r>
                  <a:rPr lang="zh-CN" altLang="en-US" kern="100" dirty="0">
                    <a:latin typeface="宋体" panose="02010600030101010101" pitchFamily="2" charset="-122"/>
                    <a:ea typeface="宋体" panose="02010600030101010101" pitchFamily="2" charset="-122"/>
                    <a:cs typeface="Times New Roman" panose="02020603050405020304" pitchFamily="18" charset="0"/>
                  </a:rPr>
                  <a:t>的随机数</a:t>
                </a:r>
                <a:r>
                  <a:rPr lang="en-US" altLang="zh-CN" kern="100" dirty="0">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latin typeface="宋体" panose="02010600030101010101" pitchFamily="2" charset="-122"/>
                    <a:ea typeface="宋体" panose="02010600030101010101" pitchFamily="2" charset="-122"/>
                    <a:cs typeface="Times New Roman" panose="02020603050405020304" pitchFamily="18" charset="0"/>
                  </a:rPr>
                  <a:t>，即粒子自己经验的部分，可理解为粒子当前位置与自身历史最优位置之间的距离和方向。</a:t>
                </a:r>
              </a:p>
              <a:p>
                <a:pPr algn="l">
                  <a:lnSpc>
                    <a:spcPct val="150000"/>
                  </a:lnSpc>
                  <a:buNone/>
                </a:pPr>
                <a:r>
                  <a:rPr lang="zh-CN" altLang="en-US" kern="100" dirty="0">
                    <a:latin typeface="宋体" panose="02010600030101010101" pitchFamily="2" charset="-122"/>
                    <a:ea typeface="宋体" panose="02010600030101010101" pitchFamily="2" charset="-122"/>
                    <a:cs typeface="Times New Roman" panose="02020603050405020304" pitchFamily="18" charset="0"/>
                  </a:rPr>
                  <a:t>③ 第三项：社会部分</a:t>
                </a:r>
              </a:p>
              <a:p>
                <a:pPr>
                  <a:lnSpc>
                    <a:spcPct val="150000"/>
                  </a:lnSpc>
                </a:pPr>
                <a:r>
                  <a:rPr lang="zh-CN" altLang="en-US" kern="100" dirty="0">
                    <a:latin typeface="宋体" panose="02010600030101010101" pitchFamily="2" charset="-122"/>
                    <a:ea typeface="宋体" panose="02010600030101010101" pitchFamily="2" charset="-122"/>
                    <a:cs typeface="Times New Roman" panose="02020603050405020304" pitchFamily="18" charset="0"/>
                  </a:rPr>
                  <a:t>表示粒子之间的信息共享与合作</a:t>
                </a:r>
                <a:r>
                  <a:rPr lang="en-US" altLang="zh-CN" kern="100" dirty="0">
                    <a:latin typeface="宋体" panose="02010600030101010101" pitchFamily="2" charset="-122"/>
                    <a:ea typeface="宋体" panose="02010600030101010101" pitchFamily="2" charset="-122"/>
                    <a:cs typeface="Times New Roman" panose="02020603050405020304" pitchFamily="18" charset="0"/>
                  </a:rPr>
                  <a:t>(</a:t>
                </a:r>
                <a14:m>
                  <m:oMath xmlns:m="http://schemas.openxmlformats.org/officeDocument/2006/math">
                    <m:sSub>
                      <m:sSubPr>
                        <m:ctrlPr>
                          <a:rPr lang="en-US" altLang="zh-CN" i="1" kern="100"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b="0" i="1" kern="100" smtClean="0">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b="0" i="1" kern="100" smtClean="0">
                            <a:latin typeface="Cambria Math" panose="02040503050406030204" pitchFamily="18" charset="0"/>
                            <a:ea typeface="宋体" panose="02010600030101010101" pitchFamily="2" charset="-122"/>
                            <a:cs typeface="Times New Roman" panose="02020603050405020304" pitchFamily="18" charset="0"/>
                          </a:rPr>
                          <m:t>2</m:t>
                        </m:r>
                      </m:sub>
                    </m:sSub>
                  </m:oMath>
                </a14:m>
                <a:r>
                  <a:rPr lang="zh-CN" altLang="en-US" kern="100" dirty="0">
                    <a:latin typeface="宋体" panose="02010600030101010101" pitchFamily="2" charset="-122"/>
                    <a:ea typeface="宋体" panose="02010600030101010101" pitchFamily="2" charset="-122"/>
                    <a:cs typeface="Times New Roman" panose="02020603050405020304" pitchFamily="18" charset="0"/>
                  </a:rPr>
                  <a:t>是群体学习因子，</a:t>
                </a:r>
                <a14:m>
                  <m:oMath xmlns:m="http://schemas.openxmlformats.org/officeDocument/2006/math">
                    <m:sSub>
                      <m:sSubPr>
                        <m:ctrlPr>
                          <a:rPr lang="en-US" altLang="zh-CN" i="1" kern="10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b="0" i="1" kern="100" smtClean="0">
                            <a:latin typeface="Cambria Math" panose="02040503050406030204" pitchFamily="18" charset="0"/>
                            <a:ea typeface="宋体" panose="02010600030101010101" pitchFamily="2" charset="-122"/>
                            <a:cs typeface="Times New Roman" panose="02020603050405020304" pitchFamily="18" charset="0"/>
                          </a:rPr>
                          <m:t>2</m:t>
                        </m:r>
                      </m:sub>
                    </m:sSub>
                  </m:oMath>
                </a14:m>
                <a:r>
                  <a:rPr lang="zh-CN" altLang="en-US" kern="100" dirty="0">
                    <a:latin typeface="宋体" panose="02010600030101010101" pitchFamily="2" charset="-122"/>
                    <a:ea typeface="宋体" panose="02010600030101010101" pitchFamily="2" charset="-122"/>
                    <a:cs typeface="Times New Roman" panose="02020603050405020304" pitchFamily="18" charset="0"/>
                  </a:rPr>
                  <a:t>是区间</a:t>
                </a:r>
                <a:r>
                  <a:rPr lang="en-US" altLang="zh-CN" kern="100" dirty="0">
                    <a:latin typeface="宋体" panose="02010600030101010101" pitchFamily="2" charset="-122"/>
                    <a:ea typeface="宋体" panose="02010600030101010101" pitchFamily="2" charset="-122"/>
                    <a:cs typeface="Times New Roman" panose="02020603050405020304" pitchFamily="18" charset="0"/>
                  </a:rPr>
                  <a:t>0-1</a:t>
                </a:r>
                <a:r>
                  <a:rPr lang="zh-CN" altLang="en-US" kern="100" dirty="0">
                    <a:latin typeface="宋体" panose="02010600030101010101" pitchFamily="2" charset="-122"/>
                    <a:ea typeface="宋体" panose="02010600030101010101" pitchFamily="2" charset="-122"/>
                    <a:cs typeface="Times New Roman" panose="02020603050405020304" pitchFamily="18" charset="0"/>
                  </a:rPr>
                  <a:t>的随机数</a:t>
                </a:r>
                <a:r>
                  <a:rPr lang="en-US" altLang="zh-CN" kern="100" dirty="0">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latin typeface="宋体" panose="02010600030101010101" pitchFamily="2" charset="-122"/>
                    <a:ea typeface="宋体" panose="02010600030101010101" pitchFamily="2" charset="-122"/>
                    <a:cs typeface="Times New Roman" panose="02020603050405020304" pitchFamily="18" charset="0"/>
                  </a:rPr>
                  <a:t>，即来源于群体中其他优秀粒子的经验，可理解为粒子当前位置与群体历史最优位置之间的距离和方向。</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en-US" kern="100" dirty="0">
                    <a:latin typeface="宋体" panose="02010600030101010101" pitchFamily="2" charset="-122"/>
                    <a:ea typeface="宋体" panose="02010600030101010101" pitchFamily="2" charset="-122"/>
                    <a:cs typeface="Times New Roman" panose="02020603050405020304" pitchFamily="18" charset="0"/>
                  </a:rPr>
                  <a:t>粒子下一步迭代的移动方向 </a:t>
                </a:r>
                <a:r>
                  <a:rPr lang="en-US" altLang="zh-CN" kern="100" dirty="0">
                    <a:latin typeface="宋体" panose="02010600030101010101" pitchFamily="2" charset="-122"/>
                    <a:ea typeface="宋体" panose="02010600030101010101" pitchFamily="2" charset="-122"/>
                    <a:cs typeface="Times New Roman" panose="02020603050405020304" pitchFamily="18" charset="0"/>
                  </a:rPr>
                  <a:t>= </a:t>
                </a:r>
                <a:r>
                  <a:rPr lang="zh-CN" altLang="en-US" kern="100" dirty="0">
                    <a:latin typeface="宋体" panose="02010600030101010101" pitchFamily="2" charset="-122"/>
                    <a:ea typeface="宋体" panose="02010600030101010101" pitchFamily="2" charset="-122"/>
                    <a:cs typeface="Times New Roman" panose="02020603050405020304" pitchFamily="18" charset="0"/>
                  </a:rPr>
                  <a:t>惯性方向 </a:t>
                </a:r>
                <a:r>
                  <a:rPr lang="en-US" altLang="zh-CN" kern="100" dirty="0">
                    <a:latin typeface="宋体" panose="02010600030101010101" pitchFamily="2" charset="-122"/>
                    <a:ea typeface="宋体" panose="02010600030101010101" pitchFamily="2" charset="-122"/>
                    <a:cs typeface="Times New Roman" panose="02020603050405020304" pitchFamily="18" charset="0"/>
                  </a:rPr>
                  <a:t>+ </a:t>
                </a:r>
                <a:r>
                  <a:rPr lang="zh-CN" altLang="en-US" kern="100" dirty="0">
                    <a:latin typeface="宋体" panose="02010600030101010101" pitchFamily="2" charset="-122"/>
                    <a:ea typeface="宋体" panose="02010600030101010101" pitchFamily="2" charset="-122"/>
                    <a:cs typeface="Times New Roman" panose="02020603050405020304" pitchFamily="18" charset="0"/>
                  </a:rPr>
                  <a:t>个体最优方向 </a:t>
                </a:r>
                <a:r>
                  <a:rPr lang="en-US" altLang="zh-CN" kern="100" dirty="0">
                    <a:latin typeface="宋体" panose="02010600030101010101" pitchFamily="2" charset="-122"/>
                    <a:ea typeface="宋体" panose="02010600030101010101" pitchFamily="2" charset="-122"/>
                    <a:cs typeface="Times New Roman" panose="02020603050405020304" pitchFamily="18" charset="0"/>
                  </a:rPr>
                  <a:t>+ </a:t>
                </a:r>
                <a:r>
                  <a:rPr lang="zh-CN" altLang="en-US" kern="100" dirty="0">
                    <a:latin typeface="宋体" panose="02010600030101010101" pitchFamily="2" charset="-122"/>
                    <a:ea typeface="宋体" panose="02010600030101010101" pitchFamily="2" charset="-122"/>
                    <a:cs typeface="Times New Roman" panose="02020603050405020304" pitchFamily="18" charset="0"/>
                  </a:rPr>
                  <a:t>群体最优方向（三者的和向量）</a:t>
                </a:r>
                <a:endParaRPr lang="en-US" altLang="zh-CN" kern="100" dirty="0">
                  <a:latin typeface="宋体" panose="02010600030101010101" pitchFamily="2" charset="-122"/>
                  <a:ea typeface="宋体" panose="02010600030101010101" pitchFamily="2" charset="-122"/>
                  <a:cs typeface="Times New Roman" panose="02020603050405020304" pitchFamily="18" charset="0"/>
                </a:endParaRPr>
              </a:p>
              <a:p>
                <a:pPr>
                  <a:lnSpc>
                    <a:spcPct val="150000"/>
                  </a:lnSpc>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位置更新公式：</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en-US" kern="100" dirty="0">
                    <a:latin typeface="宋体" panose="02010600030101010101" pitchFamily="2" charset="-122"/>
                    <a:ea typeface="宋体" panose="02010600030101010101" pitchFamily="2" charset="-122"/>
                    <a:cs typeface="Times New Roman" panose="02020603050405020304" pitchFamily="18" charset="0"/>
                  </a:rPr>
                  <a:t>上一步的位置 </a:t>
                </a:r>
                <a:r>
                  <a:rPr lang="en-US" altLang="zh-CN" kern="100" dirty="0">
                    <a:latin typeface="宋体" panose="02010600030101010101" pitchFamily="2" charset="-122"/>
                    <a:ea typeface="宋体" panose="02010600030101010101" pitchFamily="2" charset="-122"/>
                    <a:cs typeface="Times New Roman" panose="02020603050405020304" pitchFamily="18" charset="0"/>
                  </a:rPr>
                  <a:t>+ </a:t>
                </a:r>
                <a:r>
                  <a:rPr lang="zh-CN" altLang="en-US" kern="100" dirty="0">
                    <a:latin typeface="宋体" panose="02010600030101010101" pitchFamily="2" charset="-122"/>
                    <a:ea typeface="宋体" panose="02010600030101010101" pitchFamily="2" charset="-122"/>
                    <a:cs typeface="Times New Roman" panose="02020603050405020304" pitchFamily="18" charset="0"/>
                  </a:rPr>
                  <a:t>下一步的速度</a:t>
                </a:r>
              </a:p>
            </p:txBody>
          </p:sp>
        </mc:Choice>
        <mc:Fallback>
          <p:sp>
            <p:nvSpPr>
              <p:cNvPr id="10" name="文本框 9">
                <a:extLst>
                  <a:ext uri="{FF2B5EF4-FFF2-40B4-BE49-F238E27FC236}">
                    <a16:creationId xmlns:a16="http://schemas.microsoft.com/office/drawing/2014/main" id="{6798843B-B36D-E4F2-1A33-FF93F743B1E9}"/>
                  </a:ext>
                </a:extLst>
              </p:cNvPr>
              <p:cNvSpPr txBox="1">
                <a:spLocks noRot="1" noChangeAspect="1" noMove="1" noResize="1" noEditPoints="1" noAdjustHandles="1" noChangeArrowheads="1" noChangeShapeType="1" noTextEdit="1"/>
              </p:cNvSpPr>
              <p:nvPr/>
            </p:nvSpPr>
            <p:spPr>
              <a:xfrm>
                <a:off x="563033" y="1644511"/>
                <a:ext cx="11214100" cy="4951805"/>
              </a:xfrm>
              <a:prstGeom prst="rect">
                <a:avLst/>
              </a:prstGeom>
              <a:blipFill>
                <a:blip r:embed="rId5"/>
                <a:stretch>
                  <a:fillRect l="-543" r="-2011" b="-985"/>
                </a:stretch>
              </a:blipFill>
            </p:spPr>
            <p:txBody>
              <a:bodyPr/>
              <a:lstStyle/>
              <a:p>
                <a:r>
                  <a:rPr lang="zh-CN" altLang="en-US">
                    <a:noFill/>
                  </a:rPr>
                  <a:t> </a:t>
                </a:r>
              </a:p>
            </p:txBody>
          </p:sp>
        </mc:Fallback>
      </mc:AlternateContent>
      <p:pic>
        <p:nvPicPr>
          <p:cNvPr id="14" name="图片 13">
            <a:extLst>
              <a:ext uri="{FF2B5EF4-FFF2-40B4-BE49-F238E27FC236}">
                <a16:creationId xmlns:a16="http://schemas.microsoft.com/office/drawing/2014/main" id="{4785EDCE-2704-EE26-33DD-7D87934E66D0}"/>
              </a:ext>
            </a:extLst>
          </p:cNvPr>
          <p:cNvPicPr>
            <a:picLocks noChangeAspect="1"/>
          </p:cNvPicPr>
          <p:nvPr/>
        </p:nvPicPr>
        <p:blipFill>
          <a:blip r:embed="rId6"/>
          <a:stretch>
            <a:fillRect/>
          </a:stretch>
        </p:blipFill>
        <p:spPr>
          <a:xfrm>
            <a:off x="5350524" y="6120126"/>
            <a:ext cx="1914286" cy="476190"/>
          </a:xfrm>
          <a:prstGeom prst="rect">
            <a:avLst/>
          </a:prstGeom>
        </p:spPr>
      </p:pic>
    </p:spTree>
    <p:extLst>
      <p:ext uri="{BB962C8B-B14F-4D97-AF65-F5344CB8AC3E}">
        <p14:creationId xmlns:p14="http://schemas.microsoft.com/office/powerpoint/2010/main" val="1552350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9A508-03F4-3839-F14D-248881899E15}"/>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11BD92F0-0065-04CA-70C1-5710B8D672C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995748D7-9C42-78D0-7823-E1973EB3F9FE}"/>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35DD9BB6-E3F4-0A05-394E-06C35C776D13}"/>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6DD16564-6217-57AA-65F7-8101D1FEC906}"/>
              </a:ext>
            </a:extLst>
          </p:cNvPr>
          <p:cNvSpPr txBox="1"/>
          <p:nvPr/>
        </p:nvSpPr>
        <p:spPr>
          <a:xfrm>
            <a:off x="563033" y="338793"/>
            <a:ext cx="5267833" cy="523220"/>
          </a:xfrm>
          <a:prstGeom prst="rect">
            <a:avLst/>
          </a:prstGeom>
          <a:noFill/>
        </p:spPr>
        <p:txBody>
          <a:bodyPr wrap="square" rtlCol="0">
            <a:spAutoFit/>
          </a:bodyPr>
          <a:lstStyle/>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PSO</a:t>
            </a:r>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算法的技巧</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FA18716E-F18E-49BC-09DB-A1D006A86604}"/>
                  </a:ext>
                </a:extLst>
              </p:cNvPr>
              <p:cNvSpPr txBox="1"/>
              <p:nvPr/>
            </p:nvSpPr>
            <p:spPr>
              <a:xfrm>
                <a:off x="563033" y="936625"/>
                <a:ext cx="10807995" cy="5567358"/>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位置限制</a:t>
                </a:r>
              </a:p>
              <a:p>
                <a:pPr>
                  <a:lnSpc>
                    <a:spcPct val="150000"/>
                  </a:lnSpc>
                </a:pPr>
                <a:r>
                  <a:rPr lang="zh-CN" altLang="en-US" dirty="0">
                    <a:latin typeface="宋体" panose="02010600030101010101" pitchFamily="2" charset="-122"/>
                    <a:ea typeface="宋体" panose="02010600030101010101" pitchFamily="2" charset="-122"/>
                  </a:rPr>
                  <a:t>限制粒子搜索的空间，即自变量的取值范围，对于无约束问题此处可以省略。</a:t>
                </a:r>
              </a:p>
              <a:p>
                <a:pPr>
                  <a:lnSpc>
                    <a:spcPct val="150000"/>
                  </a:lnSpc>
                </a:pPr>
                <a:r>
                  <a:rPr lang="zh-CN" altLang="en-US" sz="2000" b="1" dirty="0">
                    <a:latin typeface="宋体" panose="02010600030101010101" pitchFamily="2" charset="-122"/>
                    <a:ea typeface="宋体" panose="02010600030101010101" pitchFamily="2" charset="-122"/>
                  </a:rPr>
                  <a:t>速度限制</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为了平衡算法的探索能力与开发能力，需要设定一个合理的速度范围，限制粒子的最大速度</a:t>
                </a:r>
                <a14:m>
                  <m:oMath xmlns:m="http://schemas.openxmlformats.org/officeDocument/2006/math">
                    <m:sSub>
                      <m:sSubPr>
                        <m:ctrlPr>
                          <a:rPr lang="en-US" altLang="zh-CN" i="1" smtClean="0">
                            <a:latin typeface="Cambria Math" panose="02040503050406030204" pitchFamily="18" charset="0"/>
                            <a:ea typeface="宋体" panose="02010600030101010101" pitchFamily="2" charset="-122"/>
                          </a:rPr>
                        </m:ctrlPr>
                      </m:sSubPr>
                      <m:e>
                        <m:r>
                          <a:rPr lang="en-US" altLang="zh-CN" b="0" i="1" smtClean="0">
                            <a:latin typeface="Cambria Math" panose="02040503050406030204" pitchFamily="18" charset="0"/>
                            <a:ea typeface="宋体" panose="02010600030101010101" pitchFamily="2" charset="-122"/>
                          </a:rPr>
                          <m:t>𝑣</m:t>
                        </m:r>
                      </m:e>
                      <m:sub>
                        <m:r>
                          <a:rPr lang="en-US" altLang="zh-CN" b="0" i="1" smtClean="0">
                            <a:latin typeface="Cambria Math" panose="02040503050406030204" pitchFamily="18" charset="0"/>
                            <a:ea typeface="宋体" panose="02010600030101010101" pitchFamily="2" charset="-122"/>
                          </a:rPr>
                          <m:t>𝑚𝑎𝑥</m:t>
                        </m:r>
                      </m:sub>
                    </m:sSub>
                  </m:oMath>
                </a14:m>
                <a:r>
                  <a:rPr lang="zh-CN" altLang="en-US" dirty="0">
                    <a:latin typeface="宋体" panose="02010600030101010101" pitchFamily="2" charset="-122"/>
                    <a:ea typeface="宋体" panose="02010600030101010101" pitchFamily="2" charset="-122"/>
                  </a:rPr>
                  <a:t>，即粒子下一步迭代可以移动的最大距离。</a:t>
                </a:r>
              </a:p>
              <a:p>
                <a:pPr>
                  <a:lnSpc>
                    <a:spcPct val="150000"/>
                  </a:lnSpc>
                </a:pPr>
                <a14:m>
                  <m:oMath xmlns:m="http://schemas.openxmlformats.org/officeDocument/2006/math">
                    <m:sSub>
                      <m:sSubPr>
                        <m:ctrlPr>
                          <a:rPr lang="en-US" altLang="zh-CN" i="1">
                            <a:latin typeface="Cambria Math" panose="02040503050406030204" pitchFamily="18" charset="0"/>
                            <a:ea typeface="宋体" panose="02010600030101010101" pitchFamily="2" charset="-122"/>
                          </a:rPr>
                        </m:ctrlPr>
                      </m:sSubPr>
                      <m:e>
                        <m:r>
                          <a:rPr lang="en-US" altLang="zh-CN" i="1">
                            <a:latin typeface="Cambria Math" panose="02040503050406030204" pitchFamily="18" charset="0"/>
                            <a:ea typeface="宋体" panose="02010600030101010101" pitchFamily="2" charset="-122"/>
                          </a:rPr>
                          <m:t>𝑣</m:t>
                        </m:r>
                      </m:e>
                      <m:sub>
                        <m:r>
                          <a:rPr lang="en-US" altLang="zh-CN" i="1">
                            <a:latin typeface="Cambria Math" panose="02040503050406030204" pitchFamily="18" charset="0"/>
                            <a:ea typeface="宋体" panose="02010600030101010101" pitchFamily="2" charset="-122"/>
                          </a:rPr>
                          <m:t>𝑚𝑎𝑥</m:t>
                        </m:r>
                      </m:sub>
                    </m:sSub>
                  </m:oMath>
                </a14:m>
                <a:r>
                  <a:rPr lang="zh-CN" altLang="en-US" dirty="0">
                    <a:latin typeface="宋体" panose="02010600030101010101" pitchFamily="2" charset="-122"/>
                    <a:ea typeface="宋体" panose="02010600030101010101" pitchFamily="2" charset="-122"/>
                  </a:rPr>
                  <a:t>较大时，粒子飞行速度快，探索能力强，但粒子容易飞过最优解；</a:t>
                </a:r>
              </a:p>
              <a:p>
                <a:pPr>
                  <a:lnSpc>
                    <a:spcPct val="150000"/>
                  </a:lnSpc>
                </a:pPr>
                <a14:m>
                  <m:oMath xmlns:m="http://schemas.openxmlformats.org/officeDocument/2006/math">
                    <m:sSub>
                      <m:sSubPr>
                        <m:ctrlPr>
                          <a:rPr lang="en-US" altLang="zh-CN" i="1">
                            <a:latin typeface="Cambria Math" panose="02040503050406030204" pitchFamily="18" charset="0"/>
                            <a:ea typeface="宋体" panose="02010600030101010101" pitchFamily="2" charset="-122"/>
                          </a:rPr>
                        </m:ctrlPr>
                      </m:sSubPr>
                      <m:e>
                        <m:r>
                          <a:rPr lang="en-US" altLang="zh-CN" i="1">
                            <a:latin typeface="Cambria Math" panose="02040503050406030204" pitchFamily="18" charset="0"/>
                            <a:ea typeface="宋体" panose="02010600030101010101" pitchFamily="2" charset="-122"/>
                          </a:rPr>
                          <m:t>𝑣</m:t>
                        </m:r>
                      </m:e>
                      <m:sub>
                        <m:r>
                          <a:rPr lang="en-US" altLang="zh-CN" i="1">
                            <a:latin typeface="Cambria Math" panose="02040503050406030204" pitchFamily="18" charset="0"/>
                            <a:ea typeface="宋体" panose="02010600030101010101" pitchFamily="2" charset="-122"/>
                          </a:rPr>
                          <m:t>𝑚𝑎𝑥</m:t>
                        </m:r>
                      </m:sub>
                    </m:sSub>
                  </m:oMath>
                </a14:m>
                <a:r>
                  <a:rPr lang="zh-CN" altLang="en-US" dirty="0">
                    <a:latin typeface="宋体" panose="02010600030101010101" pitchFamily="2" charset="-122"/>
                    <a:ea typeface="宋体" panose="02010600030101010101" pitchFamily="2" charset="-122"/>
                  </a:rPr>
                  <a:t>较小时，飞行速度慢，开发能力强，但是收敛速度慢，且容易陷入局部最优解；</a:t>
                </a:r>
              </a:p>
              <a:p>
                <a:pPr>
                  <a:lnSpc>
                    <a:spcPct val="150000"/>
                  </a:lnSpc>
                </a:pPr>
                <a:r>
                  <a:rPr lang="zh-CN" altLang="en-US" dirty="0">
                    <a:latin typeface="宋体" panose="02010600030101010101" pitchFamily="2" charset="-122"/>
                    <a:ea typeface="宋体" panose="02010600030101010101" pitchFamily="2" charset="-122"/>
                  </a:rPr>
                  <a:t>一般</a:t>
                </a:r>
                <a14:m>
                  <m:oMath xmlns:m="http://schemas.openxmlformats.org/officeDocument/2006/math">
                    <m:sSub>
                      <m:sSubPr>
                        <m:ctrlPr>
                          <a:rPr lang="en-US" altLang="zh-CN" i="1">
                            <a:latin typeface="Cambria Math" panose="02040503050406030204" pitchFamily="18" charset="0"/>
                            <a:ea typeface="宋体" panose="02010600030101010101" pitchFamily="2" charset="-122"/>
                          </a:rPr>
                        </m:ctrlPr>
                      </m:sSubPr>
                      <m:e>
                        <m:r>
                          <a:rPr lang="en-US" altLang="zh-CN" i="1">
                            <a:latin typeface="Cambria Math" panose="02040503050406030204" pitchFamily="18" charset="0"/>
                            <a:ea typeface="宋体" panose="02010600030101010101" pitchFamily="2" charset="-122"/>
                          </a:rPr>
                          <m:t>𝑣</m:t>
                        </m:r>
                      </m:e>
                      <m:sub>
                        <m:r>
                          <a:rPr lang="en-US" altLang="zh-CN" i="1">
                            <a:latin typeface="Cambria Math" panose="02040503050406030204" pitchFamily="18" charset="0"/>
                            <a:ea typeface="宋体" panose="02010600030101010101" pitchFamily="2" charset="-122"/>
                          </a:rPr>
                          <m:t>𝑚𝑎𝑥</m:t>
                        </m:r>
                      </m:sub>
                    </m:sSub>
                  </m:oMath>
                </a14:m>
                <a:r>
                  <a:rPr lang="zh-CN" altLang="en-US" dirty="0">
                    <a:latin typeface="宋体" panose="02010600030101010101" pitchFamily="2" charset="-122"/>
                    <a:ea typeface="宋体" panose="02010600030101010101" pitchFamily="2" charset="-122"/>
                  </a:rPr>
                  <a:t>设为粒子变化范围的</a:t>
                </a:r>
                <a:r>
                  <a:rPr lang="en-US" altLang="zh-CN" dirty="0">
                    <a:latin typeface="宋体" panose="02010600030101010101" pitchFamily="2" charset="-122"/>
                    <a:ea typeface="宋体" panose="02010600030101010101" pitchFamily="2" charset="-122"/>
                  </a:rPr>
                  <a:t>10</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-20</a:t>
                </a:r>
                <a:r>
                  <a:rPr lang="zh-CN" altLang="en-US" dirty="0">
                    <a:latin typeface="宋体" panose="02010600030101010101" pitchFamily="2" charset="-122"/>
                    <a:ea typeface="宋体" panose="02010600030101010101" pitchFamily="2" charset="-122"/>
                  </a:rPr>
                  <a:t>％，可根据实际情况调试，但不能大于粒子</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解</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的变化范围。</a:t>
                </a:r>
              </a:p>
              <a:p>
                <a:pPr>
                  <a:lnSpc>
                    <a:spcPct val="150000"/>
                  </a:lnSpc>
                </a:pPr>
                <a:r>
                  <a:rPr lang="zh-CN" altLang="en-US" sz="2000" b="1" dirty="0">
                    <a:latin typeface="宋体" panose="02010600030101010101" pitchFamily="2" charset="-122"/>
                    <a:ea typeface="宋体" panose="02010600030101010101" pitchFamily="2" charset="-122"/>
                  </a:rPr>
                  <a:t>初始化：</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粒子群算法的优化结果对粒子初始值高度敏感，随机初始化时，即使参数不变，多次运行也可能出现结果不一致、甚至得到无效解的情况。</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若能预判最优解的大致范围，应在该区间内初始化粒子，能大幅缩短收敛时间、减少局部最优陷阱；</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若无法预判，则直接以问题的取值边界作为初始化范围。</a:t>
                </a:r>
                <a:endParaRPr lang="zh-CN" altLang="en-US" b="1" dirty="0">
                  <a:latin typeface="宋体" panose="02010600030101010101" pitchFamily="2" charset="-122"/>
                  <a:ea typeface="宋体" panose="02010600030101010101" pitchFamily="2" charset="-122"/>
                </a:endParaRPr>
              </a:p>
            </p:txBody>
          </p:sp>
        </mc:Choice>
        <mc:Fallback>
          <p:sp>
            <p:nvSpPr>
              <p:cNvPr id="7" name="文本框 6">
                <a:extLst>
                  <a:ext uri="{FF2B5EF4-FFF2-40B4-BE49-F238E27FC236}">
                    <a16:creationId xmlns:a16="http://schemas.microsoft.com/office/drawing/2014/main" id="{FA18716E-F18E-49BC-09DB-A1D006A86604}"/>
                  </a:ext>
                </a:extLst>
              </p:cNvPr>
              <p:cNvSpPr txBox="1">
                <a:spLocks noRot="1" noChangeAspect="1" noMove="1" noResize="1" noEditPoints="1" noAdjustHandles="1" noChangeArrowheads="1" noChangeShapeType="1" noTextEdit="1"/>
              </p:cNvSpPr>
              <p:nvPr/>
            </p:nvSpPr>
            <p:spPr>
              <a:xfrm>
                <a:off x="563033" y="936625"/>
                <a:ext cx="10807995" cy="5567358"/>
              </a:xfrm>
              <a:prstGeom prst="rect">
                <a:avLst/>
              </a:prstGeom>
              <a:blipFill>
                <a:blip r:embed="rId4"/>
                <a:stretch>
                  <a:fillRect l="-564" b="-7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90318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827EA-2B2A-B372-562C-9AE3399FF015}"/>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243D5FE2-A6F7-070E-C43D-699F99F8E15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B2639F43-11CB-9ED5-C3F4-310275AEFC11}"/>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63AC12DC-8C33-E158-0767-334937811FEF}"/>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74079E49-B95F-1AC3-073F-6EF2186051E9}"/>
              </a:ext>
            </a:extLst>
          </p:cNvPr>
          <p:cNvSpPr txBox="1"/>
          <p:nvPr/>
        </p:nvSpPr>
        <p:spPr>
          <a:xfrm>
            <a:off x="478242" y="382737"/>
            <a:ext cx="10055518"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论文案例一</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D543464F-358B-D6A0-E30D-CAA4BE6ADDCA}"/>
              </a:ext>
            </a:extLst>
          </p:cNvPr>
          <p:cNvSpPr txBox="1"/>
          <p:nvPr/>
        </p:nvSpPr>
        <p:spPr>
          <a:xfrm>
            <a:off x="529167" y="936625"/>
            <a:ext cx="10923334" cy="4636847"/>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论文标题：</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sz="2000" dirty="0">
                <a:latin typeface="宋体" panose="02010600030101010101" pitchFamily="2" charset="-122"/>
                <a:ea typeface="宋体" panose="02010600030101010101" pitchFamily="2" charset="-122"/>
              </a:rPr>
              <a:t>HARLPSO</a:t>
            </a:r>
            <a:r>
              <a:rPr lang="zh-CN" altLang="en-US" sz="2000" dirty="0">
                <a:latin typeface="宋体" panose="02010600030101010101" pitchFamily="2" charset="-122"/>
                <a:ea typeface="宋体" panose="02010600030101010101" pitchFamily="2" charset="-122"/>
              </a:rPr>
              <a:t>：基于饥饿区域随机学习的粒子群优化算法及其在医学数据诊断中的应用</a:t>
            </a: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痛点：</a:t>
            </a:r>
            <a:endParaRPr lang="en-US" altLang="zh-CN" sz="2000" b="1"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医学数据普遍存在高维、噪声、冗余特征，直接建模会降低诊断准确率。</a:t>
            </a:r>
            <a:endParaRPr lang="en-US" altLang="zh-CN" sz="20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标准 </a:t>
            </a:r>
            <a:r>
              <a:rPr lang="en-US" altLang="zh-CN" sz="2000" dirty="0">
                <a:latin typeface="宋体" panose="02010600030101010101" pitchFamily="2" charset="-122"/>
                <a:ea typeface="宋体" panose="02010600030101010101" pitchFamily="2" charset="-122"/>
              </a:rPr>
              <a:t>PSO </a:t>
            </a:r>
            <a:r>
              <a:rPr lang="zh-CN" altLang="en-US" sz="2000" dirty="0">
                <a:latin typeface="宋体" panose="02010600030101010101" pitchFamily="2" charset="-122"/>
                <a:ea typeface="宋体" panose="02010600030101010101" pitchFamily="2" charset="-122"/>
              </a:rPr>
              <a:t>结构简单、搜索平衡，但迭代中后期种群多样性丢失，易陷入局部最优。</a:t>
            </a: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研究目标：</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提出</a:t>
            </a:r>
            <a:r>
              <a:rPr lang="zh-CN" altLang="en-US" sz="2000" b="1" dirty="0">
                <a:latin typeface="宋体" panose="02010600030101010101" pitchFamily="2" charset="-122"/>
                <a:ea typeface="宋体" panose="02010600030101010101" pitchFamily="2" charset="-122"/>
              </a:rPr>
              <a:t>饥饿区域随机学习策略（</a:t>
            </a:r>
            <a:r>
              <a:rPr lang="en-US" altLang="zh-CN" sz="2000" b="1" dirty="0">
                <a:latin typeface="宋体" panose="02010600030101010101" pitchFamily="2" charset="-122"/>
                <a:ea typeface="宋体" panose="02010600030101010101" pitchFamily="2" charset="-122"/>
              </a:rPr>
              <a:t>HARL</a:t>
            </a:r>
            <a:r>
              <a:rPr lang="zh-CN" altLang="en-US" sz="2000" b="1"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，改进 </a:t>
            </a:r>
            <a:r>
              <a:rPr lang="en-US" altLang="zh-CN" sz="2000" dirty="0">
                <a:latin typeface="宋体" panose="02010600030101010101" pitchFamily="2" charset="-122"/>
                <a:ea typeface="宋体" panose="02010600030101010101" pitchFamily="2" charset="-122"/>
              </a:rPr>
              <a:t>PSO </a:t>
            </a:r>
            <a:r>
              <a:rPr lang="zh-CN" altLang="en-US" sz="2000" dirty="0">
                <a:latin typeface="宋体" panose="02010600030101010101" pitchFamily="2" charset="-122"/>
                <a:ea typeface="宋体" panose="02010600030101010101" pitchFamily="2" charset="-122"/>
              </a:rPr>
              <a:t>用于医学数据特征选择，提升疾病诊断精度。</a:t>
            </a:r>
          </a:p>
        </p:txBody>
      </p:sp>
    </p:spTree>
    <p:extLst>
      <p:ext uri="{BB962C8B-B14F-4D97-AF65-F5344CB8AC3E}">
        <p14:creationId xmlns:p14="http://schemas.microsoft.com/office/powerpoint/2010/main" val="4054196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8A5A4-8D57-C542-7CCE-DE2DAE4B00EB}"/>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713AB5F0-4684-EEB0-38BE-E40EB0F2B18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0035AD40-CCC4-CE00-BCA8-10B216EB30EC}"/>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0D14A444-B470-9F46-2401-5D86FDDCFD5E}"/>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1165BC0D-BAC9-9D07-9157-FFE507A319C1}"/>
              </a:ext>
            </a:extLst>
          </p:cNvPr>
          <p:cNvSpPr txBox="1"/>
          <p:nvPr/>
        </p:nvSpPr>
        <p:spPr>
          <a:xfrm>
            <a:off x="563033" y="338793"/>
            <a:ext cx="9727099"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论文案例一</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2660EE72-41A7-D104-7D78-26961BC7C17D}"/>
              </a:ext>
            </a:extLst>
          </p:cNvPr>
          <p:cNvSpPr txBox="1"/>
          <p:nvPr/>
        </p:nvSpPr>
        <p:spPr>
          <a:xfrm>
            <a:off x="513480" y="899319"/>
            <a:ext cx="6835587" cy="6021841"/>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基于饥饿区域随机学习的</a:t>
            </a:r>
            <a:r>
              <a:rPr lang="en-US" altLang="zh-CN" sz="2000" b="1" dirty="0">
                <a:latin typeface="宋体" panose="02010600030101010101" pitchFamily="2" charset="-122"/>
                <a:ea typeface="宋体" panose="02010600030101010101" pitchFamily="2" charset="-122"/>
              </a:rPr>
              <a:t>PSO</a:t>
            </a:r>
            <a:r>
              <a:rPr lang="zh-CN" altLang="en-US" sz="2000" b="1" dirty="0">
                <a:latin typeface="宋体" panose="02010600030101010101" pitchFamily="2" charset="-122"/>
                <a:ea typeface="宋体" panose="02010600030101010101" pitchFamily="2" charset="-122"/>
              </a:rPr>
              <a:t>算法（</a:t>
            </a:r>
            <a:r>
              <a:rPr lang="en-US" altLang="zh-CN" sz="2000" b="1" dirty="0">
                <a:latin typeface="宋体" panose="02010600030101010101" pitchFamily="2" charset="-122"/>
                <a:ea typeface="宋体" panose="02010600030101010101" pitchFamily="2" charset="-122"/>
              </a:rPr>
              <a:t>HARLPSO</a:t>
            </a:r>
            <a:r>
              <a:rPr lang="zh-CN" altLang="en-US" sz="2000" b="1" dirty="0">
                <a:latin typeface="宋体" panose="02010600030101010101" pitchFamily="2" charset="-122"/>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核心思想：当粒子“饥饿”（随机数＜阈值 </a:t>
            </a:r>
            <a:r>
              <a:rPr lang="en-US" altLang="zh-CN" sz="2000" dirty="0">
                <a:latin typeface="宋体" panose="02010600030101010101" pitchFamily="2" charset="-122"/>
                <a:ea typeface="宋体" panose="02010600030101010101" pitchFamily="2" charset="-122"/>
              </a:rPr>
              <a:t>f</a:t>
            </a:r>
            <a:r>
              <a:rPr lang="zh-CN" altLang="en-US" sz="2000" dirty="0">
                <a:latin typeface="宋体" panose="02010600030101010101" pitchFamily="2" charset="-122"/>
                <a:ea typeface="宋体" panose="02010600030101010101" pitchFamily="2" charset="-122"/>
              </a:rPr>
              <a:t>）时，在全局最优附近开辟新搜索空间。</a:t>
            </a: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算法步骤： </a:t>
            </a:r>
            <a:endParaRPr lang="en-US" altLang="zh-CN" sz="2000" dirty="0">
              <a:latin typeface="宋体" panose="02010600030101010101" pitchFamily="2" charset="-122"/>
              <a:ea typeface="宋体" panose="02010600030101010101" pitchFamily="2" charset="-122"/>
            </a:endParaRPr>
          </a:p>
          <a:p>
            <a:pPr marL="457200" indent="-457200">
              <a:lnSpc>
                <a:spcPct val="150000"/>
              </a:lnSpc>
              <a:buFont typeface="+mj-lt"/>
              <a:buAutoNum type="arabicPeriod"/>
            </a:pPr>
            <a:r>
              <a:rPr lang="zh-CN" altLang="en-US" sz="2000" dirty="0">
                <a:latin typeface="宋体" panose="02010600030101010101" pitchFamily="2" charset="-122"/>
                <a:ea typeface="宋体" panose="02010600030101010101" pitchFamily="2" charset="-122"/>
              </a:rPr>
              <a:t>初始化粒子群，更新速度与位置。</a:t>
            </a:r>
          </a:p>
          <a:p>
            <a:pPr marL="457200" indent="-457200">
              <a:lnSpc>
                <a:spcPct val="150000"/>
              </a:lnSpc>
              <a:buFont typeface="+mj-lt"/>
              <a:buAutoNum type="arabicPeriod"/>
            </a:pPr>
            <a:r>
              <a:rPr lang="zh-CN" altLang="en-US" sz="2000" dirty="0">
                <a:latin typeface="宋体" panose="02010600030101010101" pitchFamily="2" charset="-122"/>
                <a:ea typeface="宋体" panose="02010600030101010101" pitchFamily="2" charset="-122"/>
              </a:rPr>
              <a:t>对每个粒子生成随机数，判断是否进入饥饿状态。</a:t>
            </a:r>
          </a:p>
          <a:p>
            <a:pPr marL="457200" indent="-457200">
              <a:lnSpc>
                <a:spcPct val="150000"/>
              </a:lnSpc>
              <a:buFont typeface="+mj-lt"/>
              <a:buAutoNum type="arabicPeriod"/>
            </a:pPr>
            <a:r>
              <a:rPr lang="zh-CN" altLang="en-US" sz="2000" dirty="0">
                <a:latin typeface="宋体" panose="02010600030101010101" pitchFamily="2" charset="-122"/>
                <a:ea typeface="宋体" panose="02010600030101010101" pitchFamily="2" charset="-122"/>
              </a:rPr>
              <a:t>若是：随机翻转最优解 </a:t>
            </a:r>
            <a:r>
              <a:rPr lang="en-US" altLang="zh-CN" sz="2000" dirty="0">
                <a:latin typeface="宋体" panose="02010600030101010101" pitchFamily="2" charset="-122"/>
                <a:ea typeface="宋体" panose="02010600030101010101" pitchFamily="2" charset="-122"/>
              </a:rPr>
              <a:t>3 </a:t>
            </a:r>
            <a:r>
              <a:rPr lang="zh-CN" altLang="en-US" sz="2000" dirty="0">
                <a:latin typeface="宋体" panose="02010600030101010101" pitchFamily="2" charset="-122"/>
                <a:ea typeface="宋体" panose="02010600030101010101" pitchFamily="2" charset="-122"/>
              </a:rPr>
              <a:t>个特征，参照 </a:t>
            </a:r>
            <a:r>
              <a:rPr lang="en-US" altLang="zh-CN" sz="2000" dirty="0">
                <a:latin typeface="宋体" panose="02010600030101010101" pitchFamily="2" charset="-122"/>
                <a:ea typeface="宋体" panose="02010600030101010101" pitchFamily="2" charset="-122"/>
              </a:rPr>
              <a:t>SSA </a:t>
            </a:r>
            <a:r>
              <a:rPr lang="zh-CN" altLang="en-US" sz="2000" dirty="0">
                <a:latin typeface="宋体" panose="02010600030101010101" pitchFamily="2" charset="-122"/>
                <a:ea typeface="宋体" panose="02010600030101010101" pitchFamily="2" charset="-122"/>
              </a:rPr>
              <a:t>领袖更新策略调整位置。</a:t>
            </a:r>
          </a:p>
          <a:p>
            <a:pPr marL="457200" indent="-457200">
              <a:lnSpc>
                <a:spcPct val="150000"/>
              </a:lnSpc>
              <a:buFont typeface="+mj-lt"/>
              <a:buAutoNum type="arabicPeriod"/>
            </a:pPr>
            <a:r>
              <a:rPr lang="zh-CN" altLang="en-US" sz="2000" dirty="0">
                <a:latin typeface="宋体" panose="02010600030101010101" pitchFamily="2" charset="-122"/>
                <a:ea typeface="宋体" panose="02010600030101010101" pitchFamily="2" charset="-122"/>
              </a:rPr>
              <a:t>重新计算适应度，更新 </a:t>
            </a:r>
            <a:r>
              <a:rPr lang="en-US" altLang="zh-CN" sz="2000" dirty="0" err="1">
                <a:latin typeface="宋体" panose="02010600030101010101" pitchFamily="2" charset="-122"/>
                <a:ea typeface="宋体" panose="02010600030101010101" pitchFamily="2" charset="-122"/>
              </a:rPr>
              <a:t>pBest</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与 </a:t>
            </a:r>
            <a:r>
              <a:rPr lang="en-US" altLang="zh-CN" sz="2000" dirty="0" err="1">
                <a:latin typeface="宋体" panose="02010600030101010101" pitchFamily="2" charset="-122"/>
                <a:ea typeface="宋体" panose="02010600030101010101" pitchFamily="2" charset="-122"/>
              </a:rPr>
              <a:t>gBest</a:t>
            </a:r>
            <a:r>
              <a:rPr lang="zh-CN" altLang="en-US"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作用：</a:t>
            </a:r>
            <a:r>
              <a:rPr lang="zh-CN" altLang="en-US" sz="2000" dirty="0">
                <a:solidFill>
                  <a:srgbClr val="FF0000"/>
                </a:solidFill>
                <a:latin typeface="宋体" panose="02010600030101010101" pitchFamily="2" charset="-122"/>
                <a:ea typeface="宋体" panose="02010600030101010101" pitchFamily="2" charset="-122"/>
              </a:rPr>
              <a:t>提升种群多样性</a:t>
            </a:r>
            <a:r>
              <a:rPr lang="zh-CN" altLang="en-US" sz="2000" dirty="0">
                <a:latin typeface="宋体" panose="02010600030101010101" pitchFamily="2" charset="-122"/>
                <a:ea typeface="宋体" panose="02010600030101010101" pitchFamily="2" charset="-122"/>
              </a:rPr>
              <a:t>，避免早熟收敛。</a:t>
            </a:r>
            <a:endParaRPr lang="en-US" altLang="zh-CN" sz="2000" dirty="0">
              <a:latin typeface="宋体" panose="02010600030101010101" pitchFamily="2" charset="-122"/>
              <a:ea typeface="宋体" panose="02010600030101010101" pitchFamily="2" charset="-122"/>
            </a:endParaRPr>
          </a:p>
          <a:p>
            <a:pPr>
              <a:lnSpc>
                <a:spcPct val="150000"/>
              </a:lnSpc>
            </a:pPr>
            <a:endParaRPr lang="zh-CN" altLang="en-US" sz="2000" dirty="0">
              <a:latin typeface="宋体" panose="02010600030101010101" pitchFamily="2" charset="-122"/>
              <a:ea typeface="宋体" panose="02010600030101010101" pitchFamily="2" charset="-122"/>
            </a:endParaRPr>
          </a:p>
        </p:txBody>
      </p:sp>
      <p:pic>
        <p:nvPicPr>
          <p:cNvPr id="10" name="图片 9">
            <a:extLst>
              <a:ext uri="{FF2B5EF4-FFF2-40B4-BE49-F238E27FC236}">
                <a16:creationId xmlns:a16="http://schemas.microsoft.com/office/drawing/2014/main" id="{4CD0C1D8-AA58-20B2-252F-3818CB15368C}"/>
              </a:ext>
            </a:extLst>
          </p:cNvPr>
          <p:cNvPicPr>
            <a:picLocks noChangeAspect="1"/>
          </p:cNvPicPr>
          <p:nvPr/>
        </p:nvPicPr>
        <p:blipFill>
          <a:blip r:embed="rId4"/>
          <a:stretch>
            <a:fillRect/>
          </a:stretch>
        </p:blipFill>
        <p:spPr>
          <a:xfrm>
            <a:off x="7484244" y="1224976"/>
            <a:ext cx="4564519" cy="5248932"/>
          </a:xfrm>
          <a:prstGeom prst="rect">
            <a:avLst/>
          </a:prstGeom>
        </p:spPr>
      </p:pic>
    </p:spTree>
    <p:extLst>
      <p:ext uri="{BB962C8B-B14F-4D97-AF65-F5344CB8AC3E}">
        <p14:creationId xmlns:p14="http://schemas.microsoft.com/office/powerpoint/2010/main" val="2717011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D77D6-1308-02AE-9FED-6AEC16CD9500}"/>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168B5E9B-C689-2AB5-E0C7-91D7FA93AD6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75C6120E-3C22-78CB-1A33-A37AC59A2C22}"/>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54F65445-C08D-8FE5-92DE-7693CF5B51C0}"/>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F9D866E1-9337-4E7B-6F92-2AFEC3304F5A}"/>
              </a:ext>
            </a:extLst>
          </p:cNvPr>
          <p:cNvSpPr txBox="1"/>
          <p:nvPr/>
        </p:nvSpPr>
        <p:spPr>
          <a:xfrm>
            <a:off x="478242" y="382737"/>
            <a:ext cx="10055518"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论文案例一</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5C9EADDC-E049-F7E7-3190-93CEA62F731A}"/>
              </a:ext>
            </a:extLst>
          </p:cNvPr>
          <p:cNvSpPr txBox="1"/>
          <p:nvPr/>
        </p:nvSpPr>
        <p:spPr>
          <a:xfrm>
            <a:off x="529167" y="936625"/>
            <a:ext cx="10923334" cy="943528"/>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实验数据集：</a:t>
            </a:r>
            <a:r>
              <a:rPr lang="zh-CN" altLang="en-US" sz="2000" dirty="0">
                <a:latin typeface="宋体" panose="02010600030101010101" pitchFamily="2" charset="-122"/>
                <a:ea typeface="宋体" panose="02010600030101010101" pitchFamily="2" charset="-122"/>
              </a:rPr>
              <a:t>乳腺癌、乳腺组织、糖尿病视网膜病变、肺癌、淋巴造影、帕金森、心脏影像、</a:t>
            </a:r>
            <a:r>
              <a:rPr lang="en-US" altLang="zh-CN" sz="2000" dirty="0">
                <a:latin typeface="宋体" panose="02010600030101010101" pitchFamily="2" charset="-122"/>
                <a:ea typeface="宋体" panose="02010600030101010101" pitchFamily="2" charset="-122"/>
              </a:rPr>
              <a:t>WDBC </a:t>
            </a:r>
            <a:r>
              <a:rPr lang="zh-CN" altLang="en-US" sz="2000" dirty="0">
                <a:latin typeface="宋体" panose="02010600030101010101" pitchFamily="2" charset="-122"/>
                <a:ea typeface="宋体" panose="02010600030101010101" pitchFamily="2" charset="-122"/>
              </a:rPr>
              <a:t>乳腺癌诊断。</a:t>
            </a:r>
            <a:endParaRPr lang="en-US" altLang="zh-CN" sz="2000" dirty="0">
              <a:latin typeface="宋体" panose="02010600030101010101" pitchFamily="2" charset="-122"/>
              <a:ea typeface="宋体" panose="02010600030101010101" pitchFamily="2" charset="-122"/>
            </a:endParaRPr>
          </a:p>
        </p:txBody>
      </p:sp>
      <p:pic>
        <p:nvPicPr>
          <p:cNvPr id="3" name="图片 2">
            <a:extLst>
              <a:ext uri="{FF2B5EF4-FFF2-40B4-BE49-F238E27FC236}">
                <a16:creationId xmlns:a16="http://schemas.microsoft.com/office/drawing/2014/main" id="{21D2E1BE-86CD-9178-5C73-98EA5E89BEEC}"/>
              </a:ext>
            </a:extLst>
          </p:cNvPr>
          <p:cNvPicPr>
            <a:picLocks noChangeAspect="1"/>
          </p:cNvPicPr>
          <p:nvPr/>
        </p:nvPicPr>
        <p:blipFill>
          <a:blip r:embed="rId4"/>
          <a:stretch>
            <a:fillRect/>
          </a:stretch>
        </p:blipFill>
        <p:spPr>
          <a:xfrm>
            <a:off x="1631980" y="1910821"/>
            <a:ext cx="8961905" cy="1980952"/>
          </a:xfrm>
          <a:prstGeom prst="rect">
            <a:avLst/>
          </a:prstGeom>
        </p:spPr>
      </p:pic>
      <p:sp>
        <p:nvSpPr>
          <p:cNvPr id="12" name="文本框 11">
            <a:extLst>
              <a:ext uri="{FF2B5EF4-FFF2-40B4-BE49-F238E27FC236}">
                <a16:creationId xmlns:a16="http://schemas.microsoft.com/office/drawing/2014/main" id="{CD09A17E-5AF9-0BC5-5FF1-E4394FB4582C}"/>
              </a:ext>
            </a:extLst>
          </p:cNvPr>
          <p:cNvSpPr txBox="1"/>
          <p:nvPr/>
        </p:nvSpPr>
        <p:spPr>
          <a:xfrm>
            <a:off x="529167" y="3922441"/>
            <a:ext cx="10612966" cy="2790187"/>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验证方法：</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分层三重交叉验证（</a:t>
            </a:r>
            <a:r>
              <a:rPr lang="en-US" altLang="zh-CN" sz="2000" dirty="0">
                <a:latin typeface="宋体" panose="02010600030101010101" pitchFamily="2" charset="-122"/>
                <a:ea typeface="宋体" panose="02010600030101010101" pitchFamily="2" charset="-122"/>
              </a:rPr>
              <a:t>S3FCV</a:t>
            </a:r>
            <a:r>
              <a:rPr lang="zh-CN" altLang="en-US" sz="2000" dirty="0">
                <a:latin typeface="宋体" panose="02010600030101010101" pitchFamily="2" charset="-122"/>
                <a:ea typeface="宋体" panose="02010600030101010101" pitchFamily="2" charset="-122"/>
              </a:rPr>
              <a:t>），保证结果稳健可靠。</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二进制 </a:t>
            </a:r>
            <a:r>
              <a:rPr lang="en-US" altLang="zh-CN" sz="2000" b="1" dirty="0">
                <a:latin typeface="宋体" panose="02010600030101010101" pitchFamily="2" charset="-122"/>
                <a:ea typeface="宋体" panose="02010600030101010101" pitchFamily="2" charset="-122"/>
              </a:rPr>
              <a:t>PSO</a:t>
            </a:r>
            <a:r>
              <a:rPr lang="zh-CN" altLang="en-US" sz="2000" b="1" dirty="0">
                <a:latin typeface="宋体" panose="02010600030101010101" pitchFamily="2" charset="-122"/>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将连续空间映射到二进制空间，适配特征选择（选</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不选）。</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适应度函数：</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以 </a:t>
            </a:r>
            <a:r>
              <a:rPr lang="en-US" altLang="zh-CN" sz="2000" dirty="0">
                <a:latin typeface="宋体" panose="02010600030101010101" pitchFamily="2" charset="-122"/>
                <a:ea typeface="宋体" panose="02010600030101010101" pitchFamily="2" charset="-122"/>
              </a:rPr>
              <a:t>KNN </a:t>
            </a:r>
            <a:r>
              <a:rPr lang="zh-CN" altLang="en-US" sz="2000" dirty="0">
                <a:latin typeface="宋体" panose="02010600030101010101" pitchFamily="2" charset="-122"/>
                <a:ea typeface="宋体" panose="02010600030101010101" pitchFamily="2" charset="-122"/>
              </a:rPr>
              <a:t>分类错误率为主，兼顾特征降维比例。</a:t>
            </a:r>
          </a:p>
        </p:txBody>
      </p:sp>
    </p:spTree>
    <p:extLst>
      <p:ext uri="{BB962C8B-B14F-4D97-AF65-F5344CB8AC3E}">
        <p14:creationId xmlns:p14="http://schemas.microsoft.com/office/powerpoint/2010/main" val="2507365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BA6A4-3F4C-BDA6-0922-2E89DA9F8F81}"/>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EB99BEC3-40D2-F221-1271-FC998902E91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1FB126C7-0FDB-EA0E-9C23-50B02EBA647F}"/>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DAD78C6A-15D1-F6CF-B4A6-F35E58590D2B}"/>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13A15A7D-2F9F-BA9C-73BA-50399B63A059}"/>
              </a:ext>
            </a:extLst>
          </p:cNvPr>
          <p:cNvSpPr txBox="1"/>
          <p:nvPr/>
        </p:nvSpPr>
        <p:spPr>
          <a:xfrm>
            <a:off x="563033" y="338793"/>
            <a:ext cx="9727099"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论文案例一</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23CA329D-1A7F-9094-27E7-E346EEE6CAE2}"/>
              </a:ext>
            </a:extLst>
          </p:cNvPr>
          <p:cNvSpPr txBox="1"/>
          <p:nvPr/>
        </p:nvSpPr>
        <p:spPr>
          <a:xfrm>
            <a:off x="529167" y="850022"/>
            <a:ext cx="11485730" cy="3631763"/>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实验效果与研究结论</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参数选择：阈值 </a:t>
            </a:r>
            <a:r>
              <a:rPr lang="en-US" altLang="zh-CN" sz="2000" dirty="0">
                <a:latin typeface="宋体" panose="02010600030101010101" pitchFamily="2" charset="-122"/>
                <a:ea typeface="宋体" panose="02010600030101010101" pitchFamily="2" charset="-122"/>
              </a:rPr>
              <a:t>f=0.3 </a:t>
            </a:r>
            <a:r>
              <a:rPr lang="zh-CN" altLang="en-US" sz="2000" dirty="0">
                <a:latin typeface="宋体" panose="02010600030101010101" pitchFamily="2" charset="-122"/>
                <a:ea typeface="宋体" panose="02010600030101010101" pitchFamily="2" charset="-122"/>
              </a:rPr>
              <a:t>时在 </a:t>
            </a:r>
            <a:r>
              <a:rPr lang="en-US" altLang="zh-CN" sz="2000" dirty="0">
                <a:latin typeface="宋体" panose="02010600030101010101" pitchFamily="2" charset="-122"/>
                <a:ea typeface="宋体" panose="02010600030101010101" pitchFamily="2" charset="-122"/>
              </a:rPr>
              <a:t>5 </a:t>
            </a:r>
            <a:r>
              <a:rPr lang="zh-CN" altLang="en-US" sz="2000" dirty="0">
                <a:latin typeface="宋体" panose="02010600030101010101" pitchFamily="2" charset="-122"/>
                <a:ea typeface="宋体" panose="02010600030101010101" pitchFamily="2" charset="-122"/>
              </a:rPr>
              <a:t>个数据集上精度最优，定为默认参数。</a:t>
            </a:r>
            <a:br>
              <a:rPr lang="en-US" altLang="zh-CN" sz="2000" dirty="0">
                <a:latin typeface="宋体" panose="02010600030101010101" pitchFamily="2" charset="-122"/>
                <a:ea typeface="宋体" panose="02010600030101010101" pitchFamily="2" charset="-122"/>
              </a:rPr>
            </a:b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a:p>
            <a:endParaRPr lang="en-US" altLang="zh-CN" sz="2000" dirty="0">
              <a:latin typeface="宋体" panose="02010600030101010101" pitchFamily="2" charset="-122"/>
              <a:ea typeface="宋体" panose="02010600030101010101" pitchFamily="2" charset="-122"/>
            </a:endParaRPr>
          </a:p>
        </p:txBody>
      </p:sp>
      <p:pic>
        <p:nvPicPr>
          <p:cNvPr id="10" name="图片 9">
            <a:extLst>
              <a:ext uri="{FF2B5EF4-FFF2-40B4-BE49-F238E27FC236}">
                <a16:creationId xmlns:a16="http://schemas.microsoft.com/office/drawing/2014/main" id="{6D918D5C-0C5D-DC3A-5F8E-E954FD37A61C}"/>
              </a:ext>
            </a:extLst>
          </p:cNvPr>
          <p:cNvPicPr>
            <a:picLocks noChangeAspect="1"/>
          </p:cNvPicPr>
          <p:nvPr/>
        </p:nvPicPr>
        <p:blipFill>
          <a:blip r:embed="rId4"/>
          <a:stretch>
            <a:fillRect/>
          </a:stretch>
        </p:blipFill>
        <p:spPr>
          <a:xfrm>
            <a:off x="1900289" y="1821761"/>
            <a:ext cx="8885714" cy="1980952"/>
          </a:xfrm>
          <a:prstGeom prst="rect">
            <a:avLst/>
          </a:prstGeom>
        </p:spPr>
      </p:pic>
      <p:pic>
        <p:nvPicPr>
          <p:cNvPr id="13" name="图片 12">
            <a:extLst>
              <a:ext uri="{FF2B5EF4-FFF2-40B4-BE49-F238E27FC236}">
                <a16:creationId xmlns:a16="http://schemas.microsoft.com/office/drawing/2014/main" id="{C5629260-A66E-0586-524E-EB450F333120}"/>
              </a:ext>
            </a:extLst>
          </p:cNvPr>
          <p:cNvPicPr>
            <a:picLocks noChangeAspect="1"/>
          </p:cNvPicPr>
          <p:nvPr/>
        </p:nvPicPr>
        <p:blipFill>
          <a:blip r:embed="rId5"/>
          <a:stretch>
            <a:fillRect/>
          </a:stretch>
        </p:blipFill>
        <p:spPr>
          <a:xfrm>
            <a:off x="1900289" y="4872406"/>
            <a:ext cx="8885714" cy="1961905"/>
          </a:xfrm>
          <a:prstGeom prst="rect">
            <a:avLst/>
          </a:prstGeom>
        </p:spPr>
      </p:pic>
      <p:sp>
        <p:nvSpPr>
          <p:cNvPr id="15" name="文本框 14">
            <a:extLst>
              <a:ext uri="{FF2B5EF4-FFF2-40B4-BE49-F238E27FC236}">
                <a16:creationId xmlns:a16="http://schemas.microsoft.com/office/drawing/2014/main" id="{2A64F2AB-8F42-7787-FDD3-0F1F9E8C6CCC}"/>
              </a:ext>
            </a:extLst>
          </p:cNvPr>
          <p:cNvSpPr txBox="1"/>
          <p:nvPr/>
        </p:nvSpPr>
        <p:spPr>
          <a:xfrm>
            <a:off x="493711" y="3835454"/>
            <a:ext cx="11376555" cy="1292662"/>
          </a:xfrm>
          <a:prstGeom prst="rect">
            <a:avLst/>
          </a:prstGeom>
          <a:noFill/>
        </p:spPr>
        <p:txBody>
          <a:bodyPr wrap="square">
            <a:spAutoFit/>
          </a:bodyPr>
          <a:lstStyle/>
          <a:p>
            <a:pPr>
              <a:lnSpc>
                <a:spcPct val="150000"/>
              </a:lnSpc>
            </a:pPr>
            <a:r>
              <a:rPr lang="zh-CN" altLang="en-US" sz="2000" dirty="0">
                <a:latin typeface="宋体" panose="02010600030101010101" pitchFamily="2" charset="-122"/>
                <a:ea typeface="宋体" panose="02010600030101010101" pitchFamily="2" charset="-122"/>
              </a:rPr>
              <a:t>对比实验：与 </a:t>
            </a:r>
            <a:r>
              <a:rPr lang="en-US" altLang="zh-CN" sz="2000" dirty="0">
                <a:latin typeface="宋体" panose="02010600030101010101" pitchFamily="2" charset="-122"/>
                <a:ea typeface="宋体" panose="02010600030101010101" pitchFamily="2" charset="-122"/>
              </a:rPr>
              <a:t>10 </a:t>
            </a:r>
            <a:r>
              <a:rPr lang="zh-CN" altLang="en-US" sz="2000" dirty="0">
                <a:latin typeface="宋体" panose="02010600030101010101" pitchFamily="2" charset="-122"/>
                <a:ea typeface="宋体" panose="02010600030101010101" pitchFamily="2" charset="-122"/>
              </a:rPr>
              <a:t>种主流元启发式算法对比，</a:t>
            </a:r>
            <a:r>
              <a:rPr lang="en-US" altLang="zh-CN" sz="2000" dirty="0">
                <a:latin typeface="宋体" panose="02010600030101010101" pitchFamily="2" charset="-122"/>
                <a:ea typeface="宋体" panose="02010600030101010101" pitchFamily="2" charset="-122"/>
              </a:rPr>
              <a:t>HARLPSO </a:t>
            </a:r>
            <a:r>
              <a:rPr lang="zh-CN" altLang="en-US" sz="2000" dirty="0">
                <a:latin typeface="宋体" panose="02010600030101010101" pitchFamily="2" charset="-122"/>
                <a:ea typeface="宋体" panose="02010600030101010101" pitchFamily="2" charset="-122"/>
              </a:rPr>
              <a:t>在</a:t>
            </a:r>
            <a:r>
              <a:rPr lang="en-US" altLang="zh-CN" sz="2000" dirty="0">
                <a:latin typeface="宋体" panose="02010600030101010101" pitchFamily="2" charset="-122"/>
                <a:ea typeface="宋体" panose="02010600030101010101" pitchFamily="2" charset="-122"/>
              </a:rPr>
              <a:t>8</a:t>
            </a:r>
            <a:r>
              <a:rPr lang="zh-CN" altLang="en-US" sz="2000" dirty="0">
                <a:latin typeface="宋体" panose="02010600030101010101" pitchFamily="2" charset="-122"/>
                <a:ea typeface="宋体" panose="02010600030101010101" pitchFamily="2" charset="-122"/>
              </a:rPr>
              <a:t>个数据集中</a:t>
            </a:r>
            <a:r>
              <a:rPr lang="en-US" altLang="zh-CN" sz="2000" dirty="0">
                <a:latin typeface="宋体" panose="02010600030101010101" pitchFamily="2" charset="-122"/>
                <a:ea typeface="宋体" panose="02010600030101010101" pitchFamily="2" charset="-122"/>
              </a:rPr>
              <a:t>5</a:t>
            </a:r>
            <a:r>
              <a:rPr lang="zh-CN" altLang="en-US" sz="2000" dirty="0">
                <a:latin typeface="宋体" panose="02010600030101010101" pitchFamily="2" charset="-122"/>
                <a:ea typeface="宋体" panose="02010600030101010101" pitchFamily="2" charset="-122"/>
              </a:rPr>
              <a:t>个取得最高分类精度。</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结论：</a:t>
            </a:r>
            <a:r>
              <a:rPr lang="en-US" altLang="zh-CN" sz="2000" dirty="0">
                <a:latin typeface="宋体" panose="02010600030101010101" pitchFamily="2" charset="-122"/>
                <a:ea typeface="宋体" panose="02010600030101010101" pitchFamily="2" charset="-122"/>
              </a:rPr>
              <a:t>HARLPSO </a:t>
            </a:r>
            <a:r>
              <a:rPr lang="zh-CN" altLang="en-US" sz="2000" dirty="0">
                <a:latin typeface="宋体" panose="02010600030101010101" pitchFamily="2" charset="-122"/>
                <a:ea typeface="宋体" panose="02010600030101010101" pitchFamily="2" charset="-122"/>
              </a:rPr>
              <a:t>能有效筛选医学关键特征，为生物医学数据分析与智能辅助诊断提供高效新方案。</a:t>
            </a:r>
            <a:endParaRPr lang="en-US" altLang="zh-CN" sz="2000" dirty="0">
              <a:latin typeface="宋体" panose="02010600030101010101" pitchFamily="2" charset="-122"/>
              <a:ea typeface="宋体" panose="02010600030101010101" pitchFamily="2" charset="-122"/>
            </a:endParaRPr>
          </a:p>
          <a:p>
            <a:endParaRPr lang="zh-CN" altLang="en-US" sz="18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062758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4678C-9822-99A7-E597-EE7EBEE0FBBE}"/>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26D12C2B-FF3B-8308-8505-2D2514B3593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776CB035-677D-EEFB-946D-0DB1E2D9E879}"/>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CBCB85C6-76F1-7FCC-2366-FD805240C268}"/>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26DF4391-6485-A992-8AB8-3D0D48CEFC58}"/>
              </a:ext>
            </a:extLst>
          </p:cNvPr>
          <p:cNvSpPr txBox="1"/>
          <p:nvPr/>
        </p:nvSpPr>
        <p:spPr>
          <a:xfrm>
            <a:off x="563033" y="336720"/>
            <a:ext cx="11173855"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论文案例二</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26F437A3-9259-493E-704C-2BAF5894B8B6}"/>
              </a:ext>
            </a:extLst>
          </p:cNvPr>
          <p:cNvSpPr txBox="1"/>
          <p:nvPr/>
        </p:nvSpPr>
        <p:spPr>
          <a:xfrm>
            <a:off x="529166" y="1094809"/>
            <a:ext cx="11207721" cy="5560176"/>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论文标题：</a:t>
            </a:r>
            <a:r>
              <a:rPr lang="zh-CN" altLang="en-US" sz="2000" dirty="0">
                <a:latin typeface="宋体" panose="02010600030101010101" pitchFamily="2" charset="-122"/>
                <a:ea typeface="宋体" panose="02010600030101010101" pitchFamily="2" charset="-122"/>
              </a:rPr>
              <a:t>结合粒子群优化与自适应 </a:t>
            </a:r>
            <a:r>
              <a:rPr lang="en-US" altLang="zh-CN" sz="2000" dirty="0">
                <a:latin typeface="宋体" panose="02010600030101010101" pitchFamily="2" charset="-122"/>
                <a:ea typeface="宋体" panose="02010600030101010101" pitchFamily="2" charset="-122"/>
              </a:rPr>
              <a:t>LASSO </a:t>
            </a:r>
            <a:r>
              <a:rPr lang="zh-CN" altLang="en-US" sz="2000" dirty="0">
                <a:latin typeface="宋体" panose="02010600030101010101" pitchFamily="2" charset="-122"/>
                <a:ea typeface="宋体" panose="02010600030101010101" pitchFamily="2" charset="-122"/>
              </a:rPr>
              <a:t>的可解释特征选择在 </a:t>
            </a:r>
            <a:r>
              <a:rPr lang="en-US" altLang="zh-CN" sz="2000" dirty="0">
                <a:latin typeface="宋体" panose="02010600030101010101" pitchFamily="2" charset="-122"/>
                <a:ea typeface="宋体" panose="02010600030101010101" pitchFamily="2" charset="-122"/>
              </a:rPr>
              <a:t>MRI </a:t>
            </a:r>
            <a:r>
              <a:rPr lang="zh-CN" altLang="en-US" sz="2000" dirty="0">
                <a:latin typeface="宋体" panose="02010600030101010101" pitchFamily="2" charset="-122"/>
                <a:ea typeface="宋体" panose="02010600030101010101" pitchFamily="2" charset="-122"/>
              </a:rPr>
              <a:t>放射基因组学中的应用</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用于口咽癌 </a:t>
            </a:r>
            <a:r>
              <a:rPr lang="en-US" altLang="zh-CN" sz="2000" dirty="0">
                <a:latin typeface="宋体" panose="02010600030101010101" pitchFamily="2" charset="-122"/>
                <a:ea typeface="宋体" panose="02010600030101010101" pitchFamily="2" charset="-122"/>
              </a:rPr>
              <a:t>HPV </a:t>
            </a:r>
            <a:r>
              <a:rPr lang="zh-CN" altLang="en-US" sz="2000" dirty="0">
                <a:latin typeface="宋体" panose="02010600030101010101" pitchFamily="2" charset="-122"/>
                <a:ea typeface="宋体" panose="02010600030101010101" pitchFamily="2" charset="-122"/>
              </a:rPr>
              <a:t>状态预测</a:t>
            </a: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研究背景：</a:t>
            </a:r>
            <a:endParaRPr lang="en-US" altLang="zh-CN" sz="2000" b="1"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放射基因组学：关联影像组学特征与肿瘤生物学，替代有创活检，克服取样偏差。</a:t>
            </a:r>
            <a:endParaRPr lang="en-US" altLang="zh-CN" sz="20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核心痛点：影像组学特征高维、小样本，易过拟合，模型泛化性差。</a:t>
            </a:r>
            <a:endParaRPr lang="en-US" altLang="zh-CN" sz="20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特征选择必要性：剔除无关特征，降低维度，提升模型稳健性。</a:t>
            </a:r>
            <a:endParaRPr lang="en-US" altLang="zh-CN" sz="20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en-US" altLang="zh-CN" sz="2000" dirty="0">
                <a:latin typeface="宋体" panose="02010600030101010101" pitchFamily="2" charset="-122"/>
                <a:ea typeface="宋体" panose="02010600030101010101" pitchFamily="2" charset="-122"/>
              </a:rPr>
              <a:t>PSO </a:t>
            </a:r>
            <a:r>
              <a:rPr lang="zh-CN" altLang="en-US" sz="2000" dirty="0">
                <a:latin typeface="宋体" panose="02010600030101010101" pitchFamily="2" charset="-122"/>
                <a:ea typeface="宋体" panose="02010600030101010101" pitchFamily="2" charset="-122"/>
              </a:rPr>
              <a:t>优势：粒子群优化具备强全局搜索能力，在高维特征空间探索效率优异。</a:t>
            </a: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研究目标：</a:t>
            </a:r>
            <a:endParaRPr lang="en-US" altLang="zh-CN" sz="2000" b="1"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评估 </a:t>
            </a:r>
            <a:r>
              <a:rPr lang="en-US" altLang="zh-CN" sz="2000" dirty="0">
                <a:latin typeface="宋体" panose="02010600030101010101" pitchFamily="2" charset="-122"/>
                <a:ea typeface="宋体" panose="02010600030101010101" pitchFamily="2" charset="-122"/>
              </a:rPr>
              <a:t>PSO </a:t>
            </a:r>
            <a:r>
              <a:rPr lang="zh-CN" altLang="en-US" sz="2000" dirty="0">
                <a:latin typeface="宋体" panose="02010600030101010101" pitchFamily="2" charset="-122"/>
                <a:ea typeface="宋体" panose="02010600030101010101" pitchFamily="2" charset="-122"/>
              </a:rPr>
              <a:t>单独及融合方法在口咽癌 </a:t>
            </a:r>
            <a:r>
              <a:rPr lang="en-US" altLang="zh-CN" sz="2000" dirty="0">
                <a:latin typeface="宋体" panose="02010600030101010101" pitchFamily="2" charset="-122"/>
                <a:ea typeface="宋体" panose="02010600030101010101" pitchFamily="2" charset="-122"/>
              </a:rPr>
              <a:t>HPV </a:t>
            </a:r>
            <a:r>
              <a:rPr lang="zh-CN" altLang="en-US" sz="2000" dirty="0">
                <a:latin typeface="宋体" panose="02010600030101010101" pitchFamily="2" charset="-122"/>
                <a:ea typeface="宋体" panose="02010600030101010101" pitchFamily="2" charset="-122"/>
              </a:rPr>
              <a:t>状态预测中的价值。</a:t>
            </a:r>
            <a:endParaRPr lang="en-US" altLang="zh-CN" sz="20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构建</a:t>
            </a:r>
            <a:r>
              <a:rPr lang="en-US" altLang="zh-CN" sz="2000" dirty="0">
                <a:latin typeface="宋体" panose="02010600030101010101" pitchFamily="2" charset="-122"/>
                <a:ea typeface="宋体" panose="02010600030101010101" pitchFamily="2" charset="-122"/>
              </a:rPr>
              <a:t>PSO + </a:t>
            </a:r>
            <a:r>
              <a:rPr lang="zh-CN" altLang="en-US" sz="2000" dirty="0">
                <a:latin typeface="宋体" panose="02010600030101010101" pitchFamily="2" charset="-122"/>
                <a:ea typeface="宋体" panose="02010600030101010101" pitchFamily="2" charset="-122"/>
              </a:rPr>
              <a:t>自适应 </a:t>
            </a:r>
            <a:r>
              <a:rPr lang="en-US" altLang="zh-CN" sz="2000" dirty="0">
                <a:latin typeface="宋体" panose="02010600030101010101" pitchFamily="2" charset="-122"/>
                <a:ea typeface="宋体" panose="02010600030101010101" pitchFamily="2" charset="-122"/>
              </a:rPr>
              <a:t>LASSO</a:t>
            </a:r>
            <a:r>
              <a:rPr lang="zh-CN" altLang="en-US" sz="2000" dirty="0">
                <a:latin typeface="宋体" panose="02010600030101010101" pitchFamily="2" charset="-122"/>
                <a:ea typeface="宋体" panose="02010600030101010101" pitchFamily="2" charset="-122"/>
              </a:rPr>
              <a:t>集成特征选择策略，验证模型在多中心外部数据的泛化性与可解释性。</a:t>
            </a:r>
          </a:p>
        </p:txBody>
      </p:sp>
    </p:spTree>
    <p:extLst>
      <p:ext uri="{BB962C8B-B14F-4D97-AF65-F5344CB8AC3E}">
        <p14:creationId xmlns:p14="http://schemas.microsoft.com/office/powerpoint/2010/main" val="2241878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3D99A-838E-C229-6743-DA49A14DD46E}"/>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F5A53BBF-0F5D-323D-E3FD-B4C0F85AE9D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7EFF16C8-F3A6-B397-7F21-F18A94C25484}"/>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8A080AD0-061C-8717-527A-DBC79357252F}"/>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0147CCF2-555D-AB09-2E75-8296AD54B376}"/>
              </a:ext>
            </a:extLst>
          </p:cNvPr>
          <p:cNvSpPr txBox="1"/>
          <p:nvPr/>
        </p:nvSpPr>
        <p:spPr>
          <a:xfrm>
            <a:off x="563033" y="336720"/>
            <a:ext cx="11173855"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论文案例二</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E8C84660-E767-9497-216B-2AAA3D247EB7}"/>
              </a:ext>
            </a:extLst>
          </p:cNvPr>
          <p:cNvSpPr txBox="1"/>
          <p:nvPr/>
        </p:nvSpPr>
        <p:spPr>
          <a:xfrm>
            <a:off x="529167" y="899319"/>
            <a:ext cx="11207721" cy="1735540"/>
          </a:xfrm>
          <a:prstGeom prst="rect">
            <a:avLst/>
          </a:prstGeom>
          <a:noFill/>
        </p:spPr>
        <p:txBody>
          <a:bodyPr wrap="square">
            <a:spAutoFit/>
          </a:bodyPr>
          <a:lstStyle/>
          <a:p>
            <a:pPr>
              <a:lnSpc>
                <a:spcPct val="150000"/>
              </a:lnSpc>
            </a:pPr>
            <a:r>
              <a:rPr lang="en-US" altLang="zh-CN" sz="2000" b="1" dirty="0">
                <a:latin typeface="宋体" panose="02010600030101010101" pitchFamily="2" charset="-122"/>
                <a:ea typeface="宋体" panose="02010600030101010101" pitchFamily="2" charset="-122"/>
              </a:rPr>
              <a:t>PSO-adaptive LASSO</a:t>
            </a:r>
            <a:r>
              <a:rPr lang="zh-CN" altLang="en-US" sz="2000" b="1" dirty="0">
                <a:latin typeface="宋体" panose="02010600030101010101" pitchFamily="2" charset="-122"/>
                <a:ea typeface="宋体" panose="02010600030101010101" pitchFamily="2" charset="-122"/>
              </a:rPr>
              <a:t>：全局探索与局部精炼</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PSO </a:t>
            </a:r>
            <a:r>
              <a:rPr lang="zh-CN" altLang="en-US" dirty="0">
                <a:latin typeface="宋体" panose="02010600030101010101" pitchFamily="2" charset="-122"/>
                <a:ea typeface="宋体" panose="02010600030101010101" pitchFamily="2" charset="-122"/>
              </a:rPr>
              <a:t>擅长进行</a:t>
            </a:r>
            <a:r>
              <a:rPr lang="zh-CN" altLang="en-US" b="1" dirty="0">
                <a:latin typeface="宋体" panose="02010600030101010101" pitchFamily="2" charset="-122"/>
                <a:ea typeface="宋体" panose="02010600030101010101" pitchFamily="2" charset="-122"/>
              </a:rPr>
              <a:t>全局搜索</a:t>
            </a:r>
            <a:r>
              <a:rPr lang="zh-CN" altLang="en-US" dirty="0">
                <a:latin typeface="宋体" panose="02010600030101010101" pitchFamily="2" charset="-122"/>
                <a:ea typeface="宋体" panose="02010600030101010101" pitchFamily="2" charset="-122"/>
              </a:rPr>
              <a:t>，不容易陷入局部最优解，能够有效地探索高维度的特征空间。</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LASSO </a:t>
            </a:r>
            <a:r>
              <a:rPr lang="zh-CN" altLang="en-US" dirty="0">
                <a:latin typeface="宋体" panose="02010600030101010101" pitchFamily="2" charset="-122"/>
                <a:ea typeface="宋体" panose="02010600030101010101" pitchFamily="2" charset="-122"/>
              </a:rPr>
              <a:t>擅长进行</a:t>
            </a:r>
            <a:r>
              <a:rPr lang="zh-CN" altLang="en-US" b="1" dirty="0">
                <a:latin typeface="宋体" panose="02010600030101010101" pitchFamily="2" charset="-122"/>
                <a:ea typeface="宋体" panose="02010600030101010101" pitchFamily="2" charset="-122"/>
              </a:rPr>
              <a:t>局部精炼和降维</a:t>
            </a:r>
            <a:r>
              <a:rPr lang="zh-CN" altLang="en-US" dirty="0">
                <a:latin typeface="宋体" panose="02010600030101010101" pitchFamily="2" charset="-122"/>
                <a:ea typeface="宋体" panose="02010600030101010101" pitchFamily="2" charset="-122"/>
              </a:rPr>
              <a:t>，能有效防止过拟合，确保模型的简洁性。</a:t>
            </a:r>
            <a:endParaRPr lang="en-US" altLang="zh-CN" dirty="0">
              <a:latin typeface="宋体" panose="02010600030101010101" pitchFamily="2" charset="-122"/>
              <a:ea typeface="宋体" panose="02010600030101010101" pitchFamily="2" charset="-122"/>
            </a:endParaRPr>
          </a:p>
          <a:p>
            <a:pPr>
              <a:lnSpc>
                <a:spcPct val="150000"/>
              </a:lnSpc>
            </a:pPr>
            <a:endParaRPr lang="en-US" altLang="zh-CN" dirty="0">
              <a:latin typeface="宋体" panose="02010600030101010101" pitchFamily="2" charset="-122"/>
              <a:ea typeface="宋体" panose="02010600030101010101" pitchFamily="2" charset="-122"/>
            </a:endParaRPr>
          </a:p>
        </p:txBody>
      </p:sp>
      <p:pic>
        <p:nvPicPr>
          <p:cNvPr id="7" name="图片 6">
            <a:extLst>
              <a:ext uri="{FF2B5EF4-FFF2-40B4-BE49-F238E27FC236}">
                <a16:creationId xmlns:a16="http://schemas.microsoft.com/office/drawing/2014/main" id="{5813BDD1-6A63-B716-47FB-B74BDD518D0C}"/>
              </a:ext>
            </a:extLst>
          </p:cNvPr>
          <p:cNvPicPr>
            <a:picLocks noChangeAspect="1"/>
          </p:cNvPicPr>
          <p:nvPr/>
        </p:nvPicPr>
        <p:blipFill>
          <a:blip r:embed="rId4"/>
          <a:stretch>
            <a:fillRect/>
          </a:stretch>
        </p:blipFill>
        <p:spPr>
          <a:xfrm>
            <a:off x="5724079" y="2931192"/>
            <a:ext cx="6467921" cy="3521839"/>
          </a:xfrm>
          <a:prstGeom prst="rect">
            <a:avLst/>
          </a:prstGeom>
        </p:spPr>
      </p:pic>
      <p:sp>
        <p:nvSpPr>
          <p:cNvPr id="11" name="文本框 10">
            <a:extLst>
              <a:ext uri="{FF2B5EF4-FFF2-40B4-BE49-F238E27FC236}">
                <a16:creationId xmlns:a16="http://schemas.microsoft.com/office/drawing/2014/main" id="{DD9DF039-DE63-77CA-ECAF-7F38EF8717F6}"/>
              </a:ext>
            </a:extLst>
          </p:cNvPr>
          <p:cNvSpPr txBox="1"/>
          <p:nvPr/>
        </p:nvSpPr>
        <p:spPr>
          <a:xfrm>
            <a:off x="506524" y="2213972"/>
            <a:ext cx="5217555" cy="4644028"/>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技术流程</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b="1" dirty="0">
                <a:latin typeface="宋体" panose="02010600030101010101" pitchFamily="2" charset="-122"/>
                <a:ea typeface="宋体" panose="02010600030101010101" pitchFamily="2" charset="-122"/>
              </a:rPr>
              <a:t>影像预处理：</a:t>
            </a:r>
            <a:r>
              <a:rPr lang="zh-CN" altLang="en-US" dirty="0">
                <a:latin typeface="宋体" panose="02010600030101010101" pitchFamily="2" charset="-122"/>
                <a:ea typeface="宋体" panose="02010600030101010101" pitchFamily="2" charset="-122"/>
              </a:rPr>
              <a:t>强度归一化、各向同性重采样</a:t>
            </a:r>
            <a:endParaRPr lang="en-US" altLang="zh-CN" dirty="0">
              <a:latin typeface="宋体" panose="02010600030101010101" pitchFamily="2" charset="-122"/>
              <a:ea typeface="宋体" panose="02010600030101010101" pitchFamily="2" charset="-122"/>
            </a:endParaRPr>
          </a:p>
          <a:p>
            <a:pPr>
              <a:lnSpc>
                <a:spcPct val="150000"/>
              </a:lnSpc>
            </a:pPr>
            <a:r>
              <a:rPr lang="zh-CN" altLang="en-US" b="1" dirty="0">
                <a:latin typeface="宋体" panose="02010600030101010101" pitchFamily="2" charset="-122"/>
                <a:ea typeface="宋体" panose="02010600030101010101" pitchFamily="2" charset="-122"/>
              </a:rPr>
              <a:t>特征提取：</a:t>
            </a:r>
            <a:r>
              <a:rPr lang="en-US" altLang="zh-CN" dirty="0" err="1">
                <a:latin typeface="宋体" panose="02010600030101010101" pitchFamily="2" charset="-122"/>
                <a:ea typeface="宋体" panose="02010600030101010101" pitchFamily="2" charset="-122"/>
              </a:rPr>
              <a:t>PyRadiomics</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提取</a:t>
            </a:r>
            <a:r>
              <a:rPr lang="en-US" altLang="zh-CN" dirty="0">
                <a:latin typeface="宋体" panose="02010600030101010101" pitchFamily="2" charset="-122"/>
                <a:ea typeface="宋体" panose="02010600030101010101" pitchFamily="2" charset="-122"/>
              </a:rPr>
              <a:t>1184</a:t>
            </a:r>
            <a:r>
              <a:rPr lang="zh-CN" altLang="en-US" dirty="0">
                <a:latin typeface="宋体" panose="02010600030101010101" pitchFamily="2" charset="-122"/>
                <a:ea typeface="宋体" panose="02010600030101010101" pitchFamily="2" charset="-122"/>
              </a:rPr>
              <a:t>个影像组学特征（形态、纹理、小波等）</a:t>
            </a:r>
            <a:endParaRPr lang="en-US" altLang="zh-CN" dirty="0">
              <a:latin typeface="宋体" panose="02010600030101010101" pitchFamily="2" charset="-122"/>
              <a:ea typeface="宋体" panose="02010600030101010101" pitchFamily="2" charset="-122"/>
            </a:endParaRPr>
          </a:p>
          <a:p>
            <a:pPr>
              <a:lnSpc>
                <a:spcPct val="150000"/>
              </a:lnSpc>
            </a:pPr>
            <a:r>
              <a:rPr lang="zh-CN" altLang="en-US" b="1" dirty="0">
                <a:latin typeface="宋体" panose="02010600030101010101" pitchFamily="2" charset="-122"/>
                <a:ea typeface="宋体" panose="02010600030101010101" pitchFamily="2" charset="-122"/>
              </a:rPr>
              <a:t>特征选择：</a:t>
            </a:r>
            <a:endParaRPr lang="en-US" altLang="zh-CN" b="1"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基础方法：</a:t>
            </a:r>
            <a:r>
              <a:rPr lang="en-US" altLang="zh-CN" dirty="0">
                <a:latin typeface="宋体" panose="02010600030101010101" pitchFamily="2" charset="-122"/>
                <a:ea typeface="宋体" panose="02010600030101010101" pitchFamily="2" charset="-122"/>
              </a:rPr>
              <a:t>PSO</a:t>
            </a:r>
            <a:r>
              <a:rPr lang="zh-CN" altLang="en-US" dirty="0">
                <a:latin typeface="宋体" panose="02010600030101010101" pitchFamily="2" charset="-122"/>
                <a:ea typeface="宋体" panose="02010600030101010101" pitchFamily="2" charset="-122"/>
              </a:rPr>
              <a:t>、过滤法、包装法、收缩法</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集成方法：</a:t>
            </a:r>
            <a:r>
              <a:rPr lang="en-US" altLang="zh-CN" dirty="0">
                <a:latin typeface="宋体" panose="02010600030101010101" pitchFamily="2" charset="-122"/>
                <a:ea typeface="宋体" panose="02010600030101010101" pitchFamily="2" charset="-122"/>
              </a:rPr>
              <a:t>PSO-adaptive LASSO</a:t>
            </a:r>
            <a:r>
              <a:rPr lang="zh-CN" altLang="en-US" dirty="0">
                <a:latin typeface="宋体" panose="02010600030101010101" pitchFamily="2" charset="-122"/>
                <a:ea typeface="宋体" panose="02010600030101010101" pitchFamily="2" charset="-122"/>
              </a:rPr>
              <a:t>，结合 </a:t>
            </a:r>
            <a:r>
              <a:rPr lang="en-US" altLang="zh-CN" dirty="0">
                <a:latin typeface="宋体" panose="02010600030101010101" pitchFamily="2" charset="-122"/>
                <a:ea typeface="宋体" panose="02010600030101010101" pitchFamily="2" charset="-122"/>
              </a:rPr>
              <a:t>SHAP </a:t>
            </a:r>
            <a:r>
              <a:rPr lang="zh-CN" altLang="en-US" dirty="0">
                <a:latin typeface="宋体" panose="02010600030101010101" pitchFamily="2" charset="-122"/>
                <a:ea typeface="宋体" panose="02010600030101010101" pitchFamily="2" charset="-122"/>
              </a:rPr>
              <a:t>值筛选关键特征</a:t>
            </a:r>
            <a:endParaRPr lang="en-US" altLang="zh-CN" dirty="0">
              <a:latin typeface="宋体" panose="02010600030101010101" pitchFamily="2" charset="-122"/>
              <a:ea typeface="宋体" panose="02010600030101010101" pitchFamily="2" charset="-122"/>
            </a:endParaRPr>
          </a:p>
          <a:p>
            <a:pPr>
              <a:lnSpc>
                <a:spcPct val="150000"/>
              </a:lnSpc>
            </a:pPr>
            <a:r>
              <a:rPr lang="zh-CN" altLang="en-US" b="1" dirty="0">
                <a:latin typeface="宋体" panose="02010600030101010101" pitchFamily="2" charset="-122"/>
                <a:ea typeface="宋体" panose="02010600030101010101" pitchFamily="2" charset="-122"/>
              </a:rPr>
              <a:t>模型构建：</a:t>
            </a:r>
            <a:r>
              <a:rPr lang="en-US" altLang="zh-CN" dirty="0">
                <a:latin typeface="宋体" panose="02010600030101010101" pitchFamily="2" charset="-122"/>
                <a:ea typeface="宋体" panose="02010600030101010101" pitchFamily="2" charset="-122"/>
              </a:rPr>
              <a:t>MLP</a:t>
            </a:r>
            <a:r>
              <a:rPr lang="zh-CN" altLang="en-US" dirty="0">
                <a:latin typeface="宋体" panose="02010600030101010101" pitchFamily="2" charset="-122"/>
                <a:ea typeface="宋体" panose="02010600030101010101" pitchFamily="2" charset="-122"/>
              </a:rPr>
              <a:t>、随机森林、</a:t>
            </a:r>
            <a:r>
              <a:rPr lang="en-US" altLang="zh-CN" dirty="0">
                <a:latin typeface="宋体" panose="02010600030101010101" pitchFamily="2" charset="-122"/>
                <a:ea typeface="宋体" panose="02010600030101010101" pitchFamily="2" charset="-122"/>
              </a:rPr>
              <a:t>SVM </a:t>
            </a:r>
            <a:r>
              <a:rPr lang="zh-CN" altLang="en-US" dirty="0">
                <a:latin typeface="宋体" panose="02010600030101010101" pitchFamily="2" charset="-122"/>
                <a:ea typeface="宋体" panose="02010600030101010101" pitchFamily="2" charset="-122"/>
              </a:rPr>
              <a:t>等多分类器验证</a:t>
            </a:r>
            <a:endParaRPr lang="en-US" altLang="zh-CN" dirty="0">
              <a:latin typeface="宋体" panose="02010600030101010101" pitchFamily="2" charset="-122"/>
              <a:ea typeface="宋体" panose="02010600030101010101" pitchFamily="2" charset="-122"/>
            </a:endParaRPr>
          </a:p>
          <a:p>
            <a:pPr>
              <a:lnSpc>
                <a:spcPct val="150000"/>
              </a:lnSpc>
            </a:pPr>
            <a:r>
              <a:rPr lang="zh-CN" altLang="en-US" b="1" dirty="0">
                <a:latin typeface="宋体" panose="02010600030101010101" pitchFamily="2" charset="-122"/>
                <a:ea typeface="宋体" panose="02010600030101010101" pitchFamily="2" charset="-122"/>
              </a:rPr>
              <a:t>评估指标：</a:t>
            </a:r>
            <a:r>
              <a:rPr lang="en-US" altLang="zh-CN" dirty="0">
                <a:latin typeface="宋体" panose="02010600030101010101" pitchFamily="2" charset="-122"/>
                <a:ea typeface="宋体" panose="02010600030101010101" pitchFamily="2" charset="-122"/>
              </a:rPr>
              <a:t>AUC</a:t>
            </a:r>
            <a:r>
              <a:rPr lang="zh-CN" altLang="en-US" dirty="0">
                <a:latin typeface="宋体" panose="02010600030101010101" pitchFamily="2" charset="-122"/>
                <a:ea typeface="宋体" panose="02010600030101010101" pitchFamily="2" charset="-122"/>
              </a:rPr>
              <a:t>、灵敏度、特异度，外部验证检验泛化性</a:t>
            </a:r>
          </a:p>
        </p:txBody>
      </p:sp>
      <p:pic>
        <p:nvPicPr>
          <p:cNvPr id="13" name="图片 12">
            <a:extLst>
              <a:ext uri="{FF2B5EF4-FFF2-40B4-BE49-F238E27FC236}">
                <a16:creationId xmlns:a16="http://schemas.microsoft.com/office/drawing/2014/main" id="{98F93A39-92D1-95AD-2E2A-D22C65484E45}"/>
              </a:ext>
            </a:extLst>
          </p:cNvPr>
          <p:cNvPicPr>
            <a:picLocks noChangeAspect="1"/>
          </p:cNvPicPr>
          <p:nvPr/>
        </p:nvPicPr>
        <p:blipFill>
          <a:blip r:embed="rId5"/>
          <a:stretch>
            <a:fillRect/>
          </a:stretch>
        </p:blipFill>
        <p:spPr>
          <a:xfrm>
            <a:off x="8500534" y="1746177"/>
            <a:ext cx="3617195" cy="1141071"/>
          </a:xfrm>
          <a:prstGeom prst="rect">
            <a:avLst/>
          </a:prstGeom>
        </p:spPr>
      </p:pic>
    </p:spTree>
    <p:extLst>
      <p:ext uri="{BB962C8B-B14F-4D97-AF65-F5344CB8AC3E}">
        <p14:creationId xmlns:p14="http://schemas.microsoft.com/office/powerpoint/2010/main" val="2570878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F92C5-0459-677E-F792-003E2BDB00FB}"/>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7F590A3A-1BDC-7AAD-A54B-1C90838A286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A19D9920-9CC8-AE17-DEE9-0D5ECF04FD8C}"/>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471A6AC5-500B-6831-E230-E73F2EFFD0A5}"/>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8D9BEE7F-4D1E-B013-856C-05973D1B15F6}"/>
              </a:ext>
            </a:extLst>
          </p:cNvPr>
          <p:cNvSpPr txBox="1"/>
          <p:nvPr/>
        </p:nvSpPr>
        <p:spPr>
          <a:xfrm>
            <a:off x="526005" y="363127"/>
            <a:ext cx="11173855"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论文案例二</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69797D5B-D4DB-266B-B901-6CF59092D851}"/>
              </a:ext>
            </a:extLst>
          </p:cNvPr>
          <p:cNvSpPr txBox="1"/>
          <p:nvPr/>
        </p:nvSpPr>
        <p:spPr>
          <a:xfrm>
            <a:off x="522844" y="936625"/>
            <a:ext cx="6191224" cy="5929508"/>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核心结果和性能对比：</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内部测试集</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荷兰癌症研究所</a:t>
            </a:r>
            <a:r>
              <a:rPr lang="en-US" altLang="zh-CN" dirty="0">
                <a:latin typeface="宋体" panose="02010600030101010101" pitchFamily="2" charset="-122"/>
                <a:ea typeface="宋体" panose="02010600030101010101" pitchFamily="2" charset="-122"/>
              </a:rPr>
              <a:t>153</a:t>
            </a:r>
            <a:r>
              <a:rPr lang="zh-CN" altLang="en-US" dirty="0">
                <a:latin typeface="宋体" panose="02010600030101010101" pitchFamily="2" charset="-122"/>
                <a:ea typeface="宋体" panose="02010600030101010101" pitchFamily="2" charset="-122"/>
              </a:rPr>
              <a:t>例口咽癌患者 </a:t>
            </a:r>
            <a:r>
              <a:rPr lang="en-US" altLang="zh-CN" dirty="0">
                <a:latin typeface="宋体" panose="02010600030101010101" pitchFamily="2" charset="-122"/>
                <a:ea typeface="宋体" panose="02010600030101010101" pitchFamily="2" charset="-122"/>
              </a:rPr>
              <a:t>MRI)</a:t>
            </a:r>
            <a:r>
              <a:rPr lang="zh-CN" altLang="en-US" dirty="0">
                <a:latin typeface="宋体" panose="02010600030101010101" pitchFamily="2" charset="-122"/>
                <a:ea typeface="宋体" panose="02010600030101010101" pitchFamily="2" charset="-122"/>
              </a:rPr>
              <a:t>：</a:t>
            </a:r>
          </a:p>
          <a:p>
            <a:pPr>
              <a:lnSpc>
                <a:spcPct val="150000"/>
              </a:lnSpc>
            </a:pPr>
            <a:r>
              <a:rPr lang="zh-CN" altLang="en-US" dirty="0">
                <a:latin typeface="宋体" panose="02010600030101010101" pitchFamily="2" charset="-122"/>
                <a:ea typeface="宋体" panose="02010600030101010101" pitchFamily="2" charset="-122"/>
              </a:rPr>
              <a:t>单独 </a:t>
            </a:r>
            <a:r>
              <a:rPr lang="en-US" altLang="zh-CN" dirty="0">
                <a:latin typeface="宋体" panose="02010600030101010101" pitchFamily="2" charset="-122"/>
                <a:ea typeface="宋体" panose="02010600030101010101" pitchFamily="2" charset="-122"/>
              </a:rPr>
              <a:t>PSO</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AUC=0.76</a:t>
            </a:r>
          </a:p>
          <a:p>
            <a:pPr>
              <a:lnSpc>
                <a:spcPct val="150000"/>
              </a:lnSpc>
            </a:pPr>
            <a:r>
              <a:rPr lang="en-US" altLang="zh-CN" dirty="0">
                <a:latin typeface="宋体" panose="02010600030101010101" pitchFamily="2" charset="-122"/>
                <a:ea typeface="宋体" panose="02010600030101010101" pitchFamily="2" charset="-122"/>
              </a:rPr>
              <a:t>PSO + </a:t>
            </a:r>
            <a:r>
              <a:rPr lang="zh-CN" altLang="en-US" dirty="0">
                <a:latin typeface="宋体" panose="02010600030101010101" pitchFamily="2" charset="-122"/>
                <a:ea typeface="宋体" panose="02010600030101010101" pitchFamily="2" charset="-122"/>
              </a:rPr>
              <a:t>自适应 </a:t>
            </a:r>
            <a:r>
              <a:rPr lang="en-US" altLang="zh-CN" dirty="0">
                <a:latin typeface="宋体" panose="02010600030101010101" pitchFamily="2" charset="-122"/>
                <a:ea typeface="宋体" panose="02010600030101010101" pitchFamily="2" charset="-122"/>
              </a:rPr>
              <a:t>LASSO</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AUC=</a:t>
            </a:r>
            <a:r>
              <a:rPr lang="en-US" altLang="zh-CN" b="1" dirty="0">
                <a:latin typeface="宋体" panose="02010600030101010101" pitchFamily="2" charset="-122"/>
                <a:ea typeface="宋体" panose="02010600030101010101" pitchFamily="2" charset="-122"/>
              </a:rPr>
              <a:t>0.81</a:t>
            </a:r>
            <a:endParaRPr lang="zh-CN" altLang="en-US"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RFE</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AUC=0.91</a:t>
            </a:r>
            <a:r>
              <a:rPr lang="zh-CN" altLang="en-US" dirty="0">
                <a:latin typeface="宋体" panose="02010600030101010101" pitchFamily="2" charset="-122"/>
                <a:ea typeface="宋体" panose="02010600030101010101" pitchFamily="2" charset="-122"/>
              </a:rPr>
              <a:t>（内部最优，但易过拟合）</a:t>
            </a:r>
          </a:p>
          <a:p>
            <a:pPr>
              <a:lnSpc>
                <a:spcPct val="150000"/>
              </a:lnSpc>
            </a:pP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外部验证集</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阿姆斯特丹大学医学中心</a:t>
            </a:r>
            <a:r>
              <a:rPr lang="en-US" altLang="zh-CN" dirty="0">
                <a:latin typeface="宋体" panose="02010600030101010101" pitchFamily="2" charset="-122"/>
                <a:ea typeface="宋体" panose="02010600030101010101" pitchFamily="2" charset="-122"/>
              </a:rPr>
              <a:t>157</a:t>
            </a:r>
            <a:r>
              <a:rPr lang="zh-CN" altLang="en-US" dirty="0">
                <a:latin typeface="宋体" panose="02010600030101010101" pitchFamily="2" charset="-122"/>
                <a:ea typeface="宋体" panose="02010600030101010101" pitchFamily="2" charset="-122"/>
              </a:rPr>
              <a:t>例患者 </a:t>
            </a:r>
            <a:r>
              <a:rPr lang="en-US" altLang="zh-CN" dirty="0">
                <a:latin typeface="宋体" panose="02010600030101010101" pitchFamily="2" charset="-122"/>
                <a:ea typeface="宋体" panose="02010600030101010101" pitchFamily="2" charset="-122"/>
              </a:rPr>
              <a:t>MRI)</a:t>
            </a:r>
          </a:p>
          <a:p>
            <a:pPr>
              <a:lnSpc>
                <a:spcPct val="150000"/>
              </a:lnSpc>
            </a:pPr>
            <a:r>
              <a:rPr lang="en-US" altLang="zh-CN" dirty="0">
                <a:latin typeface="宋体" panose="02010600030101010101" pitchFamily="2" charset="-122"/>
                <a:ea typeface="宋体" panose="02010600030101010101" pitchFamily="2" charset="-122"/>
              </a:rPr>
              <a:t>RFE</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LASSO </a:t>
            </a:r>
            <a:r>
              <a:rPr lang="zh-CN" altLang="en-US" dirty="0">
                <a:latin typeface="宋体" panose="02010600030101010101" pitchFamily="2" charset="-122"/>
                <a:ea typeface="宋体" panose="02010600030101010101" pitchFamily="2" charset="-122"/>
              </a:rPr>
              <a:t>等传统方法泛化崩塌：</a:t>
            </a:r>
            <a:r>
              <a:rPr lang="en-US" altLang="zh-CN" dirty="0">
                <a:latin typeface="宋体" panose="02010600030101010101" pitchFamily="2" charset="-122"/>
                <a:ea typeface="宋体" panose="02010600030101010101" pitchFamily="2" charset="-122"/>
              </a:rPr>
              <a:t>AUC≈0.5</a:t>
            </a:r>
          </a:p>
          <a:p>
            <a:pPr>
              <a:lnSpc>
                <a:spcPct val="150000"/>
              </a:lnSpc>
            </a:pPr>
            <a:r>
              <a:rPr lang="en-US" altLang="zh-CN" b="1" dirty="0">
                <a:latin typeface="宋体" panose="02010600030101010101" pitchFamily="2" charset="-122"/>
                <a:ea typeface="宋体" panose="02010600030101010101" pitchFamily="2" charset="-122"/>
              </a:rPr>
              <a:t>PSO + </a:t>
            </a:r>
            <a:r>
              <a:rPr lang="zh-CN" altLang="en-US" b="1" dirty="0">
                <a:latin typeface="宋体" panose="02010600030101010101" pitchFamily="2" charset="-122"/>
                <a:ea typeface="宋体" panose="02010600030101010101" pitchFamily="2" charset="-122"/>
              </a:rPr>
              <a:t>自适应 </a:t>
            </a:r>
            <a:r>
              <a:rPr lang="en-US" altLang="zh-CN" b="1" dirty="0">
                <a:latin typeface="宋体" panose="02010600030101010101" pitchFamily="2" charset="-122"/>
                <a:ea typeface="宋体" panose="02010600030101010101" pitchFamily="2" charset="-122"/>
              </a:rPr>
              <a:t>LASSO</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AUC=</a:t>
            </a:r>
            <a:r>
              <a:rPr lang="en-US" altLang="zh-CN" b="1" dirty="0">
                <a:latin typeface="宋体" panose="02010600030101010101" pitchFamily="2" charset="-122"/>
                <a:ea typeface="宋体" panose="02010600030101010101" pitchFamily="2" charset="-122"/>
              </a:rPr>
              <a:t>0.78</a:t>
            </a:r>
            <a:r>
              <a:rPr lang="zh-CN" altLang="en-US" dirty="0">
                <a:latin typeface="宋体" panose="02010600030101010101" pitchFamily="2" charset="-122"/>
                <a:ea typeface="宋体" panose="02010600030101010101" pitchFamily="2" charset="-122"/>
              </a:rPr>
              <a:t>，显著最优</a:t>
            </a:r>
          </a:p>
          <a:p>
            <a:pPr>
              <a:lnSpc>
                <a:spcPct val="150000"/>
              </a:lnSpc>
            </a:pPr>
            <a:r>
              <a:rPr lang="zh-CN" altLang="en-US" dirty="0">
                <a:latin typeface="宋体" panose="02010600030101010101" pitchFamily="2" charset="-122"/>
                <a:ea typeface="宋体" panose="02010600030101010101" pitchFamily="2" charset="-122"/>
              </a:rPr>
              <a:t>且该方法全部分类器平均 </a:t>
            </a:r>
            <a:r>
              <a:rPr lang="en-US" altLang="zh-CN" b="1" dirty="0">
                <a:latin typeface="宋体" panose="02010600030101010101" pitchFamily="2" charset="-122"/>
                <a:ea typeface="宋体" panose="02010600030101010101" pitchFamily="2" charset="-122"/>
              </a:rPr>
              <a:t>AUC=0.74</a:t>
            </a:r>
            <a:r>
              <a:rPr lang="zh-CN" altLang="en-US" dirty="0">
                <a:latin typeface="宋体" panose="02010600030101010101" pitchFamily="2" charset="-122"/>
                <a:ea typeface="宋体" panose="02010600030101010101" pitchFamily="2" charset="-122"/>
              </a:rPr>
              <a:t>，稳定领先</a:t>
            </a:r>
          </a:p>
          <a:p>
            <a:pPr>
              <a:lnSpc>
                <a:spcPct val="150000"/>
              </a:lnSpc>
            </a:pP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特征稳定性与可解释性：</a:t>
            </a:r>
          </a:p>
          <a:p>
            <a:pPr>
              <a:lnSpc>
                <a:spcPct val="150000"/>
              </a:lnSpc>
            </a:pPr>
            <a:r>
              <a:rPr lang="zh-CN" altLang="en-US" dirty="0">
                <a:latin typeface="宋体" panose="02010600030101010101" pitchFamily="2" charset="-122"/>
                <a:ea typeface="宋体" panose="02010600030101010101" pitchFamily="2" charset="-122"/>
              </a:rPr>
              <a:t>所选特征 </a:t>
            </a:r>
            <a:r>
              <a:rPr lang="en-US" altLang="zh-CN" dirty="0">
                <a:latin typeface="宋体" panose="02010600030101010101" pitchFamily="2" charset="-122"/>
                <a:ea typeface="宋体" panose="02010600030101010101" pitchFamily="2" charset="-122"/>
              </a:rPr>
              <a:t>ICC</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0.836-0.956</a:t>
            </a:r>
            <a:r>
              <a:rPr lang="zh-CN" altLang="en-US" dirty="0">
                <a:latin typeface="宋体" panose="02010600030101010101" pitchFamily="2" charset="-122"/>
                <a:ea typeface="宋体" panose="02010600030101010101" pitchFamily="2" charset="-122"/>
              </a:rPr>
              <a:t>，分割一致性优秀</a:t>
            </a:r>
          </a:p>
          <a:p>
            <a:pPr>
              <a:lnSpc>
                <a:spcPct val="150000"/>
              </a:lnSpc>
            </a:pPr>
            <a:r>
              <a:rPr lang="zh-CN" altLang="en-US" dirty="0">
                <a:latin typeface="宋体" panose="02010600030101010101" pitchFamily="2" charset="-122"/>
                <a:ea typeface="宋体" panose="02010600030101010101" pitchFamily="2" charset="-122"/>
              </a:rPr>
              <a:t>核心贡献特征：肿瘤球形度、四分位距、灰度共生矩阵特征</a:t>
            </a:r>
          </a:p>
          <a:p>
            <a:pPr>
              <a:lnSpc>
                <a:spcPct val="150000"/>
              </a:lnSpc>
            </a:pPr>
            <a:r>
              <a:rPr lang="en-US" altLang="zh-CN" dirty="0">
                <a:latin typeface="宋体" panose="02010600030101010101" pitchFamily="2" charset="-122"/>
                <a:ea typeface="宋体" panose="02010600030101010101" pitchFamily="2" charset="-122"/>
              </a:rPr>
              <a:t>SHAP </a:t>
            </a:r>
            <a:r>
              <a:rPr lang="zh-CN" altLang="en-US" dirty="0">
                <a:latin typeface="宋体" panose="02010600030101010101" pitchFamily="2" charset="-122"/>
                <a:ea typeface="宋体" panose="02010600030101010101" pitchFamily="2" charset="-122"/>
              </a:rPr>
              <a:t>值量化特征贡献，模型透明可解释</a:t>
            </a:r>
          </a:p>
          <a:p>
            <a:pPr>
              <a:lnSpc>
                <a:spcPct val="150000"/>
              </a:lnSpc>
            </a:pPr>
            <a:endParaRPr lang="en-US" altLang="zh-CN" sz="2000" b="1" dirty="0">
              <a:latin typeface="宋体" panose="02010600030101010101" pitchFamily="2" charset="-122"/>
              <a:ea typeface="宋体" panose="02010600030101010101" pitchFamily="2" charset="-122"/>
            </a:endParaRPr>
          </a:p>
        </p:txBody>
      </p:sp>
      <p:pic>
        <p:nvPicPr>
          <p:cNvPr id="7" name="图片 6">
            <a:extLst>
              <a:ext uri="{FF2B5EF4-FFF2-40B4-BE49-F238E27FC236}">
                <a16:creationId xmlns:a16="http://schemas.microsoft.com/office/drawing/2014/main" id="{FB6009AC-A278-CCD3-ABD3-83277FE512AC}"/>
              </a:ext>
            </a:extLst>
          </p:cNvPr>
          <p:cNvPicPr>
            <a:picLocks noChangeAspect="1"/>
          </p:cNvPicPr>
          <p:nvPr/>
        </p:nvPicPr>
        <p:blipFill>
          <a:blip r:embed="rId4"/>
          <a:stretch>
            <a:fillRect/>
          </a:stretch>
        </p:blipFill>
        <p:spPr>
          <a:xfrm>
            <a:off x="6220657" y="1590120"/>
            <a:ext cx="5971343" cy="3963161"/>
          </a:xfrm>
          <a:prstGeom prst="rect">
            <a:avLst/>
          </a:prstGeom>
        </p:spPr>
      </p:pic>
    </p:spTree>
    <p:extLst>
      <p:ext uri="{BB962C8B-B14F-4D97-AF65-F5344CB8AC3E}">
        <p14:creationId xmlns:p14="http://schemas.microsoft.com/office/powerpoint/2010/main" val="243781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BA0F9-BC08-1ADD-6CF6-9BE22F45907F}"/>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C7A0B8DC-526E-0ACF-E1A8-E966BFBADF9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B7949500-17B6-4FD9-A24A-1BDCC766E21D}"/>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8EF22075-87FF-A2F6-D661-6E087C76A4FF}"/>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374D848E-A945-A4F6-1C6A-243BCB2E8BC5}"/>
              </a:ext>
            </a:extLst>
          </p:cNvPr>
          <p:cNvSpPr txBox="1"/>
          <p:nvPr/>
        </p:nvSpPr>
        <p:spPr>
          <a:xfrm>
            <a:off x="526005" y="363127"/>
            <a:ext cx="11173855"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论文案例二</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56D6D34D-3168-4462-EE06-937732216AE1}"/>
              </a:ext>
            </a:extLst>
          </p:cNvPr>
          <p:cNvSpPr txBox="1"/>
          <p:nvPr/>
        </p:nvSpPr>
        <p:spPr>
          <a:xfrm>
            <a:off x="522843" y="936625"/>
            <a:ext cx="10068427" cy="5059527"/>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研究结论与临床价值：</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核心结论</a:t>
            </a:r>
            <a:endParaRPr lang="en-US" altLang="zh-CN" b="1"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ü"/>
            </a:pPr>
            <a:r>
              <a:rPr lang="en-US" altLang="zh-CN" dirty="0">
                <a:latin typeface="宋体" panose="02010600030101010101" pitchFamily="2" charset="-122"/>
                <a:ea typeface="宋体" panose="02010600030101010101" pitchFamily="2" charset="-122"/>
              </a:rPr>
              <a:t>PSO </a:t>
            </a:r>
            <a:r>
              <a:rPr lang="zh-CN" altLang="en-US" dirty="0">
                <a:latin typeface="宋体" panose="02010600030101010101" pitchFamily="2" charset="-122"/>
                <a:ea typeface="宋体" panose="02010600030101010101" pitchFamily="2" charset="-122"/>
              </a:rPr>
              <a:t>单独使用效果有限，</a:t>
            </a:r>
            <a:r>
              <a:rPr lang="en-US" altLang="zh-CN" dirty="0">
                <a:latin typeface="宋体" panose="02010600030101010101" pitchFamily="2" charset="-122"/>
                <a:ea typeface="宋体" panose="02010600030101010101" pitchFamily="2" charset="-122"/>
              </a:rPr>
              <a:t>PSO + </a:t>
            </a:r>
            <a:r>
              <a:rPr lang="zh-CN" altLang="en-US" dirty="0">
                <a:latin typeface="宋体" panose="02010600030101010101" pitchFamily="2" charset="-122"/>
                <a:ea typeface="宋体" panose="02010600030101010101" pitchFamily="2" charset="-122"/>
              </a:rPr>
              <a:t>自适应 </a:t>
            </a:r>
            <a:r>
              <a:rPr lang="en-US" altLang="zh-CN" dirty="0">
                <a:latin typeface="宋体" panose="02010600030101010101" pitchFamily="2" charset="-122"/>
                <a:ea typeface="宋体" panose="02010600030101010101" pitchFamily="2" charset="-122"/>
              </a:rPr>
              <a:t>LASSO</a:t>
            </a:r>
            <a:r>
              <a:rPr lang="zh-CN" altLang="en-US" dirty="0">
                <a:latin typeface="宋体" panose="02010600030101010101" pitchFamily="2" charset="-122"/>
                <a:ea typeface="宋体" panose="02010600030101010101" pitchFamily="2" charset="-122"/>
              </a:rPr>
              <a:t>集成策略性能最优</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ü"/>
            </a:pPr>
            <a:r>
              <a:rPr lang="zh-CN" altLang="en-US" dirty="0">
                <a:latin typeface="宋体" panose="02010600030101010101" pitchFamily="2" charset="-122"/>
                <a:ea typeface="宋体" panose="02010600030101010101" pitchFamily="2" charset="-122"/>
              </a:rPr>
              <a:t>该方法兼顾全局搜索 </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稀疏正则化，有效缓解过拟合</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ü"/>
            </a:pPr>
            <a:r>
              <a:rPr lang="zh-CN" altLang="en-US" dirty="0">
                <a:latin typeface="宋体" panose="02010600030101010101" pitchFamily="2" charset="-122"/>
                <a:ea typeface="宋体" panose="02010600030101010101" pitchFamily="2" charset="-122"/>
              </a:rPr>
              <a:t>多中心外部验证泛化性显著优于传统特征选择方法</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ü"/>
            </a:pPr>
            <a:r>
              <a:rPr lang="zh-CN" altLang="en-US" dirty="0">
                <a:latin typeface="宋体" panose="02010600030101010101" pitchFamily="2" charset="-122"/>
                <a:ea typeface="宋体" panose="02010600030101010101" pitchFamily="2" charset="-122"/>
              </a:rPr>
              <a:t>结合 </a:t>
            </a:r>
            <a:r>
              <a:rPr lang="en-US" altLang="zh-CN" dirty="0">
                <a:latin typeface="宋体" panose="02010600030101010101" pitchFamily="2" charset="-122"/>
                <a:ea typeface="宋体" panose="02010600030101010101" pitchFamily="2" charset="-122"/>
              </a:rPr>
              <a:t>SHAP </a:t>
            </a:r>
            <a:r>
              <a:rPr lang="zh-CN" altLang="en-US" dirty="0">
                <a:latin typeface="宋体" panose="02010600030101010101" pitchFamily="2" charset="-122"/>
                <a:ea typeface="宋体" panose="02010600030101010101" pitchFamily="2" charset="-122"/>
              </a:rPr>
              <a:t>实现可解释 </a:t>
            </a:r>
            <a:r>
              <a:rPr lang="en-US" altLang="zh-CN" dirty="0">
                <a:latin typeface="宋体" panose="02010600030101010101" pitchFamily="2" charset="-122"/>
                <a:ea typeface="宋体" panose="02010600030101010101" pitchFamily="2" charset="-122"/>
              </a:rPr>
              <a:t>AI</a:t>
            </a:r>
            <a:r>
              <a:rPr lang="zh-CN" altLang="en-US" dirty="0">
                <a:latin typeface="宋体" panose="02010600030101010101" pitchFamily="2" charset="-122"/>
                <a:ea typeface="宋体" panose="02010600030101010101" pitchFamily="2" charset="-122"/>
              </a:rPr>
              <a:t>，符合临床决策需求</a:t>
            </a:r>
            <a:endParaRPr lang="en-US" altLang="zh-CN" dirty="0">
              <a:latin typeface="宋体" panose="02010600030101010101" pitchFamily="2" charset="-122"/>
              <a:ea typeface="宋体" panose="02010600030101010101" pitchFamily="2" charset="-122"/>
            </a:endParaRPr>
          </a:p>
          <a:p>
            <a:pPr>
              <a:lnSpc>
                <a:spcPct val="150000"/>
              </a:lnSpc>
            </a:pP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临床意义</a:t>
            </a:r>
            <a:endParaRPr lang="en-US" altLang="zh-CN" b="1"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ü"/>
            </a:pPr>
            <a:r>
              <a:rPr lang="zh-CN" altLang="en-US" dirty="0">
                <a:latin typeface="宋体" panose="02010600030101010101" pitchFamily="2" charset="-122"/>
                <a:ea typeface="宋体" panose="02010600030101010101" pitchFamily="2" charset="-122"/>
              </a:rPr>
              <a:t>无创 </a:t>
            </a:r>
            <a:r>
              <a:rPr lang="en-US" altLang="zh-CN" dirty="0">
                <a:latin typeface="宋体" panose="02010600030101010101" pitchFamily="2" charset="-122"/>
                <a:ea typeface="宋体" panose="02010600030101010101" pitchFamily="2" charset="-122"/>
              </a:rPr>
              <a:t>MRI </a:t>
            </a:r>
            <a:r>
              <a:rPr lang="zh-CN" altLang="en-US" dirty="0">
                <a:latin typeface="宋体" panose="02010600030101010101" pitchFamily="2" charset="-122"/>
                <a:ea typeface="宋体" panose="02010600030101010101" pitchFamily="2" charset="-122"/>
              </a:rPr>
              <a:t>预测口咽癌 </a:t>
            </a:r>
            <a:r>
              <a:rPr lang="en-US" altLang="zh-CN" dirty="0">
                <a:latin typeface="宋体" panose="02010600030101010101" pitchFamily="2" charset="-122"/>
                <a:ea typeface="宋体" panose="02010600030101010101" pitchFamily="2" charset="-122"/>
              </a:rPr>
              <a:t>HPV </a:t>
            </a:r>
            <a:r>
              <a:rPr lang="zh-CN" altLang="en-US" dirty="0">
                <a:latin typeface="宋体" panose="02010600030101010101" pitchFamily="2" charset="-122"/>
                <a:ea typeface="宋体" panose="02010600030101010101" pitchFamily="2" charset="-122"/>
              </a:rPr>
              <a:t>状态，辅助精准治疗决策</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ü"/>
            </a:pPr>
            <a:r>
              <a:rPr lang="zh-CN" altLang="en-US" dirty="0">
                <a:latin typeface="宋体" panose="02010600030101010101" pitchFamily="2" charset="-122"/>
                <a:ea typeface="宋体" panose="02010600030101010101" pitchFamily="2" charset="-122"/>
              </a:rPr>
              <a:t>为高维小样本放射基因组学研究提供通用特征选择框架</a:t>
            </a:r>
            <a:endParaRPr lang="en-US" altLang="zh-CN" dirty="0">
              <a:latin typeface="宋体" panose="02010600030101010101" pitchFamily="2" charset="-122"/>
              <a:ea typeface="宋体" panose="02010600030101010101" pitchFamily="2" charset="-122"/>
            </a:endParaRPr>
          </a:p>
          <a:p>
            <a:pPr>
              <a:lnSpc>
                <a:spcPct val="150000"/>
              </a:lnSpc>
            </a:pPr>
            <a:r>
              <a:rPr lang="en-US" altLang="zh-CN" b="1" dirty="0">
                <a:latin typeface="宋体" panose="02010600030101010101" pitchFamily="2" charset="-122"/>
                <a:ea typeface="宋体" panose="02010600030101010101" pitchFamily="2" charset="-122"/>
              </a:rPr>
              <a:t>3.</a:t>
            </a:r>
            <a:r>
              <a:rPr lang="zh-CN" altLang="en-US" b="1" dirty="0">
                <a:latin typeface="宋体" panose="02010600030101010101" pitchFamily="2" charset="-122"/>
                <a:ea typeface="宋体" panose="02010600030101010101" pitchFamily="2" charset="-122"/>
              </a:rPr>
              <a:t>研究局限与展望</a:t>
            </a:r>
            <a:endParaRPr lang="en-US" altLang="zh-CN" b="1"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局限：内部测试集样本量小</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展望：扩大多中心数据、拓展至其他肿瘤类型、推进临床转化</a:t>
            </a:r>
            <a:endParaRPr lang="en-US" altLang="zh-CN" sz="20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143586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7E29D-4D0D-E899-3319-81D860B877E0}"/>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D1F6336F-594C-D2B6-80FA-5DBECFC0879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BE87F01A-D35A-B069-9F54-55B3F5517D30}"/>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48A2BFFD-B63B-16A7-E1D2-A3F1FE91A62B}"/>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16586D84-67AE-4053-92D3-1F98BA526A6C}"/>
              </a:ext>
            </a:extLst>
          </p:cNvPr>
          <p:cNvSpPr txBox="1"/>
          <p:nvPr/>
        </p:nvSpPr>
        <p:spPr>
          <a:xfrm>
            <a:off x="522843" y="322423"/>
            <a:ext cx="11173855"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论文案例三</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CACD8CB6-AEAE-62EE-39BB-841E64D96846}"/>
              </a:ext>
            </a:extLst>
          </p:cNvPr>
          <p:cNvSpPr txBox="1"/>
          <p:nvPr/>
        </p:nvSpPr>
        <p:spPr>
          <a:xfrm>
            <a:off x="522844" y="936625"/>
            <a:ext cx="6682289" cy="5613524"/>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论文标题：基于改进粒子群算法的多阈值医学图像分割</a:t>
            </a:r>
            <a:endParaRPr lang="en-US" altLang="zh-CN" sz="2000" b="1" dirty="0">
              <a:latin typeface="宋体" panose="02010600030101010101" pitchFamily="2" charset="-122"/>
              <a:ea typeface="宋体" panose="02010600030101010101" pitchFamily="2" charset="-122"/>
            </a:endParaRPr>
          </a:p>
          <a:p>
            <a:pPr>
              <a:lnSpc>
                <a:spcPct val="150000"/>
              </a:lnSpc>
            </a:pP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研究背景：</a:t>
            </a:r>
          </a:p>
          <a:p>
            <a:pPr marL="285750" indent="-285750">
              <a:lnSpc>
                <a:spcPct val="150000"/>
              </a:lnSpc>
              <a:buFont typeface="Wingdings" panose="05000000000000000000" pitchFamily="2" charset="2"/>
              <a:buChar char="p"/>
            </a:pPr>
            <a:r>
              <a:rPr lang="zh-CN" altLang="en-US" dirty="0">
                <a:latin typeface="宋体" panose="02010600030101010101" pitchFamily="2" charset="-122"/>
                <a:ea typeface="宋体" panose="02010600030101010101" pitchFamily="2" charset="-122"/>
              </a:rPr>
              <a:t>多级阈值分割是医学影像预处理的关键手段。</a:t>
            </a:r>
          </a:p>
          <a:p>
            <a:pPr marL="285750" indent="-285750">
              <a:lnSpc>
                <a:spcPct val="150000"/>
              </a:lnSpc>
              <a:buFont typeface="Wingdings" panose="05000000000000000000" pitchFamily="2" charset="2"/>
              <a:buChar char="p"/>
            </a:pPr>
            <a:r>
              <a:rPr lang="zh-CN" altLang="en-US" dirty="0">
                <a:latin typeface="宋体" panose="02010600030101010101" pitchFamily="2" charset="-122"/>
                <a:ea typeface="宋体" panose="02010600030101010101" pitchFamily="2" charset="-122"/>
              </a:rPr>
              <a:t>传统穷举法计算量大，群智能算法更高效。</a:t>
            </a:r>
          </a:p>
          <a:p>
            <a:pPr marL="285750" indent="-285750">
              <a:lnSpc>
                <a:spcPct val="150000"/>
              </a:lnSpc>
              <a:buFont typeface="Wingdings" panose="05000000000000000000" pitchFamily="2" charset="2"/>
              <a:buChar char="p"/>
            </a:pPr>
            <a:r>
              <a:rPr lang="en-US" altLang="zh-CN" dirty="0">
                <a:latin typeface="宋体" panose="02010600030101010101" pitchFamily="2" charset="-122"/>
                <a:ea typeface="宋体" panose="02010600030101010101" pitchFamily="2" charset="-122"/>
              </a:rPr>
              <a:t>12 </a:t>
            </a:r>
            <a:r>
              <a:rPr lang="zh-CN" altLang="en-US" dirty="0">
                <a:latin typeface="宋体" panose="02010600030101010101" pitchFamily="2" charset="-122"/>
                <a:ea typeface="宋体" panose="02010600030101010101" pitchFamily="2" charset="-122"/>
              </a:rPr>
              <a:t>位高位深图像搜索范围大，常规 </a:t>
            </a:r>
            <a:r>
              <a:rPr lang="en-US" altLang="zh-CN" dirty="0">
                <a:latin typeface="宋体" panose="02010600030101010101" pitchFamily="2" charset="-122"/>
                <a:ea typeface="宋体" panose="02010600030101010101" pitchFamily="2" charset="-122"/>
              </a:rPr>
              <a:t>PSO </a:t>
            </a:r>
            <a:r>
              <a:rPr lang="zh-CN" altLang="en-US" dirty="0">
                <a:latin typeface="宋体" panose="02010600030101010101" pitchFamily="2" charset="-122"/>
                <a:ea typeface="宋体" panose="02010600030101010101" pitchFamily="2" charset="-122"/>
              </a:rPr>
              <a:t>易</a:t>
            </a:r>
            <a:r>
              <a:rPr lang="zh-CN" altLang="en-US" b="1" dirty="0">
                <a:latin typeface="宋体" panose="02010600030101010101" pitchFamily="2" charset="-122"/>
                <a:ea typeface="宋体" panose="02010600030101010101" pitchFamily="2" charset="-122"/>
              </a:rPr>
              <a:t>早熟收敛、陷入局部最优。</a:t>
            </a:r>
            <a:endParaRPr lang="en-US" altLang="zh-CN" b="1"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p"/>
            </a:pPr>
            <a:endParaRPr lang="en-US" altLang="zh-CN" b="1"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本文目标：</a:t>
            </a:r>
            <a:endParaRPr lang="en-US" altLang="zh-CN" sz="2000" b="1"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解决</a:t>
            </a:r>
            <a:r>
              <a:rPr lang="en-US" altLang="zh-CN" dirty="0">
                <a:latin typeface="宋体" panose="02010600030101010101" pitchFamily="2" charset="-122"/>
                <a:ea typeface="宋体" panose="02010600030101010101" pitchFamily="2" charset="-122"/>
              </a:rPr>
              <a:t>12 </a:t>
            </a:r>
            <a:r>
              <a:rPr lang="zh-CN" altLang="en-US" dirty="0">
                <a:latin typeface="宋体" panose="02010600030101010101" pitchFamily="2" charset="-122"/>
                <a:ea typeface="宋体" panose="02010600030101010101" pitchFamily="2" charset="-122"/>
              </a:rPr>
              <a:t>位高位深医学图像分割中常规 </a:t>
            </a:r>
            <a:r>
              <a:rPr lang="en-US" altLang="zh-CN" dirty="0">
                <a:latin typeface="宋体" panose="02010600030101010101" pitchFamily="2" charset="-122"/>
                <a:ea typeface="宋体" panose="02010600030101010101" pitchFamily="2" charset="-122"/>
              </a:rPr>
              <a:t>PSO </a:t>
            </a:r>
            <a:r>
              <a:rPr lang="zh-CN" altLang="en-US" dirty="0">
                <a:latin typeface="宋体" panose="02010600030101010101" pitchFamily="2" charset="-122"/>
                <a:ea typeface="宋体" panose="02010600030101010101" pitchFamily="2" charset="-122"/>
              </a:rPr>
              <a:t>易早熟、局部最优的问题。</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提出</a:t>
            </a:r>
            <a:r>
              <a:rPr lang="en-US" altLang="zh-CN" dirty="0">
                <a:latin typeface="宋体" panose="02010600030101010101" pitchFamily="2" charset="-122"/>
                <a:ea typeface="宋体" panose="02010600030101010101" pitchFamily="2" charset="-122"/>
              </a:rPr>
              <a:t>CIWP-PSO</a:t>
            </a:r>
            <a:r>
              <a:rPr lang="zh-CN" altLang="en-US" dirty="0">
                <a:latin typeface="宋体" panose="02010600030101010101" pitchFamily="2" charset="-122"/>
                <a:ea typeface="宋体" panose="02010600030101010101" pitchFamily="2" charset="-122"/>
              </a:rPr>
              <a:t>改进算法，实现高效、稳定的多级阈值搜索。</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提升高位深图像分割精度与泛化性，支撑临床影像预处理。</a:t>
            </a:r>
          </a:p>
        </p:txBody>
      </p:sp>
      <p:pic>
        <p:nvPicPr>
          <p:cNvPr id="10" name="图片 9">
            <a:extLst>
              <a:ext uri="{FF2B5EF4-FFF2-40B4-BE49-F238E27FC236}">
                <a16:creationId xmlns:a16="http://schemas.microsoft.com/office/drawing/2014/main" id="{058E1DEE-4CFB-2936-6CA0-4D69AFC7AA9D}"/>
              </a:ext>
            </a:extLst>
          </p:cNvPr>
          <p:cNvPicPr>
            <a:picLocks noChangeAspect="1"/>
          </p:cNvPicPr>
          <p:nvPr/>
        </p:nvPicPr>
        <p:blipFill>
          <a:blip r:embed="rId4"/>
          <a:stretch>
            <a:fillRect/>
          </a:stretch>
        </p:blipFill>
        <p:spPr>
          <a:xfrm>
            <a:off x="7288248" y="1285290"/>
            <a:ext cx="4823315" cy="5046554"/>
          </a:xfrm>
          <a:prstGeom prst="rect">
            <a:avLst/>
          </a:prstGeom>
        </p:spPr>
      </p:pic>
    </p:spTree>
    <p:extLst>
      <p:ext uri="{BB962C8B-B14F-4D97-AF65-F5344CB8AC3E}">
        <p14:creationId xmlns:p14="http://schemas.microsoft.com/office/powerpoint/2010/main" val="2802261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EB049-1F31-1EA7-B1F4-2DE801D27266}"/>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43837EF0-79E3-4CEC-06B0-277958E1028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66CD77C6-CB13-71BA-A24D-9F412862F8E7}"/>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657B5BFD-5AE0-3D56-CACF-C3EDC9D85FEE}"/>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375692E8-63B1-6210-F23A-1C8D38903542}"/>
              </a:ext>
            </a:extLst>
          </p:cNvPr>
          <p:cNvSpPr txBox="1"/>
          <p:nvPr/>
        </p:nvSpPr>
        <p:spPr>
          <a:xfrm>
            <a:off x="488978" y="336720"/>
            <a:ext cx="11173855"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论文案例三</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49E4ECCB-8A1D-12D4-5ED0-6DBE32C5EE8F}"/>
              </a:ext>
            </a:extLst>
          </p:cNvPr>
          <p:cNvSpPr txBox="1"/>
          <p:nvPr/>
        </p:nvSpPr>
        <p:spPr>
          <a:xfrm>
            <a:off x="460213" y="936625"/>
            <a:ext cx="11639929" cy="5560176"/>
          </a:xfrm>
          <a:prstGeom prst="rect">
            <a:avLst/>
          </a:prstGeom>
          <a:noFill/>
        </p:spPr>
        <p:txBody>
          <a:bodyPr wrap="square">
            <a:spAutoFit/>
          </a:bodyPr>
          <a:lstStyle/>
          <a:p>
            <a:pPr>
              <a:lnSpc>
                <a:spcPct val="150000"/>
              </a:lnSpc>
            </a:pPr>
            <a:r>
              <a:rPr lang="en-US" altLang="zh-CN" sz="2000" b="1" dirty="0">
                <a:latin typeface="宋体" panose="02010600030101010101" pitchFamily="2" charset="-122"/>
                <a:ea typeface="宋体" panose="02010600030101010101" pitchFamily="2" charset="-122"/>
              </a:rPr>
              <a:t>CIWP-PSO </a:t>
            </a:r>
            <a:r>
              <a:rPr lang="zh-CN" altLang="en-US" sz="2000" b="1" dirty="0">
                <a:latin typeface="宋体" panose="02010600030101010101" pitchFamily="2" charset="-122"/>
                <a:ea typeface="宋体" panose="02010600030101010101" pitchFamily="2" charset="-122"/>
              </a:rPr>
              <a:t>算法设计</a:t>
            </a:r>
            <a:endParaRPr lang="en-US" altLang="zh-CN" sz="2000" b="1" dirty="0">
              <a:latin typeface="宋体" panose="02010600030101010101" pitchFamily="2" charset="-122"/>
              <a:ea typeface="宋体" panose="02010600030101010101" pitchFamily="2" charset="-122"/>
            </a:endParaRPr>
          </a:p>
          <a:p>
            <a:pPr marL="457200" indent="-457200">
              <a:lnSpc>
                <a:spcPct val="150000"/>
              </a:lnSpc>
              <a:buAutoNum type="arabicPeriod"/>
            </a:pPr>
            <a:r>
              <a:rPr lang="zh-CN" altLang="en-US" sz="2000" dirty="0">
                <a:latin typeface="宋体" panose="02010600030101010101" pitchFamily="2" charset="-122"/>
                <a:ea typeface="宋体" panose="02010600030101010101" pitchFamily="2" charset="-122"/>
              </a:rPr>
              <a:t>金字塔分层策略</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第一层：全局最优个体（引导种群）</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第二层：多数普通粒子</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第三层：</a:t>
            </a:r>
            <a:r>
              <a:rPr lang="en-US" altLang="zh-CN" sz="2000" dirty="0">
                <a:latin typeface="宋体" panose="02010600030101010101" pitchFamily="2" charset="-122"/>
                <a:ea typeface="宋体" panose="02010600030101010101" pitchFamily="2" charset="-122"/>
              </a:rPr>
              <a:t>5%-20% </a:t>
            </a:r>
            <a:r>
              <a:rPr lang="zh-CN" altLang="en-US" sz="2000" dirty="0">
                <a:latin typeface="宋体" panose="02010600030101010101" pitchFamily="2" charset="-122"/>
                <a:ea typeface="宋体" panose="02010600030101010101" pitchFamily="2" charset="-122"/>
              </a:rPr>
              <a:t>最差粒子 → 执行随机反向学习</a:t>
            </a:r>
            <a:endParaRPr lang="en-US" altLang="zh-CN" sz="2000" dirty="0">
              <a:latin typeface="宋体" panose="02010600030101010101" pitchFamily="2" charset="-122"/>
              <a:ea typeface="宋体" panose="02010600030101010101" pitchFamily="2" charset="-122"/>
            </a:endParaRPr>
          </a:p>
          <a:p>
            <a:pPr>
              <a:lnSpc>
                <a:spcPct val="150000"/>
              </a:lnSpc>
            </a:pPr>
            <a:r>
              <a:rPr lang="en-US" altLang="zh-CN" sz="2000" dirty="0">
                <a:latin typeface="宋体" panose="02010600030101010101" pitchFamily="2" charset="-122"/>
                <a:ea typeface="宋体" panose="02010600030101010101" pitchFamily="2" charset="-122"/>
              </a:rPr>
              <a:t>2. </a:t>
            </a:r>
            <a:r>
              <a:rPr lang="zh-CN" altLang="en-US" sz="2000" dirty="0">
                <a:latin typeface="宋体" panose="02010600030101010101" pitchFamily="2" charset="-122"/>
                <a:ea typeface="宋体" panose="02010600030101010101" pitchFamily="2" charset="-122"/>
              </a:rPr>
              <a:t>随机反向学习（</a:t>
            </a:r>
            <a:r>
              <a:rPr lang="en-US" altLang="zh-CN" sz="2000" dirty="0">
                <a:latin typeface="宋体" panose="02010600030101010101" pitchFamily="2" charset="-122"/>
                <a:ea typeface="宋体" panose="02010600030101010101" pitchFamily="2" charset="-122"/>
              </a:rPr>
              <a:t>ROL</a:t>
            </a:r>
            <a:r>
              <a:rPr lang="zh-CN" altLang="en-US"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公式：</a:t>
            </a:r>
            <a:r>
              <a:rPr lang="en-US" altLang="zh-CN" sz="2000" dirty="0">
                <a:latin typeface="宋体" panose="02010600030101010101" pitchFamily="2" charset="-122"/>
                <a:ea typeface="宋体" panose="02010600030101010101" pitchFamily="2" charset="-122"/>
              </a:rPr>
              <a:t>P (t+1)=LB+UB−r</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P (t)</a:t>
            </a:r>
          </a:p>
          <a:p>
            <a:pPr>
              <a:lnSpc>
                <a:spcPct val="150000"/>
              </a:lnSpc>
            </a:pPr>
            <a:r>
              <a:rPr lang="zh-CN" altLang="en-US" sz="2000" dirty="0">
                <a:latin typeface="宋体" panose="02010600030101010101" pitchFamily="2" charset="-122"/>
                <a:ea typeface="宋体" panose="02010600030101010101" pitchFamily="2" charset="-122"/>
              </a:rPr>
              <a:t>作用：扩大搜索范围，帮助跳出局部最优</a:t>
            </a:r>
            <a:endParaRPr lang="en-US" altLang="zh-CN" sz="2000" dirty="0">
              <a:latin typeface="宋体" panose="02010600030101010101" pitchFamily="2" charset="-122"/>
              <a:ea typeface="宋体" panose="02010600030101010101" pitchFamily="2" charset="-122"/>
            </a:endParaRPr>
          </a:p>
          <a:p>
            <a:pPr>
              <a:lnSpc>
                <a:spcPct val="150000"/>
              </a:lnSpc>
            </a:pPr>
            <a:r>
              <a:rPr lang="en-US" altLang="zh-CN" sz="2000" dirty="0">
                <a:latin typeface="宋体" panose="02010600030101010101" pitchFamily="2" charset="-122"/>
                <a:ea typeface="宋体" panose="02010600030101010101" pitchFamily="2" charset="-122"/>
              </a:rPr>
              <a:t>3. </a:t>
            </a:r>
            <a:r>
              <a:rPr lang="zh-CN" altLang="en-US" sz="2000" dirty="0">
                <a:latin typeface="宋体" panose="02010600030101010101" pitchFamily="2" charset="-122"/>
                <a:ea typeface="宋体" panose="02010600030101010101" pitchFamily="2" charset="-122"/>
              </a:rPr>
              <a:t>互补惯性权重</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一对反向 </a:t>
            </a:r>
            <a:r>
              <a:rPr lang="en-US" altLang="zh-CN" sz="2000" dirty="0">
                <a:latin typeface="宋体" panose="02010600030101010101" pitchFamily="2" charset="-122"/>
                <a:ea typeface="宋体" panose="02010600030101010101" pitchFamily="2" charset="-122"/>
              </a:rPr>
              <a:t>Sigmoid </a:t>
            </a:r>
            <a:r>
              <a:rPr lang="zh-CN" altLang="en-US" sz="2000" dirty="0">
                <a:latin typeface="宋体" panose="02010600030101010101" pitchFamily="2" charset="-122"/>
                <a:ea typeface="宋体" panose="02010600030101010101" pitchFamily="2" charset="-122"/>
              </a:rPr>
              <a:t>权重：</a:t>
            </a:r>
            <a:r>
              <a:rPr lang="el-GR" altLang="zh-CN" sz="2000" dirty="0">
                <a:latin typeface="宋体" panose="02010600030101010101" pitchFamily="2" charset="-122"/>
                <a:ea typeface="宋体" panose="02010600030101010101" pitchFamily="2" charset="-122"/>
              </a:rPr>
              <a:t>ω(</a:t>
            </a:r>
            <a:r>
              <a:rPr lang="en-US" altLang="zh-CN" sz="2000" dirty="0">
                <a:latin typeface="宋体" panose="02010600030101010101" pitchFamily="2" charset="-122"/>
                <a:ea typeface="宋体" panose="02010600030101010101" pitchFamily="2" charset="-122"/>
              </a:rPr>
              <a:t>f) </a:t>
            </a:r>
            <a:r>
              <a:rPr lang="zh-CN" altLang="en-US" sz="2000" dirty="0">
                <a:latin typeface="宋体" panose="02010600030101010101" pitchFamily="2" charset="-122"/>
                <a:ea typeface="宋体" panose="02010600030101010101" pitchFamily="2" charset="-122"/>
              </a:rPr>
              <a:t>与 </a:t>
            </a:r>
            <a:r>
              <a:rPr lang="el-GR" altLang="zh-CN" sz="2000" dirty="0">
                <a:latin typeface="宋体" panose="02010600030101010101" pitchFamily="2" charset="-122"/>
                <a:ea typeface="宋体" panose="02010600030101010101" pitchFamily="2" charset="-122"/>
              </a:rPr>
              <a:t>ω_</a:t>
            </a:r>
            <a:r>
              <a:rPr lang="en-US" altLang="zh-CN" sz="2000" dirty="0">
                <a:latin typeface="宋体" panose="02010600030101010101" pitchFamily="2" charset="-122"/>
                <a:ea typeface="宋体" panose="02010600030101010101" pitchFamily="2" charset="-122"/>
              </a:rPr>
              <a:t>rev (f)</a:t>
            </a:r>
          </a:p>
          <a:p>
            <a:pPr>
              <a:lnSpc>
                <a:spcPct val="150000"/>
              </a:lnSpc>
            </a:pPr>
            <a:r>
              <a:rPr lang="zh-CN" altLang="en-US" sz="2000" dirty="0">
                <a:latin typeface="宋体" panose="02010600030101010101" pitchFamily="2" charset="-122"/>
                <a:ea typeface="宋体" panose="02010600030101010101" pitchFamily="2" charset="-122"/>
              </a:rPr>
              <a:t>适应度越好，保留当前位置越强；适应度越差，移动越强</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更适合高位深大范围搜索。</a:t>
            </a:r>
            <a:endParaRPr lang="en-US" altLang="zh-CN" sz="2000" dirty="0">
              <a:latin typeface="宋体" panose="02010600030101010101" pitchFamily="2" charset="-122"/>
              <a:ea typeface="宋体" panose="02010600030101010101" pitchFamily="2" charset="-122"/>
            </a:endParaRPr>
          </a:p>
        </p:txBody>
      </p:sp>
      <p:pic>
        <p:nvPicPr>
          <p:cNvPr id="8" name="图片 7">
            <a:extLst>
              <a:ext uri="{FF2B5EF4-FFF2-40B4-BE49-F238E27FC236}">
                <a16:creationId xmlns:a16="http://schemas.microsoft.com/office/drawing/2014/main" id="{6EA9907B-6CF1-4309-15A7-A174CAFC7E9F}"/>
              </a:ext>
            </a:extLst>
          </p:cNvPr>
          <p:cNvPicPr>
            <a:picLocks noChangeAspect="1"/>
          </p:cNvPicPr>
          <p:nvPr/>
        </p:nvPicPr>
        <p:blipFill>
          <a:blip r:embed="rId4"/>
          <a:stretch>
            <a:fillRect/>
          </a:stretch>
        </p:blipFill>
        <p:spPr>
          <a:xfrm>
            <a:off x="7295558" y="3613320"/>
            <a:ext cx="4436229" cy="3244680"/>
          </a:xfrm>
          <a:prstGeom prst="rect">
            <a:avLst/>
          </a:prstGeom>
        </p:spPr>
      </p:pic>
      <p:pic>
        <p:nvPicPr>
          <p:cNvPr id="11" name="图片 10">
            <a:extLst>
              <a:ext uri="{FF2B5EF4-FFF2-40B4-BE49-F238E27FC236}">
                <a16:creationId xmlns:a16="http://schemas.microsoft.com/office/drawing/2014/main" id="{1861044E-5F69-B471-3291-A8B1D96337D3}"/>
              </a:ext>
            </a:extLst>
          </p:cNvPr>
          <p:cNvPicPr>
            <a:picLocks noChangeAspect="1"/>
          </p:cNvPicPr>
          <p:nvPr/>
        </p:nvPicPr>
        <p:blipFill>
          <a:blip r:embed="rId5"/>
          <a:stretch>
            <a:fillRect/>
          </a:stretch>
        </p:blipFill>
        <p:spPr>
          <a:xfrm>
            <a:off x="8598959" y="1011237"/>
            <a:ext cx="1992312" cy="2417763"/>
          </a:xfrm>
          <a:prstGeom prst="rect">
            <a:avLst/>
          </a:prstGeom>
        </p:spPr>
      </p:pic>
    </p:spTree>
    <p:extLst>
      <p:ext uri="{BB962C8B-B14F-4D97-AF65-F5344CB8AC3E}">
        <p14:creationId xmlns:p14="http://schemas.microsoft.com/office/powerpoint/2010/main" val="21015361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D5B6E-3F5A-ADAD-E4BD-55CC57E836E0}"/>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E62D450A-A92E-EE23-C236-ED0D4BD45E1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C454FDDF-4762-2374-B6D2-9DB0DCF86CB7}"/>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05CD53CD-2F9E-EECC-8D06-716D8FE899E0}"/>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9FA0EFF9-1AD4-CF7E-488A-F091F5CD55C3}"/>
              </a:ext>
            </a:extLst>
          </p:cNvPr>
          <p:cNvSpPr txBox="1"/>
          <p:nvPr/>
        </p:nvSpPr>
        <p:spPr>
          <a:xfrm>
            <a:off x="488978" y="345545"/>
            <a:ext cx="11173855"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论文案例三</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a:extLst>
              <a:ext uri="{FF2B5EF4-FFF2-40B4-BE49-F238E27FC236}">
                <a16:creationId xmlns:a16="http://schemas.microsoft.com/office/drawing/2014/main" id="{76D3814F-7631-F902-FB92-5CB21C3D9567}"/>
              </a:ext>
            </a:extLst>
          </p:cNvPr>
          <p:cNvSpPr txBox="1"/>
          <p:nvPr/>
        </p:nvSpPr>
        <p:spPr>
          <a:xfrm>
            <a:off x="525203" y="936625"/>
            <a:ext cx="5727818" cy="3600986"/>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实验与性能对比</a:t>
            </a:r>
          </a:p>
          <a:p>
            <a:pPr>
              <a:lnSpc>
                <a:spcPct val="150000"/>
              </a:lnSpc>
            </a:pPr>
            <a:r>
              <a:rPr lang="zh-CN" altLang="en-US" b="1" dirty="0">
                <a:latin typeface="宋体" panose="02010600030101010101" pitchFamily="2" charset="-122"/>
                <a:ea typeface="宋体" panose="02010600030101010101" pitchFamily="2" charset="-122"/>
              </a:rPr>
              <a:t>实验设置</a:t>
            </a:r>
          </a:p>
          <a:p>
            <a:pPr>
              <a:lnSpc>
                <a:spcPct val="150000"/>
              </a:lnSpc>
            </a:pPr>
            <a:r>
              <a:rPr lang="zh-CN" altLang="en-US" dirty="0">
                <a:latin typeface="宋体" panose="02010600030101010101" pitchFamily="2" charset="-122"/>
                <a:ea typeface="宋体" panose="02010600030101010101" pitchFamily="2" charset="-122"/>
              </a:rPr>
              <a:t>数据集：</a:t>
            </a:r>
            <a:r>
              <a:rPr lang="en-US" altLang="zh-CN" dirty="0">
                <a:latin typeface="宋体" panose="02010600030101010101" pitchFamily="2" charset="-122"/>
                <a:ea typeface="宋体" panose="02010600030101010101" pitchFamily="2" charset="-122"/>
              </a:rPr>
              <a:t>16 </a:t>
            </a:r>
            <a:r>
              <a:rPr lang="zh-CN" altLang="en-US" dirty="0">
                <a:latin typeface="宋体" panose="02010600030101010101" pitchFamily="2" charset="-122"/>
                <a:ea typeface="宋体" panose="02010600030101010101" pitchFamily="2" charset="-122"/>
              </a:rPr>
              <a:t>张 </a:t>
            </a:r>
            <a:r>
              <a:rPr lang="en-US" altLang="zh-CN" dirty="0">
                <a:latin typeface="宋体" panose="02010600030101010101" pitchFamily="2" charset="-122"/>
                <a:ea typeface="宋体" panose="02010600030101010101" pitchFamily="2" charset="-122"/>
              </a:rPr>
              <a:t>12 </a:t>
            </a:r>
            <a:r>
              <a:rPr lang="zh-CN" altLang="en-US" dirty="0">
                <a:latin typeface="宋体" panose="02010600030101010101" pitchFamily="2" charset="-122"/>
                <a:ea typeface="宋体" panose="02010600030101010101" pitchFamily="2" charset="-122"/>
              </a:rPr>
              <a:t>位基准图 </a:t>
            </a:r>
            <a:r>
              <a:rPr lang="en-US" altLang="zh-CN" dirty="0">
                <a:latin typeface="宋体" panose="02010600030101010101" pitchFamily="2" charset="-122"/>
                <a:ea typeface="宋体" panose="02010600030101010101" pitchFamily="2" charset="-122"/>
              </a:rPr>
              <a:t>+ 9 </a:t>
            </a:r>
            <a:r>
              <a:rPr lang="zh-CN" altLang="en-US" dirty="0">
                <a:latin typeface="宋体" panose="02010600030101010101" pitchFamily="2" charset="-122"/>
                <a:ea typeface="宋体" panose="02010600030101010101" pitchFamily="2" charset="-122"/>
              </a:rPr>
              <a:t>张 </a:t>
            </a:r>
            <a:r>
              <a:rPr lang="en-US" altLang="zh-CN" dirty="0">
                <a:latin typeface="宋体" panose="02010600030101010101" pitchFamily="2" charset="-122"/>
                <a:ea typeface="宋体" panose="02010600030101010101" pitchFamily="2" charset="-122"/>
              </a:rPr>
              <a:t>12 </a:t>
            </a:r>
            <a:r>
              <a:rPr lang="zh-CN" altLang="en-US" dirty="0">
                <a:latin typeface="宋体" panose="02010600030101010101" pitchFamily="2" charset="-122"/>
                <a:ea typeface="宋体" panose="02010600030101010101" pitchFamily="2" charset="-122"/>
              </a:rPr>
              <a:t>位脑肿瘤 </a:t>
            </a:r>
            <a:r>
              <a:rPr lang="en-US" altLang="zh-CN" dirty="0">
                <a:latin typeface="宋体" panose="02010600030101010101" pitchFamily="2" charset="-122"/>
                <a:ea typeface="宋体" panose="02010600030101010101" pitchFamily="2" charset="-122"/>
              </a:rPr>
              <a:t>MRI</a:t>
            </a:r>
          </a:p>
          <a:p>
            <a:pPr>
              <a:lnSpc>
                <a:spcPct val="150000"/>
              </a:lnSpc>
            </a:pPr>
            <a:r>
              <a:rPr lang="zh-CN" altLang="en-US" dirty="0">
                <a:latin typeface="宋体" panose="02010600030101010101" pitchFamily="2" charset="-122"/>
                <a:ea typeface="宋体" panose="02010600030101010101" pitchFamily="2" charset="-122"/>
              </a:rPr>
              <a:t>对比算法：</a:t>
            </a:r>
            <a:r>
              <a:rPr lang="en-US" altLang="zh-CN" dirty="0">
                <a:latin typeface="宋体" panose="02010600030101010101" pitchFamily="2" charset="-122"/>
                <a:ea typeface="宋体" panose="02010600030101010101" pitchFamily="2" charset="-122"/>
              </a:rPr>
              <a:t>GWO</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WOA</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SSA</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PSO</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QPSO</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PSOH </a:t>
            </a:r>
            <a:r>
              <a:rPr lang="zh-CN" altLang="en-US" dirty="0">
                <a:latin typeface="宋体" panose="02010600030101010101" pitchFamily="2" charset="-122"/>
                <a:ea typeface="宋体" panose="02010600030101010101" pitchFamily="2" charset="-122"/>
              </a:rPr>
              <a:t>等</a:t>
            </a:r>
          </a:p>
          <a:p>
            <a:pPr>
              <a:lnSpc>
                <a:spcPct val="150000"/>
              </a:lnSpc>
            </a:pPr>
            <a:r>
              <a:rPr lang="zh-CN" altLang="en-US" dirty="0">
                <a:latin typeface="宋体" panose="02010600030101010101" pitchFamily="2" charset="-122"/>
                <a:ea typeface="宋体" panose="02010600030101010101" pitchFamily="2" charset="-122"/>
              </a:rPr>
              <a:t>阈值数：</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6</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8 </a:t>
            </a:r>
            <a:r>
              <a:rPr lang="zh-CN" altLang="en-US" dirty="0">
                <a:latin typeface="宋体" panose="02010600030101010101" pitchFamily="2" charset="-122"/>
                <a:ea typeface="宋体" panose="02010600030101010101" pitchFamily="2" charset="-122"/>
              </a:rPr>
              <a:t>级</a:t>
            </a:r>
          </a:p>
          <a:p>
            <a:pPr>
              <a:lnSpc>
                <a:spcPct val="150000"/>
              </a:lnSpc>
            </a:pPr>
            <a:r>
              <a:rPr lang="zh-CN" altLang="en-US" dirty="0">
                <a:latin typeface="宋体" panose="02010600030101010101" pitchFamily="2" charset="-122"/>
                <a:ea typeface="宋体" panose="02010600030101010101" pitchFamily="2" charset="-122"/>
              </a:rPr>
              <a:t>评价指标：</a:t>
            </a:r>
            <a:r>
              <a:rPr lang="en-US" altLang="zh-CN" dirty="0">
                <a:latin typeface="宋体" panose="02010600030101010101" pitchFamily="2" charset="-122"/>
                <a:ea typeface="宋体" panose="02010600030101010101" pitchFamily="2" charset="-122"/>
              </a:rPr>
              <a:t>Kapur </a:t>
            </a:r>
            <a:r>
              <a:rPr lang="zh-CN" altLang="en-US" dirty="0">
                <a:latin typeface="宋体" panose="02010600030101010101" pitchFamily="2" charset="-122"/>
                <a:ea typeface="宋体" panose="02010600030101010101" pitchFamily="2" charset="-122"/>
              </a:rPr>
              <a:t>熵、</a:t>
            </a:r>
            <a:r>
              <a:rPr lang="en-US" altLang="zh-CN" dirty="0">
                <a:latin typeface="宋体" panose="02010600030101010101" pitchFamily="2" charset="-122"/>
                <a:ea typeface="宋体" panose="02010600030101010101" pitchFamily="2" charset="-122"/>
              </a:rPr>
              <a:t>PSNR</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SSIM</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FSIM</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Friedman </a:t>
            </a:r>
            <a:r>
              <a:rPr lang="zh-CN" altLang="en-US" dirty="0">
                <a:latin typeface="宋体" panose="02010600030101010101" pitchFamily="2" charset="-122"/>
                <a:ea typeface="宋体" panose="02010600030101010101" pitchFamily="2" charset="-122"/>
              </a:rPr>
              <a:t>检验</a:t>
            </a:r>
            <a:endParaRPr lang="en-US" altLang="zh-CN" dirty="0">
              <a:latin typeface="宋体" panose="02010600030101010101" pitchFamily="2" charset="-122"/>
              <a:ea typeface="宋体" panose="02010600030101010101" pitchFamily="2" charset="-122"/>
            </a:endParaRPr>
          </a:p>
          <a:p>
            <a:endParaRPr lang="zh-CN" altLang="en-US" dirty="0">
              <a:latin typeface="宋体" panose="02010600030101010101" pitchFamily="2" charset="-122"/>
              <a:ea typeface="宋体" panose="02010600030101010101" pitchFamily="2" charset="-122"/>
            </a:endParaRPr>
          </a:p>
          <a:p>
            <a:endParaRPr lang="zh-CN" altLang="en-US" dirty="0">
              <a:latin typeface="宋体" panose="02010600030101010101" pitchFamily="2" charset="-122"/>
              <a:ea typeface="宋体" panose="02010600030101010101" pitchFamily="2" charset="-122"/>
            </a:endParaRPr>
          </a:p>
        </p:txBody>
      </p:sp>
      <p:pic>
        <p:nvPicPr>
          <p:cNvPr id="8" name="图片 7">
            <a:extLst>
              <a:ext uri="{FF2B5EF4-FFF2-40B4-BE49-F238E27FC236}">
                <a16:creationId xmlns:a16="http://schemas.microsoft.com/office/drawing/2014/main" id="{1521021A-C370-AAF1-7B36-35EAA3FD2E97}"/>
              </a:ext>
            </a:extLst>
          </p:cNvPr>
          <p:cNvPicPr>
            <a:picLocks noChangeAspect="1"/>
          </p:cNvPicPr>
          <p:nvPr/>
        </p:nvPicPr>
        <p:blipFill>
          <a:blip r:embed="rId4"/>
          <a:stretch>
            <a:fillRect/>
          </a:stretch>
        </p:blipFill>
        <p:spPr>
          <a:xfrm>
            <a:off x="6112933" y="4226108"/>
            <a:ext cx="5727819" cy="2360959"/>
          </a:xfrm>
          <a:prstGeom prst="rect">
            <a:avLst/>
          </a:prstGeom>
        </p:spPr>
      </p:pic>
      <p:sp>
        <p:nvSpPr>
          <p:cNvPr id="12" name="文本框 11">
            <a:extLst>
              <a:ext uri="{FF2B5EF4-FFF2-40B4-BE49-F238E27FC236}">
                <a16:creationId xmlns:a16="http://schemas.microsoft.com/office/drawing/2014/main" id="{9A09A7E3-ADBD-B12B-F03E-5005BEB2B4B6}"/>
              </a:ext>
            </a:extLst>
          </p:cNvPr>
          <p:cNvSpPr txBox="1"/>
          <p:nvPr/>
        </p:nvSpPr>
        <p:spPr>
          <a:xfrm>
            <a:off x="6253021" y="1382558"/>
            <a:ext cx="6096000" cy="2122953"/>
          </a:xfrm>
          <a:prstGeom prst="rect">
            <a:avLst/>
          </a:prstGeom>
          <a:noFill/>
        </p:spPr>
        <p:txBody>
          <a:bodyPr wrap="square">
            <a:spAutoFit/>
          </a:bodyPr>
          <a:lstStyle/>
          <a:p>
            <a:pPr>
              <a:lnSpc>
                <a:spcPct val="150000"/>
              </a:lnSpc>
            </a:pPr>
            <a:r>
              <a:rPr lang="zh-CN" altLang="en-US" b="1" dirty="0">
                <a:latin typeface="宋体" panose="02010600030101010101" pitchFamily="2" charset="-122"/>
                <a:ea typeface="宋体" panose="02010600030101010101" pitchFamily="2" charset="-122"/>
              </a:rPr>
              <a:t>关键结果</a:t>
            </a:r>
          </a:p>
          <a:p>
            <a:pPr>
              <a:lnSpc>
                <a:spcPct val="150000"/>
              </a:lnSpc>
            </a:pPr>
            <a:r>
              <a:rPr lang="en-US" altLang="zh-CN" dirty="0">
                <a:latin typeface="宋体" panose="02010600030101010101" pitchFamily="2" charset="-122"/>
                <a:ea typeface="宋体" panose="02010600030101010101" pitchFamily="2" charset="-122"/>
              </a:rPr>
              <a:t>Kapur </a:t>
            </a:r>
            <a:r>
              <a:rPr lang="zh-CN" altLang="en-US" dirty="0">
                <a:latin typeface="宋体" panose="02010600030101010101" pitchFamily="2" charset="-122"/>
                <a:ea typeface="宋体" panose="02010600030101010101" pitchFamily="2" charset="-122"/>
              </a:rPr>
              <a:t>熵：</a:t>
            </a:r>
            <a:r>
              <a:rPr lang="en-US" altLang="zh-CN" dirty="0">
                <a:latin typeface="宋体" panose="02010600030101010101" pitchFamily="2" charset="-122"/>
                <a:ea typeface="宋体" panose="02010600030101010101" pitchFamily="2" charset="-122"/>
              </a:rPr>
              <a:t>CIWP-PSO </a:t>
            </a:r>
            <a:r>
              <a:rPr lang="zh-CN" altLang="en-US" dirty="0">
                <a:latin typeface="宋体" panose="02010600030101010101" pitchFamily="2" charset="-122"/>
                <a:ea typeface="宋体" panose="02010600030101010101" pitchFamily="2" charset="-122"/>
              </a:rPr>
              <a:t>在多数图像上取得最优值</a:t>
            </a:r>
          </a:p>
          <a:p>
            <a:pPr>
              <a:lnSpc>
                <a:spcPct val="150000"/>
              </a:lnSpc>
            </a:pPr>
            <a:r>
              <a:rPr lang="zh-CN" altLang="en-US" dirty="0">
                <a:latin typeface="宋体" panose="02010600030101010101" pitchFamily="2" charset="-122"/>
                <a:ea typeface="宋体" panose="02010600030101010101" pitchFamily="2" charset="-122"/>
              </a:rPr>
              <a:t>收敛曲线：更平稳、精度更高</a:t>
            </a:r>
          </a:p>
          <a:p>
            <a:pPr>
              <a:lnSpc>
                <a:spcPct val="150000"/>
              </a:lnSpc>
            </a:pPr>
            <a:r>
              <a:rPr lang="zh-CN" altLang="en-US" dirty="0">
                <a:latin typeface="宋体" panose="02010600030101010101" pitchFamily="2" charset="-122"/>
                <a:ea typeface="宋体" panose="02010600030101010101" pitchFamily="2" charset="-122"/>
              </a:rPr>
              <a:t>图像质量：</a:t>
            </a:r>
            <a:r>
              <a:rPr lang="en-US" altLang="zh-CN" dirty="0">
                <a:latin typeface="宋体" panose="02010600030101010101" pitchFamily="2" charset="-122"/>
                <a:ea typeface="宋体" panose="02010600030101010101" pitchFamily="2" charset="-122"/>
              </a:rPr>
              <a:t>PSNR</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SSIM</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FSIM </a:t>
            </a:r>
            <a:r>
              <a:rPr lang="zh-CN" altLang="en-US" dirty="0">
                <a:latin typeface="宋体" panose="02010600030101010101" pitchFamily="2" charset="-122"/>
                <a:ea typeface="宋体" panose="02010600030101010101" pitchFamily="2" charset="-122"/>
              </a:rPr>
              <a:t>均最优</a:t>
            </a:r>
          </a:p>
          <a:p>
            <a:pPr>
              <a:lnSpc>
                <a:spcPct val="150000"/>
              </a:lnSpc>
            </a:pPr>
            <a:r>
              <a:rPr lang="zh-CN" altLang="en-US" dirty="0">
                <a:latin typeface="宋体" panose="02010600030101010101" pitchFamily="2" charset="-122"/>
                <a:ea typeface="宋体" panose="02010600030101010101" pitchFamily="2" charset="-122"/>
              </a:rPr>
              <a:t>统计检验：</a:t>
            </a:r>
            <a:r>
              <a:rPr lang="en-US" altLang="zh-CN" dirty="0">
                <a:latin typeface="宋体" panose="02010600030101010101" pitchFamily="2" charset="-122"/>
                <a:ea typeface="宋体" panose="02010600030101010101" pitchFamily="2" charset="-122"/>
              </a:rPr>
              <a:t>Friedman p≪0.05</a:t>
            </a:r>
            <a:r>
              <a:rPr lang="zh-CN" altLang="en-US" dirty="0">
                <a:latin typeface="宋体" panose="02010600030101010101" pitchFamily="2" charset="-122"/>
                <a:ea typeface="宋体" panose="02010600030101010101" pitchFamily="2" charset="-122"/>
              </a:rPr>
              <a:t>，差异显著，排名第一</a:t>
            </a:r>
            <a:endParaRPr lang="zh-CN" altLang="en-US" dirty="0"/>
          </a:p>
        </p:txBody>
      </p:sp>
      <p:pic>
        <p:nvPicPr>
          <p:cNvPr id="14" name="图片 13">
            <a:extLst>
              <a:ext uri="{FF2B5EF4-FFF2-40B4-BE49-F238E27FC236}">
                <a16:creationId xmlns:a16="http://schemas.microsoft.com/office/drawing/2014/main" id="{2354E958-F13F-903B-BD17-F188FB775B5B}"/>
              </a:ext>
            </a:extLst>
          </p:cNvPr>
          <p:cNvPicPr>
            <a:picLocks noChangeAspect="1"/>
          </p:cNvPicPr>
          <p:nvPr/>
        </p:nvPicPr>
        <p:blipFill>
          <a:blip r:embed="rId5"/>
          <a:stretch>
            <a:fillRect/>
          </a:stretch>
        </p:blipFill>
        <p:spPr>
          <a:xfrm>
            <a:off x="482598" y="4630229"/>
            <a:ext cx="5630335" cy="1365758"/>
          </a:xfrm>
          <a:prstGeom prst="rect">
            <a:avLst/>
          </a:prstGeom>
        </p:spPr>
      </p:pic>
    </p:spTree>
    <p:extLst>
      <p:ext uri="{BB962C8B-B14F-4D97-AF65-F5344CB8AC3E}">
        <p14:creationId xmlns:p14="http://schemas.microsoft.com/office/powerpoint/2010/main" val="3963780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B4D3E-D8DD-25FB-D182-E079867540C0}"/>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C0D9E775-27BC-B025-E553-AC514FF173A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98B346D7-78D7-2AF7-97C7-A78F01C76C94}"/>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442B8E28-324F-A7A6-A504-2D8910F8F676}"/>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0B58AE45-8AE4-9498-3F7E-6AB0EB00ECB1}"/>
              </a:ext>
            </a:extLst>
          </p:cNvPr>
          <p:cNvSpPr txBox="1"/>
          <p:nvPr/>
        </p:nvSpPr>
        <p:spPr>
          <a:xfrm>
            <a:off x="563033" y="338793"/>
            <a:ext cx="9727099"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实验课内容</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4253E4C2-8166-54D9-E80F-397BF61874B6}"/>
              </a:ext>
            </a:extLst>
          </p:cNvPr>
          <p:cNvSpPr txBox="1"/>
          <p:nvPr/>
        </p:nvSpPr>
        <p:spPr>
          <a:xfrm>
            <a:off x="563033" y="936625"/>
            <a:ext cx="10923334" cy="5059527"/>
          </a:xfrm>
          <a:prstGeom prst="rect">
            <a:avLst/>
          </a:prstGeom>
          <a:noFill/>
        </p:spPr>
        <p:txBody>
          <a:bodyPr wrap="square">
            <a:spAutoFit/>
          </a:bodyPr>
          <a:lstStyle/>
          <a:p>
            <a:pPr>
              <a:lnSpc>
                <a:spcPct val="150000"/>
              </a:lnSpc>
            </a:pPr>
            <a:r>
              <a:rPr lang="zh-CN" altLang="zh-CN" sz="2000" b="1" dirty="0">
                <a:latin typeface="宋体" panose="02010600030101010101" pitchFamily="2" charset="-122"/>
                <a:ea typeface="宋体" panose="02010600030101010101" pitchFamily="2" charset="-122"/>
              </a:rPr>
              <a:t>利用粒子群优化算法解决旅行商问题</a:t>
            </a:r>
            <a:endParaRPr lang="zh-CN" altLang="zh-CN" sz="2000" dirty="0">
              <a:latin typeface="宋体" panose="02010600030101010101" pitchFamily="2" charset="-122"/>
              <a:ea typeface="宋体" panose="02010600030101010101" pitchFamily="2" charset="-122"/>
            </a:endParaRPr>
          </a:p>
          <a:p>
            <a:pPr>
              <a:lnSpc>
                <a:spcPct val="150000"/>
              </a:lnSpc>
            </a:pPr>
            <a:r>
              <a:rPr lang="zh-CN" altLang="zh-CN" dirty="0">
                <a:latin typeface="宋体" panose="02010600030101010101" pitchFamily="2" charset="-122"/>
                <a:ea typeface="宋体" panose="02010600030101010101" pitchFamily="2" charset="-122"/>
              </a:rPr>
              <a:t>旅行商问题即</a:t>
            </a:r>
            <a:r>
              <a:rPr lang="en-US" altLang="zh-CN" dirty="0">
                <a:latin typeface="宋体" panose="02010600030101010101" pitchFamily="2" charset="-122"/>
                <a:ea typeface="宋体" panose="02010600030101010101" pitchFamily="2" charset="-122"/>
              </a:rPr>
              <a:t>TSP</a:t>
            </a:r>
            <a:r>
              <a:rPr lang="zh-CN" altLang="zh-CN" dirty="0">
                <a:latin typeface="宋体" panose="02010600030101010101" pitchFamily="2" charset="-122"/>
                <a:ea typeface="宋体" panose="02010600030101010101" pitchFamily="2" charset="-122"/>
              </a:rPr>
              <a:t>问题（</a:t>
            </a:r>
            <a:r>
              <a:rPr lang="en-US" altLang="zh-CN" dirty="0">
                <a:latin typeface="宋体" panose="02010600030101010101" pitchFamily="2" charset="-122"/>
                <a:ea typeface="宋体" panose="02010600030101010101" pitchFamily="2" charset="-122"/>
              </a:rPr>
              <a:t>Traveling Salesman Problem</a:t>
            </a:r>
            <a:r>
              <a:rPr lang="zh-CN" altLang="zh-CN" dirty="0">
                <a:latin typeface="宋体" panose="02010600030101010101" pitchFamily="2" charset="-122"/>
                <a:ea typeface="宋体" panose="02010600030101010101" pitchFamily="2" charset="-122"/>
              </a:rPr>
              <a:t>）又译为旅行推销员问题、货郎担问题，是数学领域中著名问题之一。假设有一个旅行商人要拜访</a:t>
            </a:r>
            <a:r>
              <a:rPr lang="en-US" altLang="zh-CN" dirty="0">
                <a:latin typeface="宋体" panose="02010600030101010101" pitchFamily="2" charset="-122"/>
                <a:ea typeface="宋体" panose="02010600030101010101" pitchFamily="2" charset="-122"/>
              </a:rPr>
              <a:t>n</a:t>
            </a:r>
            <a:r>
              <a:rPr lang="zh-CN" altLang="zh-CN" dirty="0">
                <a:latin typeface="宋体" panose="02010600030101010101" pitchFamily="2" charset="-122"/>
                <a:ea typeface="宋体" panose="02010600030101010101" pitchFamily="2" charset="-122"/>
              </a:rPr>
              <a:t>个城市，每两座城市之间的距离是不同的，他必须选择所要走的路径，路径的限制是每个城市只能拜访一次，而且最后要回到原来出发的城市。路径的选择目标是要求得的路径路程为所有路径之中的最小值。</a:t>
            </a:r>
            <a:endParaRPr lang="en-US" altLang="zh-CN" dirty="0">
              <a:latin typeface="宋体" panose="02010600030101010101" pitchFamily="2" charset="-122"/>
              <a:ea typeface="宋体" panose="02010600030101010101" pitchFamily="2" charset="-122"/>
            </a:endParaRPr>
          </a:p>
          <a:p>
            <a:pPr>
              <a:lnSpc>
                <a:spcPct val="150000"/>
              </a:lnSpc>
            </a:pPr>
            <a:endParaRPr lang="en-US" altLang="zh-CN" dirty="0">
              <a:latin typeface="宋体" panose="02010600030101010101" pitchFamily="2" charset="-122"/>
              <a:ea typeface="宋体" panose="02010600030101010101" pitchFamily="2" charset="-122"/>
            </a:endParaRPr>
          </a:p>
          <a:p>
            <a:pPr>
              <a:lnSpc>
                <a:spcPct val="150000"/>
              </a:lnSpc>
            </a:pPr>
            <a:r>
              <a:rPr lang="zh-CN" altLang="zh-CN" dirty="0">
                <a:latin typeface="宋体" panose="02010600030101010101" pitchFamily="2" charset="-122"/>
                <a:ea typeface="宋体" panose="02010600030101010101" pitchFamily="2" charset="-122"/>
              </a:rPr>
              <a:t>【实验要求】</a:t>
            </a:r>
          </a:p>
          <a:p>
            <a:pPr>
              <a:lnSpc>
                <a:spcPct val="150000"/>
              </a:lnSpc>
            </a:pP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选择合适的粒子数、粒子长度、粒子的范围、</a:t>
            </a:r>
            <a:r>
              <a:rPr lang="en-US" altLang="zh-CN" dirty="0">
                <a:latin typeface="宋体" panose="02010600030101010101" pitchFamily="2" charset="-122"/>
                <a:ea typeface="宋体" panose="02010600030101010101" pitchFamily="2" charset="-122"/>
              </a:rPr>
              <a:t>Vmax</a:t>
            </a:r>
            <a:r>
              <a:rPr lang="zh-CN" altLang="zh-CN" dirty="0">
                <a:latin typeface="宋体" panose="02010600030101010101" pitchFamily="2" charset="-122"/>
                <a:ea typeface="宋体" panose="02010600030101010101" pitchFamily="2" charset="-122"/>
              </a:rPr>
              <a:t>、学习因子和终止条件。</a:t>
            </a:r>
          </a:p>
          <a:p>
            <a:pPr>
              <a:lnSpc>
                <a:spcPct val="150000"/>
              </a:lnSpc>
            </a:pP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编程解决旅行商问题 </a:t>
            </a:r>
          </a:p>
          <a:p>
            <a:pPr>
              <a:lnSpc>
                <a:spcPct val="150000"/>
              </a:lnSpc>
            </a:pPr>
            <a:r>
              <a:rPr lang="en-US" altLang="zh-CN" dirty="0">
                <a:latin typeface="宋体" panose="02010600030101010101" pitchFamily="2" charset="-122"/>
                <a:ea typeface="宋体" panose="02010600030101010101" pitchFamily="2" charset="-122"/>
              </a:rPr>
              <a:t>3.</a:t>
            </a:r>
            <a:r>
              <a:rPr lang="zh-CN" altLang="zh-CN" dirty="0">
                <a:latin typeface="宋体" panose="02010600030101010101" pitchFamily="2" charset="-122"/>
                <a:ea typeface="宋体" panose="02010600030101010101" pitchFamily="2" charset="-122"/>
              </a:rPr>
              <a:t>与遗传算法对比，总结粒子群算法和遗传算法的优劣。</a:t>
            </a:r>
          </a:p>
          <a:p>
            <a:pPr>
              <a:lnSpc>
                <a:spcPct val="150000"/>
              </a:lnSpc>
            </a:pPr>
            <a:r>
              <a:rPr lang="en-US" altLang="zh-CN" dirty="0">
                <a:latin typeface="宋体" panose="02010600030101010101" pitchFamily="2" charset="-122"/>
                <a:ea typeface="宋体" panose="02010600030101010101" pitchFamily="2" charset="-122"/>
              </a:rPr>
              <a:t>4.</a:t>
            </a:r>
            <a:r>
              <a:rPr lang="zh-CN" altLang="zh-CN" dirty="0">
                <a:latin typeface="宋体" panose="02010600030101010101" pitchFamily="2" charset="-122"/>
                <a:ea typeface="宋体" panose="02010600030101010101" pitchFamily="2" charset="-122"/>
              </a:rPr>
              <a:t>撰写实验报告</a:t>
            </a:r>
          </a:p>
          <a:p>
            <a:pPr>
              <a:lnSpc>
                <a:spcPct val="150000"/>
              </a:lnSpc>
            </a:pPr>
            <a:endParaRPr lang="zh-CN" altLang="zh-CN"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14194005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7131</TotalTime>
  <Words>2388</Words>
  <Application>Microsoft Office PowerPoint</Application>
  <PresentationFormat>宽屏</PresentationFormat>
  <Paragraphs>256</Paragraphs>
  <Slides>19</Slides>
  <Notes>19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等线</vt:lpstr>
      <vt:lpstr>等线 Light</vt:lpstr>
      <vt:lpstr>宋体</vt:lpstr>
      <vt:lpstr>微软雅黑</vt:lpstr>
      <vt:lpstr>Arial</vt:lpstr>
      <vt:lpstr>Cambria Math</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jiancong zheng</dc:creator>
  <cp:lastModifiedBy>保群 王</cp:lastModifiedBy>
  <cp:revision>180</cp:revision>
  <dcterms:created xsi:type="dcterms:W3CDTF">2024-03-06T13:20:18Z</dcterms:created>
  <dcterms:modified xsi:type="dcterms:W3CDTF">2026-04-22T12:21:10Z</dcterms:modified>
</cp:coreProperties>
</file>