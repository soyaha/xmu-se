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2" r:id="rId3"/>
    <p:sldId id="257" r:id="rId4"/>
    <p:sldId id="258" r:id="rId5"/>
    <p:sldId id="260" r:id="rId6"/>
    <p:sldId id="263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3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42"/>
    <p:restoredTop sz="95673" autoAdjust="0"/>
  </p:normalViewPr>
  <p:slideViewPr>
    <p:cSldViewPr>
      <p:cViewPr varScale="1">
        <p:scale>
          <a:sx n="110" d="100"/>
          <a:sy n="110" d="100"/>
        </p:scale>
        <p:origin x="8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0:33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0 659 24575,'18'1'0,"0"2"0,0 0 0,0 2 0,-1-1 0,0 2 0,31 14 0,-2-1 0,34 11 0,188 63 0,-266-93 0,1 1 0,0 0 0,0-1 0,0 0 0,1 0 0,-1 0 0,0 0 0,0 0 0,0-1 0,0 1 0,0-1 0,-1 0 0,1 0 0,0 0 0,0 0 0,0 0 0,-1-1 0,1 1 0,-1-1 0,1 0 0,-1 0 0,1 0 0,2-3 0,3-5 0,0 0 0,0 0 0,-1-1 0,8-14 0,-6 9 0,265-428 0,-165 270 0,-35 61-1365,-68 104-5461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1:28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1 834 24575,'8'1'0,"0"1"0,0 0 0,0 1 0,-1-1 0,1 1 0,-1 1 0,0 0 0,1 0 0,-2 0 0,11 8 0,-5-3 0,181 112 0,-183-115 0,0 0 0,0-1 0,0 0 0,12 4 0,-18-8 0,-1-1 0,1 1 0,-1 0 0,1-1 0,-1 0 0,1 0 0,-1 0 0,1 0 0,-1 0 0,1-1 0,-1 1 0,1-1 0,-1 0 0,0 0 0,1 0 0,-1-1 0,6-3 0,10-9 0,0-2 0,-1-1 0,-1 0 0,0-1 0,26-38 0,-19 26 0,692-792-1365,-682 785-5461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1:41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1 438 24575,'1'2'0,"0"-1"0,1 1 0,-1 0 0,1-1 0,-1 0 0,1 1 0,0-1 0,0 0 0,-1 0 0,1 1 0,0-1 0,0-1 0,3 2 0,1 1 0,35 17 0,1-2 0,1-3 0,54 14 0,36 12 0,-37-4 0,120 63 0,-205-94 0,-5-2 0,1 0 0,0 0 0,0-1 0,1 0 0,-1 0 0,0-1 0,15 3 0,-20-5 0,-1 0 0,0 0 0,1-1 0,-1 1 0,0 0 0,1-1 0,-1 1 0,0-1 0,0 1 0,1-1 0,-1 1 0,0-1 0,0 0 0,0 0 0,0 0 0,0 0 0,0 0 0,0 0 0,0 0 0,0 0 0,0 0 0,-1 0 0,1 0 0,0 0 0,0-2 0,14-38 0,-12 28 0,15-44 0,33-104 0,77-164 0,-72 206-1365,-49 102-5461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2:00.0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0 614 24575,'12'-1'0,"-1"1"0,0 0 0,1 1 0,-1 1 0,0 0 0,0 0 0,0 1 0,0 0 0,0 1 0,-1 0 0,14 8 0,-23-11 0,0 0 0,1 0 0,-1 0 0,0 0 0,1 0 0,-1-1 0,1 1 0,-1 0 0,1-1 0,-1 1 0,1-1 0,0 0 0,-1 1 0,1-1 0,-1 0 0,1 0 0,0 0 0,-1 0 0,1 0 0,0-1 0,-1 1 0,1 0 0,-1-1 0,1 1 0,-1-1 0,1 0 0,-1 1 0,1-1 0,-1 0 0,0 0 0,1 0 0,-1 0 0,0 0 0,0 0 0,1 0 0,-1 0 0,0-1 0,0 1 0,0 0 0,-1-1 0,1 1 0,1-3 0,77-138 0,46-76 0,-64 109 0,12-19 0,-60 104-1365,-9 14-5461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2:10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1 710 24575,'18'0'0,"92"4"0,-96-2 0,0 1 0,-1 0 0,1 0 0,-1 1 0,26 12 0,-13-1 0,-19-11 0,0 1 0,1-1 0,-1 0 0,1-1 0,0 0 0,0 0 0,0-1 0,0 0 0,1 0 0,15 0 0,-22-2 0,1-1 0,-1 1 0,1-1 0,-1 0 0,1 0 0,-1 0 0,0 0 0,1-1 0,-1 1 0,0-1 0,0 1 0,0-1 0,0 0 0,0 1 0,0-1 0,1-3 0,27-39 0,-18 25 0,279-438 0,-276 433 0,76-115 0,-37 64-1365,-45 64-5461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2:39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1 440 24575,'36'-1'0,"-18"0"0,0 1 0,28 4 0,-40-3 0,-1 0 0,1 0 0,-1 1 0,1 0 0,-1 0 0,0 0 0,0 1 0,0-1 0,0 1 0,0 1 0,-1-1 0,6 6 0,15 17 0,-2 1 0,36 54 0,-56-78 0,0 1 0,0 0 0,0-1 0,0 0 0,1 0 0,-1 0 0,1 0 0,0-1 0,0 1 0,6 2 0,47 15 0,-44-17 0,0 1 0,22 11 0,-31-13 0,0 0 0,-1 0 0,1 0 0,0 0 0,0 0 0,0-1 0,0 0 0,6 2 0,-9-3 0,0-1 0,1 1 0,-1 0 0,1 0 0,-1-1 0,0 1 0,1 0 0,-1-1 0,0 1 0,0-1 0,1 0 0,-1 1 0,0-1 0,0 0 0,0 0 0,0 0 0,0 0 0,0 0 0,0 0 0,0 0 0,0 0 0,0 0 0,-1 0 0,1-1 0,0 1 0,0-2 0,60-105 0,35-65 0,-80 140 0,-2-1 0,-1 0 0,12-51 0,-20 64-151,1 0-1,1 0 0,1 1 0,1-1 1,1 2-1,1 0 0,0 0 1,24-28-1,-29 39-6674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2:57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422 486 24575,'-52'2'0,"33"-1"0,-1 0 0,1-1 0,0-1 0,0-1 0,-28-6 0,28 1 0,1-2 0,-1 0 0,2-1 0,-1-1 0,-19-16 0,-11-7 0,44 32 0,0 0 0,1-1 0,-1 0 0,1 0 0,0 0 0,0 0 0,0 0 0,0 0 0,0-1 0,1 0 0,-4-7 0,4 5 0,0 0 0,0 0 0,1 0 0,0-1 0,0 1 0,0 0 0,1-12 0,0 1 0,1 0 0,1 1 0,0-1 0,1 0 0,6-18 0,-7 27 0,2 0 0,-1-1 0,1 2 0,0-1 0,1 0 0,0 1 0,0 0 0,0 0 0,1 0 0,0 1 0,12-10 0,-8 9 0,0 1 0,1 0 0,0 1 0,0 0 0,0 1 0,0 0 0,1 1 0,-1 0 0,1 1 0,0 0 0,0 0 0,0 2 0,0-1 0,23 4 0,-28-2 0,0 1 0,0 0 0,0 0 0,-1 1 0,1 0 0,-1 0 0,0 0 0,0 1 0,0 0 0,0 0 0,-1 1 0,9 7 0,-1 2 0,0 1 0,0 0 0,13 22 0,-22-30 0,-1 0 0,1 0 0,-2 0 0,1 1 0,-1-1 0,0 1 0,0-1 0,-1 1 0,1 9 0,-1 12 0,-3 34 0,0-11 0,2-43 0,-1 1 0,0 0 0,0 0 0,-1-1 0,0 1 0,-1-1 0,0 0 0,0 1 0,-6 10 0,7-16 0,-1 0 0,1-1 0,-1 1 0,1-1 0,-1 1 0,0-1 0,-1 0 0,1 0 0,0 0 0,-1 0 0,0-1 0,0 1 0,1-1 0,-1 0 0,-1 0 0,1-1 0,0 1 0,0-1 0,-1 0 0,1 0 0,0 0 0,-7 0 0,-4-1-1365,1 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3:03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1055 24575,'16'0'0,"1"1"0,-1 1 0,1 0 0,-1 1 0,0 0 0,0 2 0,-1 0 0,1 0 0,-1 2 0,0 0 0,19 12 0,208 116 0,-228-128 0,1-1 0,-1-1 0,1-1 0,-1 0 0,1 0 0,0-2 0,1 0 0,-1 0 0,0-2 0,0 0 0,1 0 0,15-4 0,-26 3 0,-1 0 0,1 0 0,-1-1 0,0 0 0,1 0 0,-1 0 0,0 0 0,0-1 0,0 0 0,-1 1 0,1-1 0,0-1 0,-1 1 0,0 0 0,5-8 0,4-6 0,-1 0 0,12-26 0,-13 24 0,190-420 0,-75 152 0,21 12 0,-65 151-1365,-71 110-5461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4:07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4:27.0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1038 24575,'2'2'0,"1"0"0,0 0 0,0 0 0,-1 0 0,1-1 0,0 0 0,0 1 0,6 0 0,8 5 0,75 43 0,108 77 0,-169-107 0,38 16 0,-5-3 0,-63-32 0,0 0 0,0 0 0,0-1 0,0 1 0,0 0 0,0-1 0,0 1 0,1-1 0,-1 1 0,0-1 0,0 0 0,0 0 0,1 1 0,-1-1 0,0 0 0,1 0 0,-1 0 0,0 0 0,0 0 0,1-1 0,-1 1 0,0 0 0,0 0 0,0-1 0,3 0 0,-3-1 0,0 0 0,0 0 0,1 1 0,-1-1 0,-1 0 0,1 0 0,0 0 0,0 0 0,-1-1 0,1 1 0,-1 0 0,0 0 0,1 0 0,-1 0 0,0-3 0,3-111 0,3-31 0,7 48 0,4 0 0,39-127 0,88-183 0,-70 228-1365,-66 161-5461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4:41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1 791 24575,'9'1'0,"0"1"0,0 0 0,-1 1 0,1 0 0,-1 0 0,1 1 0,-1 0 0,10 6 0,2 1 0,27 16 0,83 64 0,21 12 0,-147-101 0,-1 0 0,1 0 0,-1 0 0,1-1 0,0 1 0,0-1 0,0 0 0,8 1 0,-11-2 0,1 0 0,-1 0 0,1-1 0,-1 1 0,1 0 0,-1-1 0,1 0 0,-1 1 0,1-1 0,-1 0 0,0 0 0,1 1 0,-1-1 0,0 0 0,0-1 0,0 1 0,1 0 0,-1 0 0,0 0 0,-1-1 0,1 1 0,0 0 0,0-1 0,0 1 0,-1 0 0,1-3 0,10-24 0,-1-1 0,-1 0 0,8-53 0,-9 36 0,17-71 0,77-353 0,-89 419-93,-1-5-543,23-58 0,-26 92-6190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5:13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0 568 24575,'10'0'0,"-1"1"0,1 0 0,-1 0 0,0 1 0,1 1 0,15 6 0,0 2 0,24 15 0,20 10 0,-66-35 0,13 5 0,0 1 0,0 1 0,0 1 0,17 13 0,14 8 0,-39-26 0,0 0 0,-1 1 0,1 0 0,-1 0 0,0 1 0,-1 0 0,1 0 0,-1 1 0,10 13 0,-12-13 0,0 0 0,1 0 0,0-1 0,0 0 0,0 1 0,1-2 0,-1 1 0,13 8 0,-18-14 0,0 0 0,1 0 0,-1 0 0,0-1 0,1 1 0,-1 0 0,0 0 0,1 0 0,-1 0 0,0 0 0,0-1 0,1 1 0,-1 0 0,0 0 0,1 0 0,-1-1 0,0 1 0,0 0 0,0 0 0,1-1 0,-1 1 0,0 0 0,0-1 0,0 1 0,1 0 0,-1-1 0,0 1 0,0 0 0,0-1 0,0 1 0,0 0 0,0-1 0,0 1 0,0 0 0,0-1 0,0 1 0,0 0 0,0-1 0,0 1 0,1-19 0,-1 18 0,-1-75 0,1 24 0,9-91 0,40-117 0,2 31 0,-45 208-682,13-32-1,-15 44-6143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5:22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5:24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65 24575,'9'-1'0,"-1"0"0,1 0 0,0 0 0,-1-1 0,1-1 0,-1 1 0,16-8 0,-1 0 0,-4 3 0,1 1 0,0 0 0,0 1 0,0 2 0,1 0 0,0 1 0,22 1 0,-39 1 0,-1 0 0,1 1 0,-1 0 0,1 0 0,-1 0 0,1 0 0,-1 1 0,0-1 0,0 1 0,0 0 0,0 0 0,0 0 0,0 0 0,3 3 0,-1 0 0,-1 0 0,0 1 0,0-1 0,0 1 0,-1 0 0,1-1 0,1 9 0,1 2 0,0 0 0,-2 1 0,0 0 0,-1 0 0,1 19 0,-3-13 0,0 0 0,-2 0 0,0 0 0,-8 38 0,5-45 0,0 0 0,-2-1 0,0 1 0,0-1 0,-2 0 0,0 0 0,-11 15 0,15-25 0,0 1 0,1 1 0,-1-1 0,1 1 0,-3 9 0,5-13 0,0-1 0,1 1 0,-1-1 0,1 0 0,0 1 0,0-1 0,0 1 0,0-1 0,0 1 0,0-1 0,1 1 0,-1-1 0,1 0 0,0 1 0,0-1 0,0 0 0,0 1 0,0-1 0,2 3 0,-2-4-18,3 4-117,0 1 1,1 0-1,-2 0 0,1 1 0,-1-1 1,0 1-1,0-1 0,-1 1 1,3 13-1,-3-8-6691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5:30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6:17.3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1 423 24575,'0'2'0,"1"-1"0,-1 1 0,0-1 0,1 1 0,0-1 0,-1 1 0,1-1 0,0 0 0,0 1 0,0-1 0,0 0 0,0 1 0,0-1 0,0 0 0,0 0 0,0 0 0,1 0 0,-1 0 0,0 0 0,3 1 0,33 15 0,-30-14 0,200 96 0,-167-79 0,-27-12 0,0-2 0,0 1 0,0-2 0,27 8 0,-37-13 0,0 1 0,0-1 0,0 0 0,0-1 0,0 1 0,0 0 0,0-1 0,0 1 0,0-1 0,-1 0 0,1 0 0,0 0 0,0-1 0,-1 1 0,1-1 0,-1 1 0,1-1 0,-1 0 0,4-3 0,3-4 0,-1-1 0,1 0 0,7-13 0,-8 11 0,60-84 0,-4-3 0,95-201 0,-148 272-1365,-4 7-5461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6:24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375 999 24575,'-1'-2'0,"0"0"0,-1 0 0,1 0 0,0 1 0,-1-1 0,1 0 0,-1 1 0,1-1 0,-1 1 0,0-1 0,0 1 0,0 0 0,0 0 0,0 0 0,0 0 0,-3-1 0,0-1 0,-27-12 0,-41-14 0,41 17 0,1-1 0,-34-19 0,57 28 0,0-2 0,0 1 0,0-1 0,1 0 0,0 0 0,0-1 0,1 0 0,-1 0 0,2-1 0,-1 0 0,1 0 0,-5-10 0,7 11 0,1-1 0,0 0 0,0 0 0,0 0 0,1 0 0,0 0 0,1-1 0,0 1 0,0 0 0,1 0 0,0 0 0,2-10 0,5-13 0,20-53 0,-19 60 0,23-61 0,85-156 0,-93 195 0,-19 33 0,1 1 0,1 0 0,-1 0 0,2 1 0,0 0 0,0 0 0,1 1 0,15-14 0,-18 20 0,0 0 0,0 1 0,1 0 0,0 0 0,-1 0 0,1 1 0,0 0 0,0 0 0,1 1 0,7-1 0,14 0 0,34 2 0,-33 0 0,77-1 0,155 4 0,-250-2 0,0 1 0,-1 1 0,1 0 0,-1 1 0,1 0 0,-1 0 0,0 1 0,-1 1 0,1 0 0,-1 0 0,-1 1 0,1 0 0,-1 1 0,0 0 0,-1 1 0,13 15 0,-15-14 0,-1 0 0,0 0 0,-1 0 0,0 1 0,0 0 0,-1 0 0,2 14 0,3 7 0,2 5 0,-1 1 0,-2 1 0,-2 0 0,-1 0 0,-2 0 0,-4 39 0,0-59 0,0 0 0,-2-1 0,0 1 0,-1-1 0,-1 0 0,-9 19 0,9-24 0,-1-1 0,0 0 0,-1-1 0,0 0 0,-1 0 0,0-1 0,-1 0 0,0 0 0,-14 10 0,-29 18 0,-2-2 0,-1-2 0,-2-3 0,-1-2 0,-66 21 0,110-45 0,0-2 0,0 0 0,-1 0 0,-29 0 0,-64-8 0,54-3 78,-18 0-1521,59 7-5383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7:08.9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1 693 24575,'5'1'0,"-1"0"0,1 1 0,0-1 0,-1 1 0,1 0 0,-1 0 0,0 0 0,0 0 0,8 7 0,10 4 0,38 13 0,-37-17 0,0 2 0,23 13 0,-7 2 0,-14-10 0,-1 0 0,48 21 0,-69-36 0,0 0 0,1 1 0,-1-1 0,0 0 0,1-1 0,-1 1 0,1-1 0,0 1 0,-1-1 0,1 0 0,-1 0 0,1-1 0,-1 1 0,7-2 0,-6 0 0,-1 0 0,0 0 0,1 0 0,-1 0 0,0 0 0,0-1 0,-1 1 0,1-1 0,0 0 0,-1 1 0,1-1 0,-1-1 0,3-5 0,10-17 0,-1-1 0,18-53 0,11-64 0,-15 48 0,100-255 0,-69 227-1365,-54 114-5461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7:31.6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1 788 24575,'19'1'0,"0"1"0,0 0 0,0 2 0,0 0 0,-1 1 0,1 1 0,18 9 0,16 10 0,50 32 0,17 16 0,69 39 0,-172-102 0,-12-6 0,0-1 0,0 0 0,1-1 0,-1 1 0,1-1 0,8 3 0,-13-5 0,1 0 0,-1 0 0,1 0 0,-1 0 0,1 0 0,-1 0 0,1 0 0,-1-1 0,1 1 0,-1 0 0,1-1 0,-1 0 0,1 1 0,-1-1 0,0 0 0,1 1 0,-1-1 0,0 0 0,0 0 0,0 0 0,1 0 0,-1-1 0,0 1 0,0 0 0,-1 0 0,1 0 0,0-1 0,0 1 0,-1-1 0,2-1 0,119-260 0,-32 89 0,121-249 0,-195 388 0,0-1 0,-3-1 0,14-65 0,-22 83-1365,0 6-5461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7:54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0 778 24575,'15'0'0,"15"-1"0,0 2 0,0 0 0,0 2 0,47 11 0,-27 2 0,-34-9 0,1-2 0,-1 0 0,1-1 0,0-1 0,1 0 0,-1-1 0,22-1 0,-37-1 0,1-1 0,-1 1 0,0-1 0,1 0 0,-1 0 0,0 0 0,0 0 0,0-1 0,0 1 0,0 0 0,0-1 0,0 0 0,0 1 0,0-1 0,-1 0 0,1 0 0,-1 0 0,1 0 0,-1 0 0,0 0 0,2-4 0,2-7 0,0 0 0,6-23 0,-7 20 0,54-192 0,87-265 0,-135 445-1365,-3 8-5461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2:05:36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24575,'16'1'0,"1"0"0,-1 2 0,0-1 0,0 2 0,0 0 0,-1 1 0,20 9 0,-1 2 0,-1 2 0,33 23 0,-43-25 0,-2 1 0,0 1 0,21 23 0,50 66 0,-18-20 0,-46-53 0,34 54 0,-12-15 0,-30-45 0,2-1 0,0-1 0,34 31 0,-15-18-1365,-34-30-5461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2:05:38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0 431 24575,'12'2'0,"0"0"0,0 0 0,0 1 0,0 1 0,-1 0 0,0 0 0,21 12 0,0 0 0,90 43 0,9 4 0,-124-60 0,0 0 0,0-1 0,0 1 0,13 1 0,-18-4 0,0 0 0,0 0 0,0 0 0,0 0 0,0 0 0,1 0 0,-1 0 0,0-1 0,0 1 0,0-1 0,0 0 0,0 0 0,0 1 0,0-1 0,-1-1 0,1 1 0,0 0 0,0 0 0,-1-1 0,1 1 0,2-3 0,11-16 0,27-45 0,-8 9 0,189-333-563,-194 334-239,-20 36-6024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2:10:08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3:21:04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3:21:12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3:22:21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19:20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0:42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0:46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1 743 24575,'7'0'0,"0"1"0,0 0 0,-1 0 0,1 0 0,0 1 0,0 0 0,-1 0 0,1 1 0,-1 0 0,0 0 0,0 1 0,0-1 0,0 1 0,-1 0 0,1 1 0,5 6 0,39 39 0,-41-39 0,0-1 0,1 0 0,0-1 0,0 0 0,1 0 0,1-1 0,-1-1 0,1 0 0,22 9 0,8 5 0,-36-17 0,0-1 0,0 0 0,0 0 0,1 0 0,-1-1 0,1 0 0,-1 0 0,14 1 0,-16-2 0,0-1 0,0 0 0,0 0 0,0-1 0,0 1 0,0-1 0,0 0 0,0 0 0,0 0 0,0 0 0,0-1 0,0 0 0,-1 0 0,1 0 0,-1 0 0,1 0 0,-1-1 0,0 1 0,0-1 0,0 0 0,0 0 0,0 0 0,-1 0 0,1-1 0,-1 1 0,0-1 0,2-5 0,11-25 0,-1 0 0,-2-1 0,11-53 0,-2 4 0,15-19 0,3 1 0,5 1 0,70-113 0,-48 95-1365,-57 105-5461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1:47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0 970 24575,'27'1'0,"0"1"0,0 2 0,0 0 0,-1 2 0,40 14 0,122 59 0,-122-48 0,-39-18 0,-18-8 0,0 0 0,1-1 0,-1 0 0,16 3 0,-22-6 0,0-1 0,0 0 0,0 1 0,0-1 0,0 0 0,0-1 0,1 1 0,-1 0 0,0-1 0,0 0 0,0 0 0,0 0 0,0 0 0,0 0 0,-1-1 0,1 1 0,0-1 0,-1 1 0,4-4 0,6-6 0,1-1 0,-2 0 0,0-1 0,11-16 0,36-62 0,-40 61 0,212-385 0,8-14 0,-189 352-1365,-34 58-5461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2:31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2:40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0 829 24575,'74'32'0,"93"26"0,31 13 0,-183-63 0,14 4 0,-27-11 0,-1-1 0,1 0 0,-1 0 0,1 0 0,-1 0 0,1 0 0,-1 0 0,0 0 0,1 0 0,-1-1 0,1 1 0,-1 0 0,0-1 0,1 0 0,-1 1 0,0-1 0,1 0 0,-1 1 0,2-3 0,7-7 0,0 0 0,-1-1 0,0 0 0,-1-1 0,0 0 0,6-13 0,0 0 0,105-183 0,94-232 0,-130 226-1365,-72 190-5461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2:43.5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358 758 24575,'-22'-12'0,"0"-1"0,1-1 0,0-2 0,-33-31 0,14 6 0,-36-48 0,64 74 0,1 0 0,1 0 0,0-1 0,1-1 0,0 0 0,2 0 0,0 0 0,1-1 0,0 0 0,2 0 0,0-1 0,1 1 0,1-1 0,0-34 0,2 28 0,0 12 0,0-1 0,4-22 0,-4 33 0,1 0 0,0 0 0,0-1 0,0 1 0,0 0 0,0 0 0,1 0 0,-1 0 0,1 0 0,0 1 0,0-1 0,0 0 0,0 1 0,1 0 0,-1-1 0,3-1 0,18-11 0,0 0 0,1 2 0,27-11 0,-37 18 0,1 1 0,0 1 0,1 0 0,-1 1 0,0 0 0,30 0 0,-33 3 0,10-1 0,0 1 0,0 1 0,-1 1 0,1 1 0,-1 1 0,23 7 0,-9 1 0,-22-8 0,0 0 0,-1 0 0,0 1 0,0 1 0,0 0 0,0 1 0,-1 0 0,0 0 0,-1 2 0,11 8 0,9 12 0,48 37 0,6 4 0,-49-39 0,-18-17 0,24 27 0,-35-35 0,-1 1 0,0 0 0,0 1 0,-1-1 0,0 1 0,0 0 0,3 12 0,-3-10 0,-2 0 0,0 0 0,0 0 0,-1 0 0,0 1 0,-1 18 0,0-24 0,-1 0 0,0 0 0,0 0 0,0 0 0,0 0 0,-1 0 0,0 0 0,0-1 0,-1 1 0,1-1 0,-1 1 0,0-1 0,0 0 0,0 0 0,-7 6 0,-34 26 0,-1-1 0,-98 55 0,-112 36 0,150-77 0,90-42-124,0-1 0,-1-1 0,1-1 0,-1 0 0,0-1 0,-1-1-1,1-1 1,0 0 0,-1-1 0,-17-2 0,20 2-6702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2:53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 24575,'5'0'0,"8"0"0,9 0 0,7 0 0,7 0 0,5 0 0,1 0 0,2 0 0,-2-3 0,-2-1 0,1 1 0,-5 0 0,-2-2 0,-5 0 0,-4 1 0,-4 1 0,-2 2 0,-5-1-8191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2:56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24575,'120'-2'0,"126"4"0,-244-2 0,0 1 0,0-1 0,0 1 0,0-1 0,0 1 0,0 0 0,0-1 0,-1 1 0,1 0 0,0 0 0,0 0 0,-1 1 0,1-1 0,0 0 0,-1 1 0,1-1 0,-1 1 0,0-1 0,1 1 0,-1 0 0,0-1 0,0 1 0,0 0 0,0 0 0,-1 0 0,1 0 0,0 0 0,-1 0 0,1 0 0,-1 0 0,0 0 0,0 4 0,1 5 0,-1-1 0,0 1 0,-1 0 0,0-1 0,-3 13 0,-1-7 0,0 0 0,-1 0 0,0-1 0,-1 1 0,-1-1 0,-18 25 0,-67 77 0,10-30 0,-15 17 0,97-103 0,0 0 0,1-1 0,-1 1 0,0 0 0,0 0 0,1 1 0,-1-1 0,1 0 0,-1 0 0,1 0 0,-1 0 0,1 1 0,-1-1 0,1 0 0,0 0 0,0 0 0,0 1 0,0-1 0,0 3 0,0-3 0,1 0 0,-1-1 0,1 1 0,-1 0 0,1 0 0,0 0 0,-1 0 0,1-1 0,0 1 0,-1 0 0,1-1 0,0 1 0,0 0 0,0-1 0,0 1 0,0-1 0,0 0 0,0 1 0,1-1 0,6 3 0,0-1 0,0-1 0,1 0 0,13 0 0,-18 0 0,256-4 0,-245 3-151,0-1-1,0-1 0,0 0 0,-1-1 1,1-1-1,-1 0 0,0-1 1,25-12-1,-25 7-6674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3:01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3 24575,'24'-1'0,"-17"0"0,0 1 0,1-1 0,-1 2 0,0-1 0,0 1 0,0 0 0,10 2 0,-17-3 0,0 1 0,0-1 0,1 0 0,-1 0 0,0 0 0,1 0 0,-1 0 0,0 0 0,0 1 0,1-1 0,-1 0 0,0 0 0,0 0 0,1 1 0,-1-1 0,0 0 0,0 0 0,0 1 0,1-1 0,-1 0 0,0 0 0,0 1 0,0-1 0,0 0 0,0 1 0,0-1 0,0 0 0,0 0 0,0 1 0,1-1 0,-1 0 0,0 1 0,0-1 0,-1 0 0,1 1 0,0-1 0,0 0 0,0 1 0,0-1 0,-12 13 0,-20 7 0,31-19 0,-12 5 0,8-4 0,0 0 0,0 1 0,0-1 0,1 1 0,-1 1 0,1-1 0,-1 1 0,1-1 0,0 1 0,-4 5 0,8-8 0,-1 0 0,1 0 0,0-1 0,-1 1 0,1 0 0,0 0 0,0-1 0,0 1 0,0 0 0,0 0 0,-1 0 0,1-1 0,1 1 0,-1 0 0,0 0 0,0 0 0,0-1 0,0 1 0,1 0 0,-1 0 0,0 0 0,1-1 0,-1 1 0,0 0 0,1-1 0,-1 1 0,1 0 0,-1-1 0,1 1 0,-1-1 0,1 1 0,0-1 0,-1 1 0,1-1 0,0 1 0,1 0 0,30 13 0,-28-13 0,20 7 0,-18-7 0,0 0 0,0 0 0,-1 1 0,1 0 0,-1 0 0,0 1 0,1-1 0,-1 1 0,0 0 0,6 5 0,-11-7 0,1 0 0,-1-1 0,0 1 0,0 0 0,0 0 0,0-1 0,0 1 0,0 0 0,0 0 0,0-1 0,0 1 0,0 0 0,0 0 0,0-1 0,-1 1 0,1 0 0,0-1 0,0 1 0,-1 0 0,1-1 0,0 1 0,-1 0 0,1-1 0,-1 1 0,1-1 0,-1 1 0,1-1 0,-1 1 0,1-1 0,-2 1 0,-20 17 0,19-16 0,-31 18-1365,18-13-5461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3:02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1 24575,'62'-1'0,"68"2"0,-129-1 0,0 0 0,0 0 0,0 0 0,0 0 0,0 0 0,0 0 0,-1 0 0,1 0 0,0 1 0,0-1 0,0 0 0,0 1 0,0-1 0,0 0 0,0 1 0,0-1 0,-1 1 0,1-1 0,0 1 0,0 0 0,-1-1 0,1 1 0,0 0 0,-1-1 0,1 1 0,-1 0 0,1 0 0,-1 0 0,1-1 0,-1 1 0,1 0 0,-1 0 0,0 0 0,0 0 0,1 0 0,-1 0 0,0 0 0,0 0 0,0 0 0,0 0 0,0 0 0,0 0 0,0 0 0,0-1 0,-1 3 0,-1 2 0,0 0 0,0 0 0,0-1 0,0 1 0,-1-1 0,0 1 0,-5 5 0,-25 27 0,-3-2 0,-1-1 0,-52 37 0,11-9 0,74-59 0,1 1 0,-1-1 0,1 0 0,0 1 0,-1 0 0,2-1 0,-4 6 0,6-8 0,-1-1 0,1 1 0,0-1 0,0 1 0,0-1 0,-1 1 0,1 0 0,0-1 0,0 1 0,0 0 0,0-1 0,0 1 0,0-1 0,0 1 0,0 0 0,0-1 0,1 1 0,-1 0 0,0-1 0,0 1 0,1-1 0,-1 2 0,1-1 0,0 0 0,0 0 0,0 0 0,1-1 0,-1 1 0,0 0 0,0 0 0,0-1 0,1 1 0,-1-1 0,0 1 0,1-1 0,-1 0 0,3 1 0,21 2-64,0 0 0,1-2 0,42-3 0,-34 1-1045,-7 0-5717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3:08.9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3:09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3:10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3:10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3:14.3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1 623 24575,'22'1'0,"1"2"0,-1 0 0,0 1 0,0 1 0,-1 2 0,35 13 0,-49-17 0,20 7 0,23 8 0,68 34 0,-102-44 0,0-1 0,1-1 0,19 5 0,-2-1 0,-32-9 0,0-1 0,1 1 0,-1-1 0,0 0 0,1 0 0,-1 0 0,0 0 0,0 0 0,1-1 0,-1 1 0,0 0 0,0-1 0,1 0 0,-1 0 0,0 1 0,0-1 0,0 0 0,0-1 0,0 1 0,0 0 0,0-1 0,-1 1 0,1-1 0,0 1 0,-1-1 0,2-2 0,5-6 0,-1 0 0,0-1 0,10-19 0,-8 11 0,155-279 0,67-77-1365,-219 358-5461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3:21.7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1 478 24575,'7'1'0,"-1"0"0,1 1 0,0-1 0,-1 1 0,1 1 0,-1-1 0,10 6 0,21 7 0,354 115 0,-356-116 0,-21-8 0,0 0 0,1-1 0,0-1 0,0 0 0,17 2 0,-29-6 0,0 0 0,0-1 0,0 1 0,0-1 0,0 0 0,0 0 0,0 0 0,-1 0 0,1 0 0,0 0 0,-1-1 0,1 1 0,-1-1 0,1 0 0,-1 0 0,0 0 0,0 0 0,3-4 0,5-5 0,-1-1 0,10-19 0,-11 19 0,343-523 0,-330 502-1365,-5 7-5461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3:25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98 24575,'7'0'0,"492"-16"0,-399 6 0,480-41 0,5 30 0,-296 30 0,14 1 0,-188-10 0,408 18 0,-440-6 0,128 37 0,-13-1 0,-113-35 0,117 4 0,89-14 0,-289-3 0,11 0 25,0 2 0,-1 0 0,1 0 0,18 7 0,22 4-1515,-37-10-5336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3:27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1 327 24575,'21'1'0,"0"2"0,0 1 0,0 0 0,0 2 0,25 10 0,-7-4 0,352 96 0,-385-107 0,1 1 0,1-1 0,-1 1 0,0-1 0,1-1 0,11 0 0,-17 0 0,1-1 0,-1 1 0,0-1 0,1 0 0,-1 0 0,0 0 0,0 0 0,0 0 0,0 0 0,0 0 0,0-1 0,0 1 0,0-1 0,0 0 0,0 1 0,-1-1 0,1 0 0,-1 0 0,1 0 0,-1 0 0,1-2 0,46-87 0,20-36 0,-58 111-94,104-192-1177,-108 194-5555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3:31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3:47.5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0 690 24575,'12'0'0,"1"0"0,-1 1 0,0 1 0,0 0 0,0 0 0,0 1 0,0 1 0,-1 0 0,1 0 0,-1 1 0,0 1 0,0 0 0,-1 0 0,12 11 0,11 10 0,-22-17 0,0-1 0,1 0 0,18 11 0,-16-14 0,0-1 0,0-1 0,23 5 0,-11-3 0,-22-5 0,0-1 0,0 0 0,0 1 0,0-1 0,0-1 0,0 1 0,0-1 0,0 1 0,0-1 0,0-1 0,0 1 0,0 0 0,0-1 0,-1 0 0,1 0 0,-1 0 0,1 0 0,-1 0 0,0-1 0,4-3 0,6-6 0,-1-1 0,0 0 0,12-19 0,43-66 0,63-126 0,-18 29 0,-76 137 0,57-68 0,-84 116-341,0 0 0,0 1-1,20-15 1,-20 17-6485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4:10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4:10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24:14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1005 24575,'9'0'0,"0"1"0,-1 1 0,1-1 0,0 1 0,-1 1 0,17 6 0,47 28 0,-65-33 0,85 55 0,-28-16 0,-58-39 0,0-1 0,1 0 0,-1-1 0,1 1 0,-1-1 0,1-1 0,0 1 0,-1-1 0,1 0 0,0-1 0,0 0 0,0 0 0,0 0 0,0-1 0,0 0 0,7-2 0,1-1 0,0 0 0,-1-2 0,1 0 0,-1 0 0,0-1 0,13-10 0,0-2 0,-2 0 0,0-2 0,-1-1 0,21-25 0,79-106 0,-105 127 0,221-301 0,-61 80 0,-152 211-119,108-154-1127,-120 165-5580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2:22:09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24575,'0'4'0,"1"0"0,-1 0 0,1 0 0,0-1 0,0 1 0,0 0 0,1-1 0,-1 1 0,1-1 0,0 1 0,4 4 0,30 35 0,-22-27 0,51 51 0,115 92 0,-62-58 0,-35-26 0,76 89 0,110 130 0,-243-261-1365,-20-26-5461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2:22:11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0 842 24575,'1'1'0,"-1"0"0,0 0 0,1 0 0,-1 0 0,0 0 0,1 0 0,0 0 0,-1 0 0,1 0 0,-1 0 0,1-1 0,0 1 0,0 0 0,-1 0 0,1-1 0,0 1 0,0-1 0,0 1 0,1 0 0,21 11 0,-18-10 0,92 43 0,140 73 0,12 10 0,-245-125 0,1-1 0,-1-1 0,1 1 0,-1-1 0,1 0 0,0 0 0,-1 0 0,1 0 0,0-1 0,0 0 0,-1 0 0,9-1 0,-8 0 0,0-1 0,-1 0 0,1 0 0,0 0 0,-1-1 0,1 1 0,-1-1 0,0 0 0,0 0 0,0-1 0,5-5 0,28-33 0,-1-2 0,46-75 0,-36 50 0,133-215 0,10-12 0,-37 74 0,-111 170-1365,-32 41-5461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32:30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1102 24575,'4'1'0,"0"-1"0,0 0 0,0 1 0,-1 0 0,1 0 0,0 0 0,0 1 0,-1-1 0,1 1 0,5 4 0,33 26 0,-29-22 0,91 85 0,96 111 0,-75-73 0,-122-131 0,1 3 0,1 0 0,-1-1 0,1 0 0,8 5 0,-12-8 0,0-1 0,0 1 0,1 0 0,-1-1 0,0 1 0,0-1 0,1 0 0,-1 1 0,0-1 0,1 0 0,-1 0 0,0 0 0,1 0 0,-1 0 0,0 0 0,1 0 0,-1 0 0,0 0 0,1-1 0,-1 1 0,0-1 0,1 1 0,-1-1 0,0 1 0,0-1 0,0 0 0,2 0 0,3-6 0,1-1 0,-1 1 0,0-1 0,-1 0 0,1 0 0,-2-1 0,1 0 0,-1 1 0,3-13 0,6-9 0,180-364 0,-28 59 0,-59 104 0,122-243 0,-206 434-1365,-7 16-5461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32:45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 24575,'46'1'0,"0"-3"0,0-1 0,64-14 0,-77 12 0,-1 1 0,53-1 0,23-2 0,70-9 0,-135 11-1365,-24 4-5461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35:59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0 599 24575,'1'3'0,"-1"0"0,1 0 0,-1 0 0,1-1 0,0 1 0,0 0 0,0 0 0,1-1 0,-1 1 0,0 0 0,1-1 0,0 0 0,0 1 0,0-1 0,0 0 0,4 4 0,5 3 0,1 0 0,16 9 0,-5-3 0,8 8 0,-6-4 0,1-1 0,32 16 0,60 29 0,-116-62 0,-1 0 0,1 0 0,-1-1 0,1 1 0,-1-1 0,1 1 0,-1-1 0,1 1 0,0-1 0,-1 0 0,1 0 0,-1 0 0,1 0 0,0 0 0,-1 0 0,1 0 0,-1 0 0,1-1 0,0 1 0,-1-1 0,1 1 0,-1-1 0,1 1 0,-1-1 0,1 0 0,-1 0 0,0 0 0,1 0 0,-1 0 0,1-1 0,3-4 0,-1 0 0,0 0 0,0 0 0,-1 0 0,6-12 0,-2 2 0,24-46 0,240-446 0,-161 309 0,-103 188-1365,-2 5-5461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47:20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47:47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0 383 24575,'5'0'0,"-1"0"0,0 1 0,0 0 0,0 0 0,0 0 0,0 1 0,-1-1 0,1 1 0,0 0 0,-1 0 0,1 0 0,4 4 0,39 37 0,-24-21 0,15 12 0,0-2 0,45 28 0,-58-44 0,-14-8 0,2 0 0,23 12 0,-32-19 0,0 1 0,1-1 0,-1 0 0,0 0 0,0 0 0,1 0 0,-1-1 0,0 0 0,1 0 0,-1 0 0,0 0 0,1-1 0,8-2 0,13-7 0,1-2 0,-2-1 0,1-1 0,-2-1 0,35-28 0,-11 8 0,333-216 0,-125 84 0,-145 87-1365,-96 70-5461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2:24:33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24575,'5'1'0,"0"1"0,0 0 0,0 0 0,-1 0 0,1 0 0,-1 1 0,1 0 0,-1 0 0,0 0 0,7 7 0,3 1 0,45 28 0,89 43 0,-110-62 0,-18-7 0,0 1 0,-1 1 0,-1 0 0,0 1 0,21 27 0,12 9 0,-18-20-119,185 164-1127,-208-188-5580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2:24:34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0 827 24575,'6'0'0,"0"1"0,0-1 0,-1 2 0,1-1 0,0 1 0,-1 0 0,1 0 0,-1 0 0,0 1 0,0-1 0,0 2 0,9 5 0,4 6 0,30 34 0,-25-25 0,54 61 0,-44-46 0,39 34 0,-71-72 0,0 0 0,0 0 0,1 0 0,-1 0 0,1 0 0,-1 0 0,1 0 0,-1-1 0,1 1 0,-1-1 0,1 1 0,-1-1 0,1 1 0,0-1 0,-1 0 0,1 0 0,-1 0 0,1 0 0,0 0 0,-1 0 0,1-1 0,0 1 0,-1 0 0,1-1 0,-1 1 0,1-1 0,-1 0 0,1 1 0,-1-1 0,1 0 0,1-2 0,5-2 0,-1-1 0,-1-1 0,1 0 0,8-11 0,-7 8 0,264-364 0,-224 304 0,251-403 0,-222 347 0,-60 99-1365,-3 7-5461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6:19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 24575,'10'-1'0,"-1"0"0,1 0 0,9-4 0,20-2 0,-17 5 0,-11 1 0,0-1 0,-1 2 0,1 0 0,0 0 0,-1 1 0,1 0 0,13 3 0,-23-3 0,0-1 0,-1 0 0,1 0 0,0 1 0,-1-1 0,1 0 0,0 1 0,-1-1 0,1 1 0,0-1 0,-1 1 0,1-1 0,-1 1 0,1-1 0,-1 1 0,1-1 0,-1 1 0,0 0 0,1-1 0,-1 1 0,0 0 0,1-1 0,-1 1 0,0 0 0,0 0 0,0-1 0,1 2 0,-2 0 0,1-1 0,0 1 0,-1 0 0,1-1 0,-1 1 0,1-1 0,-1 1 0,0-1 0,1 1 0,-1-1 0,-2 3 0,-2 3 0,-1-1 0,0 0 0,-12 10 0,-1-3 0,0-1 0,0-1 0,-25 10 0,15-8 0,-13 2 0,83-13 0,1-3 0,71 1 0,-111 0 0,-1 0 0,1 0 0,-1 0 0,1 0 0,-1 0 0,1 1 0,0-1 0,-1 0 0,1 1 0,-1-1 0,0 1 0,1-1 0,-1 1 0,1 0 0,-1 0 0,0 0 0,1 0 0,-1 0 0,0 0 0,0 0 0,0 0 0,0 0 0,0 0 0,0 1 0,0-1 0,0 0 0,-1 1 0,1-1 0,0 0 0,-1 1 0,1-1 0,-1 1 0,1-1 0,-1 1 0,0-1 0,0 1 0,0 0 0,0-1 0,0 1 0,0-1 0,0 1 0,0-1 0,-1 1 0,1-1 0,-1 3 0,-1 1 0,1 0 0,-1 1 0,-1-1 0,1 0 0,-1 0 0,0 0 0,0 0 0,0 0 0,-1-1 0,0 1 0,-6 5 0,-16 9-341,-2 0 0,0-2-1,-47 21 1,55-29-6485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6:21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65 340 24575,'-1'-1'0,"-1"1"0,1-1 0,0 0 0,-1 1 0,1-1 0,0 0 0,0 0 0,0 0 0,0 0 0,-1 0 0,1 0 0,1 0 0,-1 0 0,0 0 0,0 0 0,0-1 0,1 1 0,-2-3 0,-11-25 0,6 10 0,1-1 0,1 0 0,0 0 0,2 0 0,0-1 0,2 1 0,0-32 0,2 46 0,0 1 0,1 0 0,-1 0 0,1 0 0,0 0 0,0 0 0,1 0 0,0 0 0,-1 1 0,2-1 0,-1 1 0,0 0 0,1 0 0,0 0 0,0 1 0,8-7 0,-10 8 0,0 1 0,0-1 0,0 1 0,1 0 0,-1 0 0,0 0 0,1 0 0,-1 0 0,1 1 0,-1-1 0,1 1 0,-1-1 0,1 1 0,-1 0 0,1 0 0,-1 0 0,1 0 0,-1 0 0,1 1 0,-1-1 0,1 1 0,-1 0 0,1 0 0,-1-1 0,0 2 0,1-1 0,-1 0 0,0 0 0,0 1 0,0-1 0,0 1 0,0 0 0,0-1 0,-1 1 0,1 0 0,2 3 0,1 3 0,0 0 0,-1 0 0,1 1 0,-2 0 0,1 0 0,-1 0 0,-1 0 0,1 0 0,0 13 0,0-1 0,-2-1 0,0 1 0,-4 26 0,3-42-17,-2 1-1,1 0 1,-1-1 0,0 1-1,0-1 1,0 0-1,-1 0 1,0 0-1,0 0 1,-4 5 0,-3 6-1157,4-5-5652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6:22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20 338 24575,'-13'-34'0,"10"5"0,0-1 0,2 0 0,3-30 0,0 1 0,-2 54 0,0 1 0,1-1 0,-1 1 0,1 0 0,1-1 0,-1 1 0,0 0 0,1-1 0,0 1 0,0 0 0,0 0 0,0 1 0,1-1 0,0 0 0,0 1 0,0-1 0,0 1 0,0 0 0,7-5 0,-7 7 0,-1-1 0,1 1 0,-1-1 0,1 1 0,-1 0 0,1 0 0,0 1 0,0-1 0,0 0 0,-1 1 0,1 0 0,0 0 0,0 0 0,0 0 0,0 0 0,-1 0 0,1 1 0,0-1 0,0 1 0,0 0 0,-1 0 0,1 0 0,0 0 0,-1 0 0,1 0 0,-1 1 0,1 0 0,-1-1 0,0 1 0,0 0 0,0 0 0,2 3 0,0 0 0,0 0 0,-1 0 0,1 1 0,-1-1 0,-1 1 0,1 0 0,-1 0 0,0 0 0,0 0 0,-1 0 0,0 0 0,0 1 0,0-1 0,-1 7 0,1 11 0,-2 0 0,-5 32 0,5-50-108,-1 5-206,1 0-1,-2-1 1,-4 15 0,2-12-6512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6:23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35 368 24575,'-1'-1'0,"-1"1"0,1 0 0,-1 0 0,1-1 0,0 1 0,-1-1 0,1 1 0,-1-1 0,1 0 0,0 1 0,-1-1 0,1 0 0,0 0 0,0 0 0,0 0 0,0 0 0,0 0 0,0 0 0,0 0 0,0-1 0,0 1 0,0 0 0,1 0 0,-1-1 0,1 1 0,-1-1 0,1 1 0,-1-1 0,1 1 0,0 0 0,-1-1 0,1-1 0,-1-7 0,0-1 0,1 1 0,0-16 0,1 21 0,0-8 0,1 0 0,1 1 0,0-1 0,0 0 0,2 1 0,-1 0 0,2 0 0,-1 0 0,14-20 0,-9 18 0,1-1 0,0 2 0,0 0 0,2 0 0,0 1 0,26-20 0,-37 30 0,0 1 0,1-1 0,-1 1 0,1-1 0,-1 1 0,1 0 0,-1 0 0,1 0 0,0 0 0,0 1 0,-1-1 0,1 1 0,0-1 0,0 1 0,0 0 0,-1 0 0,1 0 0,4 1 0,-4 0 0,-1 1 0,1-1 0,-1 0 0,1 1 0,-1-1 0,0 1 0,0 0 0,0 0 0,0 0 0,0 0 0,0 0 0,-1 0 0,1 0 0,-1 1 0,1-1 0,-1 1 0,0-1 0,2 6 0,3 8 0,-1 1 0,0 0 0,-2 1 0,0-1 0,0 1 0,-2-1 0,0 1 0,-1 0 0,-1-1 0,-4 23 0,4-37 0,0 1 0,0-1 0,0 0 0,-1 0 0,0 1 0,1-1 0,-1 0 0,0-1 0,-1 1 0,1 0 0,0 0 0,-1-1 0,1 1 0,-6 2 0,-5 4 0,0-1 0,-16 8 0,0 0 0,20-10-341,-1-1 0,1 0-1,-21 7 1,15-8-6485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6:24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24575,'0'3'0,"0"3"0,0 4 0,0 6 0,3 2 0,0 7 0,1 7 0,2 9 0,-1 8 0,0 2 0,-2 3 0,-1-2 0,-1-2 0,0-4 0,-1-7 0,3-16 0,3-17 0,1-9-8191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6:25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 24575,'2'0'0,"5"0"0,5 0 0,4 0 0,5 0 0,4 0 0,1-3 0,1-1 0,-1 1 0,-3 0 0,-1-2 0,-3 0 0,-2-1 0,-3-1-8191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6:25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 24575,'0'2'0,"0"10"0,0 8 0,0 8 0,0 9 0,0 2 0,0 4 0,0-1 0,0 2 0,0-3 0,-3-1 0,-1-3 0,1-5 0,0-2 0,1-4 0,1-3 0,1-6-8191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6:33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24575,'1'31'0,"3"0"0,0 0 0,11 37 0,8 52 0,-5-21 103,-6-43-1571,-10-42-5358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6:35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24575,'9'123'0,"-1"-4"0,-8 58-1365,0-163-5461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6:36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24575,'3'0'0,"3"0"0,4 0 0,2 2 0,3 2 0,-2 2 0,0 1 0,3-2 0,2 0 0,0-3 0,0 0 0,0-2 0,-4 1-8191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6:38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24575,'2'0'0,"5"0"0,3 0 0,5 0 0,3 0 0,4 0 0,4 0 0,0 0 0,1 0 0,-1 0 0,-3 0 0,1 0 0,-1 0 0,-5 0-8191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7:02.7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1 24575,'-12'0'0,"-1"0"0,1 0 0,0 2 0,0-1 0,0 1 0,0 1 0,1 0 0,-1 1 0,1 0 0,-20 11 0,-7 6 0,-67 34 0,102-53 0,0-1 0,1 1 0,-1 0 0,1 0 0,-1 0 0,1 0 0,0 0 0,0 0 0,0 1 0,0-1 0,0 1 0,0 0 0,1-1 0,-1 1 0,1 0 0,0 0 0,0 0 0,0 0 0,0 0 0,-1 4 0,0 9 0,0-1 0,0 31 0,2-29 0,-1 28 0,-1-12 0,1 0 0,2 0 0,6 35 0,-7-65 0,1-1 0,0 1 0,-1-1 0,1 1 0,0-1 0,0 0 0,1 1 0,-1-1 0,0 0 0,1 0 0,0 0 0,-1 0 0,1 0 0,0 0 0,0 0 0,0-1 0,0 1 0,0 0 0,0-1 0,1 0 0,-1 0 0,0 0 0,1 0 0,-1 0 0,1 0 0,-1 0 0,1-1 0,2 1 0,9 0 0,-1 0 0,0-1 0,1 0 0,19-4 0,2 1 0,6 4-17,-28 0-253,-1-1 1,1 0-1,-1-1 1,23-4-1,-25 1-6556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7:03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0 24575,'0'3'0,"0"3"0,0 7 0,0 6 0,0 5 0,0 5 0,0 2 0,0 4 0,-2 2 0,-5 3 0,-3 2 0,-2 1 0,-3-1 0,-1 3 0,2-5 0,4-3 0,3-8-8191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7:04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24575,'3'0'0,"3"0"0,4-3 0,6-1 0,2 1 0,1 0 0,3 1 0,0 0 0,0 2 0,-2-1 0,-1 1 0,-1 1 0,1-1 0,4 0 0,0-3 0,-1 0 0,-2 0 0,-3 0-8191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7:04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 0 24575,'-3'3'0,"-1"6"0,1 7 0,-3 12 0,-2 12 0,-6 10 0,-3 5 0,-2 1 0,1-1 0,2-4 0,2-5 0,3-8 0,3-7 0,4-7 0,1-7-8191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7:08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67 24575,'4'-4'0,"0"1"0,0 0 0,0 1 0,1-1 0,-1 1 0,1 0 0,0 0 0,0 0 0,-1 0 0,1 1 0,0 0 0,6 0 0,10-2 0,33 1 0,-38 2 0,48 0 0,-37 1 0,0-1 0,-1-1 0,1-1 0,33-8 0,-35 4-341,0 0 0,0 2-1,46-1 1,-57 5-6485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7:25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24575,'-2'185'0,"4"199"0,-2-378-136,1-1-1,-1 0 1,1 0-1,0 1 1,0-1-1,1 0 1,0 0-1,-1 0 0,6 8 1,-1-3-6690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7:26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24575,'0'404'-1365,"0"-389"-5461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7:27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24575,'6'0'0,"4"0"0,3 0 0,3 0 0,0 0 0,1 0 0,1 0 0,-1 0 0,-1 0 0,-2 0-8191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7:27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79 24575,'3'0'0,"3"0"0,4 0 0,6 0 0,2 0 0,7 0 0,4 0 0,6 0 0,2-2 0,-3-5 0,-1-3 0,-3 0 0,-2 0 0,-3 0 0,-3 0 0,-2 1 0,-2 3 0,-4 2-8191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8:25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24575,'0'2'0,"0"5"0,0 3 0,0 5 0,0 6 0,0 2 0,0 3 0,0-1 0,0-5-8191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8:26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46 24575,'5'-3'0,"5"0"0,4-1 0,1-1 0,2-1 0,0 1 0,-3-1 0,-1 0 0,1 2 0,-3 0-8191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8:26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24575,'6'0'0,"4"0"0,3 0 0,2 0 0,2-2 0,0-2 0,0 0 0,-3 1-8191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8:27.5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24575,'0'2'0,"0"5"0,0 8 0,0 8 0,0 7 0,0 5 0,0 2 0,0-1 0,0-2 0,0-6 0,0-6-8191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8:28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24575,'3'0'0,"3"-3"0,4-1 0,5 1 0,4 0 0,0 2 0,0-1 0,0 2 0,-1-1 0,-1 1 0,-3 1-8191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8:28.5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24575,'3'0'0,"6"0"0,4 0 0,9 0 0,5 0 0,4-2 0,5-2 0,-1 0 0,-4 1 0,-4 1 0,-7 1-8191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8:40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0 24575,'0'3'0,"-2"4"0,-2 5 0,-2 7 0,-4 3 0,1 0 0,2-1 0,-1 2 0,-2 2 0,-2 0 0,-1 0 0,1 0 0,2-2 0,4-3 0,0-4 0,0-5-8191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8:41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1 24575,'27'0'0,"42"5"0,-58-4 0,-1 1 0,0 1 0,-1 0 0,1 0 0,0 1 0,-1 0 0,13 8 0,-18-9 0,1 0 0,-1 1 0,0-1 0,0 1 0,-1 0 0,1 0 0,-1 0 0,0 0 0,0 1 0,0 0 0,-1-1 0,1 1 0,-1 0 0,0 0 0,-1 0 0,1 0 0,-1 0 0,1 9 0,-1-5 0,-1 1 0,0 0 0,-1-1 0,0 1 0,-1-1 0,0 1 0,0-1 0,-1 0 0,0 0 0,-1 0 0,1 0 0,-2-1 0,1 1 0,-1-1 0,-1 0 0,0 0 0,0-1 0,0 0 0,-1 0 0,0 0 0,0-1 0,0 0 0,-1-1 0,0 1 0,0-1 0,-1-1 0,0 0 0,1 0 0,-18 5 0,10-5-151,0-1-1,0-1 0,-1-1 0,1 0 1,0-1-1,-1 0 0,1-2 1,-31-6-1,33 6-6674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8:43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288 0 24575,'-10'0'0,"-3"0"0,0 0 0,0 1 0,-18 4 0,26-4 0,1 0 0,0 1 0,-1-1 0,1 1 0,0 0 0,0 0 0,0 1 0,0-1 0,0 1 0,1 0 0,-1 0 0,1 0 0,-4 6 0,-18 20 0,-41 64 0,49-66 0,11-19 0,1 0 0,0 1 0,0 0 0,1-1 0,0 1 0,0 1 0,-4 16 0,8-23 0,0 1 0,1-1 0,-1 0 0,1 0 0,0 1 0,0-1 0,0 0 0,0 0 0,1 0 0,-1 0 0,1 0 0,0 0 0,0 0 0,0-1 0,0 1 0,0-1 0,0 1 0,1-1 0,4 4 0,5 4 0,1-1 0,25 14 0,-31-20-170,0 0-1,0 0 0,1 0 1,-1-1-1,1 0 0,-1-1 1,14 1-1,0 0-6655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8:45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24575,'0'3'0,"0"3"0,0 4 0,0 5 0,0 4 0,0 3 0,3 1 0,1 2 0,-1-1 0,0 1 0,-1 0 0,0 0 0,-2-1 0,1 1 0,-1 2 0,-1-2 0,1-4-8191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8:45.5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24575,'3'0'0,"3"0"0,4 0 0,2 0 0,3 0 0,1 0 0,0 0 0,1 0 0,-3 0-8191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8:46.3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24575,'2'0'0,"2"2"0,2 5 0,0 5 0,0 4 0,-2 5 0,-2 2 0,0 1 0,-1 6 0,-1 0 0,0 1 0,-1-2 0,1-2 0,0-1 0,0-3 0,0-6-8191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19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 24575,'2'0'0,"-1"0"0,1 0 0,-1 0 0,0 1 0,1-1 0,-1 1 0,0-1 0,1 1 0,-1-1 0,0 1 0,0 0 0,1-1 0,-1 1 0,0 0 0,0 0 0,0 0 0,0 0 0,0 0 0,0 0 0,0 0 0,-1 0 0,1 1 0,0-1 0,-1 0 0,1 0 0,0 1 0,-1-1 0,0 0 0,1 1 0,-1-1 0,1 3 0,0 5 0,0 0 0,0 1 0,-1 15 0,0-13 0,-1 0 0,1-4 0,0-1 0,0 0 0,1 1 0,2 11 0,-2-17 0,0 0 0,0 0 0,-1 0 0,1 1 0,1-1 0,-1 0 0,0-1 0,0 1 0,1 0 0,-1 0 0,1-1 0,0 1 0,-1 0 0,1-1 0,0 0 0,0 1 0,0-1 0,0 0 0,3 1 0,33 15 0,-12-4 0,0-2 0,53 14 0,-76-24 0,-1 0 0,1 0 0,0 0 0,0 1 0,0-1 0,0 1 0,-1-1 0,1 1 0,-1 0 0,1 0 0,-1 0 0,0 0 0,0 0 0,0 1 0,0-1 0,0 1 0,0-1 0,-1 1 0,1 0 0,-1-1 0,0 1 0,0 0 0,0 0 0,0 0 0,0 0 0,0 4 0,0 2 0,0 0 0,-1 0 0,0 0 0,0 1 0,-1-1 0,0 0 0,-5 16 0,6-22 0,-2 1 0,1-1 0,0 0 0,-1 0 0,1 0 0,-1 0 0,0 0 0,0 0 0,0 0 0,0-1 0,-1 1 0,1-1 0,-1 0 0,0 1 0,1-1 0,-1 0 0,0-1 0,0 1 0,0 0 0,0-1 0,-1 0 0,1 0 0,0 0 0,-1 0 0,-3 1 0,-9 0 0,-1-1 0,1 0 0,0-1 0,-20-3 0,-4 1 0,28 2-120,5 1-36,0-1 1,0 0-1,0-1 1,0 0-1,1 0 0,-1 0 1,-13-5-1,6-1-6670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20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 24575,'26'-1'0,"36"-6"0,-36 3 0,37-1 0,-45 4 65,32-5 0,10-2-1560,-46 8-5331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20.8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24575,'2'0'0,"2"6"0,2 4 0,1 8 0,-2 8 0,-1 6 0,-1 7 0,-2 2 0,0 2 0,-1 0 0,0-3 0,0-5 0,-1-6 0,4-13 0,3-15 0,1-7-8191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21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24575,'3'0'0,"4"0"0,5 0 0,4 0 0,5 0 0,4 0 0,1 0 0,1 0 0,-2 0 0,-1 0 0,-5 0-8191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21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24575,'3'0'0,"3"0"0,6 0 0,7 0 0,6 0 0,1 0 0,1 0 0,0 0 0,-3 0 0,-3 0 0,-4 0-8191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22.3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24575,'0'2'0,"0"4"0,0 7 0,3 6 0,1 8 0,-1 5 0,0 6 0,-1 3 0,-1 2 0,0 1 0,-1-5 0,0-3 0,0-4 0,0-4 0,0-2 0,0-7-8191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22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 24575,'2'0'0,"5"0"0,0-3 0,2-1 0,2 1 0,2-3 0,1 1 0,2 0 0,3 2 0,1 1 0,0 1 0,-1 0 0,-1 1 0,0 0 0,-1 0 0,-4 1-8191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23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24575,'3'0'0,"3"0"0,7 0 0,3 0 0,5 0 0,1 0 0,2 0 0,1 0 0,-2 0 0,-2 0 0,-2 0 0,-4 0-8191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23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24575,'3'0'0,"3"6"0,1 4 0,2 8 0,0 8 0,-2 6 0,-3 10 0,-1 5 0,-1 4 0,-2 0 0,0 0 0,0-2 0,0-6 0,-1-3 0,1-6 0,0-7 0,0-7-8191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24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50 24575,'2'0'0,"7"-3"0,5-1 0,4-2 0,4 0 0,2 1 0,0-2 0,1 0 0,3 2 0,-2 2 0,-2 1 0,-2 0 0,-3 2 0,-4 3 0,-4 1-8191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24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24575,'3'0'0,"3"0"0,4 0 0,3 0 0,1 0 0,2 0 0,0 0 0,-1 0-8191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32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358 1 24575,'-22'1'0,"1"0"0,-1 2 0,1 1 0,0 0 0,0 2 0,1 0 0,0 1 0,0 1 0,0 1 0,1 1 0,0 1 0,1 0 0,1 2 0,-22 18 0,35-28 0,0 1 0,1 1 0,0-1 0,-1 0 0,2 1 0,-1-1 0,0 1 0,1 0 0,0 0 0,0 0 0,0 0 0,-1 8 0,3-10 0,-1-1 0,1 1 0,0-1 0,0 1 0,0-1 0,1 1 0,-1-1 0,0 1 0,1-1 0,0 0 0,-1 1 0,1-1 0,0 1 0,0-1 0,1 0 0,-1 0 0,0 0 0,1 0 0,-1 0 0,1 0 0,0 0 0,-1 0 0,1-1 0,0 1 0,0-1 0,0 1 0,0-1 0,4 2 0,29 13 0,1-3 0,42 12 0,-36-12 0,-11-4-273,1-1 0,-1-2 0,2-1 0,59 1 0,-70-6-6553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33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 24575,'-8'206'0,"0"-30"0,8-172 0,0 1 0,0-1 0,0 1 0,1-1 0,-1 1 0,1-1 0,3 8 0,-3-10 0,0-1 0,0 1 0,-1-1 0,1 0 0,0 1 0,0-1 0,1 0 0,-1 0 0,0 0 0,0 0 0,0 0 0,1 0 0,-1 0 0,1 0 0,-1 0 0,1-1 0,-1 1 0,1-1 0,-1 1 0,1-1 0,-1 0 0,1 1 0,0-1 0,2 0 0,18-1 0,0-1 0,0-1 0,0-1 0,0 0 0,21-9 0,-5 3 0,226-67-1365,-246 71-5461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34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 24575,'3'0'0,"3"0"0,4 0 0,5 0 0,6 0 0,5-3 0,1-1 0,0-2 0,0 0 0,-3 0 0,-6 2-8191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35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24575,'2'0'0,"7"0"0,8 0 0,2 0 0,2 0 0,0 0 0,-4-3 0,-2-1 0,-1 1 0,-3 0-8191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40.3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0 24575,'0'3'0,"0"9"0,0 13 0,0 11 0,0 10 0,0 5 0,0 6 0,-3 3 0,-3 0 0,-1-2 0,-2-6 0,0-5 0,3-9 0,1-13 0,0-14 0,-3-14 0,0-15 0,2-4-8191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41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24575,'31'0'0,"4"0"0,0 1 0,58 8 0,-32 1-1365,-50-6-5461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41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 24575,'2'0'0,"7"0"0,5 0 0,5-3 0,2-1 0,3 1 0,0 0 0,2-2 0,1 0 0,0 1 0,-3 1 0,-2 1 0,-6 0-8191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43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148 625 24575,'-3'0'0,"0"-1"0,0 0 0,0 1 0,1-1 0,-1 0 0,0 0 0,1-1 0,-1 1 0,1 0 0,-1-1 0,1 0 0,0 1 0,-1-1 0,1 0 0,-3-3 0,-26-36 0,22 29 0,0-2 0,1 1 0,1-1 0,0 0 0,1 0 0,0-1 0,1 0 0,1 0 0,0 0 0,1 0 0,1-1 0,0-16 0,2 18 0,0 0 0,1 0 0,1 1 0,1-1 0,0 0 0,0 1 0,1 0 0,1 0 0,0 0 0,1 0 0,1 1 0,-1 0 0,2 0 0,10-12 0,-9 11 0,6-9 0,1 0 0,1 1 0,1 1 0,22-20 0,-38 39 0,0 0 0,-1 0 0,1 0 0,0 0 0,0 0 0,0 0 0,0 0 0,-1 0 0,1 1 0,0-1 0,1 1 0,-1 0 0,0-1 0,0 1 0,0 0 0,0 0 0,3 1 0,-1 0 0,0 0 0,-1 0 0,1 0 0,-1 0 0,1 1 0,-1 0 0,1 0 0,-1 0 0,3 2 0,6 6 0,-1 1 0,0 0 0,15 21 0,-24-30 0,5 7 0,-1 0 0,-1 1 0,0-1 0,0 1 0,-1 0 0,0 1 0,-1-1 0,0 1 0,0-1 0,-1 1 0,-1 0 0,0 0 0,0 0 0,-1 0 0,-1 0 0,-2 18 0,-1-7 0,-1 1 0,-1-1 0,-1 0 0,0-1 0,-2 1 0,-22 37 0,27-52 0,-28 48 0,-44 58 0,60-96-1365,4-6-5461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44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24575,'0'501'0,"0"-492"0,0-6 0,-1 0 0,1 1 0,0-1 0,1 0 0,-1 0 0,1 1 0,-1-1 0,2 4 0,-1-7 0,-1 0 0,0 0 0,0 1 0,0-1 0,0 0 0,1 0 0,-1 0 0,0 0 0,0 0 0,0 0 0,1 0 0,-1 0 0,0 0 0,0 0 0,0 1 0,1-1 0,-1 0 0,0 0 0,0 0 0,1 0 0,-1 0 0,0-1 0,0 1 0,0 0 0,1 0 0,-1 0 0,0 0 0,0 0 0,0 0 0,1 0 0,-1 0 0,0 0 0,0 0 0,0-1 0,1 1 0,-1 0 0,0 0 0,0 0 0,0 0 0,0-1 0,0 1 0,1 0 0,-1 0 0,0 0 0,0-1 0,0 1 0,0 0 0,0 0 0,0 0 0,0-1 0,8-12 0,18-63-1365,-12 31-5461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44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 24575,'3'0'0,"3"0"0,4 0 0,3 0 0,4-3 0,2-3 0,1-1 0,0 1 0,-1 1 0,-4 2-8191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44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24575,'0'478'0,"-3"-442"-1365,0-25-5461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48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24575,'3'1'0,"0"1"0,0-1 0,0 1 0,-1 0 0,1 0 0,-1 0 0,1 0 0,3 5 0,0-2 0,87 78 0,64 55 0,-109-98 0,-2 3 0,58 68 0,-65-66 0,84 72 0,-85-79-1365,-27-28-5461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49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0 386 24575,'79'5'0,"-77"-5"0,0 0 0,0 0 0,0-1 0,0 1 0,0-1 0,0 1 0,0-1 0,0 0 0,0 0 0,-1 0 0,1 0 0,0 0 0,0 0 0,-1 0 0,1 0 0,-1-1 0,1 1 0,-1-1 0,0 1 0,1-1 0,-1 0 0,0 1 0,0-1 0,0 0 0,0 0 0,-1 0 0,1 0 0,0 0 0,-1 0 0,1 0 0,-1-3 0,3-9 0,-1 1 0,0-1 0,-1-21 0,-1 25 0,1-22 0,-2 0 0,-1 0 0,-1 1 0,-2-1 0,-12-42 0,10 57-1365,1 5-5461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50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24575,'87'3'0,"0"4"0,-1 3 0,105 27 0,242 95 0,-364-108 0,0 4 0,-2 3 0,-2 3 0,0 2 0,82 63 0,5 27 0,186 197 0,100 176 0,-112-68 0,-316-414 0,0 0 0,10 29 0,0-1 0,-12-28-1365,-1-3-5461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9:50.9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0 537 24575,'1'1'0,"-1"0"0,0 1 0,1-1 0,-1 0 0,1 0 0,-1 1 0,1-1 0,0 0 0,0 0 0,-1 0 0,1 0 0,0 0 0,0 0 0,0 0 0,0 0 0,0 0 0,0 0 0,0 0 0,0-1 0,1 1 0,-1-1 0,0 1 0,0 0 0,1-1 0,1 1 0,0 0 0,-1 0 0,1-1 0,0 1 0,-1-1 0,1 1 0,0-1 0,0 0 0,0 0 0,-1 0 0,1 0 0,5-1 0,-5-1 0,0 0 0,-1 1 0,1-1 0,0 0 0,-1 0 0,1-1 0,-1 1 0,0 0 0,0-1 0,0 1 0,0-1 0,0 0 0,0 0 0,-1 0 0,1 0 0,1-5 0,3-9 0,7-32 0,-11 39 0,13-70-341,-3-1 0,-4 0-1,-2-94 1,-6 150-6485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7:37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24575,'1'14'0,"1"1"0,0-1 0,4 16 0,4 15 0,0 68 0,-7 193 0,-5-156 0,1-131 0,0-11 0,1 1 0,0-1 0,0 0 0,3 12 0,-3-19 0,0 1 0,1 0 0,-1-1 0,1 1 0,-1-1 0,1 1 0,0-1 0,-1 0 0,1 1 0,0-1 0,0 0 0,0 1 0,0-1 0,0 0 0,0 0 0,1 0 0,-1 0 0,0 0 0,0 0 0,1 0 0,-1-1 0,1 1 0,-1 0 0,1-1 0,-1 1 0,1-1 0,-1 1 0,3-1 0,6 1 0,0-1 0,1 0 0,-1 0 0,0-1 0,21-5 0,50-18 0,-50 14 0,453-160-1365,-456 159-5461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7:38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50 24575,'39'1'0,"0"-2"0,-1-1 0,1-3 0,68-16 0,-87 16-273,1 0 0,-1 1 0,1 0 0,39 1 0,-47 3-6553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7:38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67 24575,'3'0'0,"3"0"0,7 0 0,3 0 0,8 0 0,7 0 0,4-3 0,5 0 0,0-4 0,3 1 0,1-2 0,-1-2 0,-3 0 0,-4 2 0,-4 3 0,-5 1 0,-3 3 0,-6 0-8191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7:39.8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 24575,'1'100'0,"0"9"0,-19 175 0,1-117 0,14-151-1365,-1-4-5461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7:40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79 24575,'2'0'0,"5"-3"0,3 0 0,2-1 0,6 2 0,4 0 0,4-2 0,7-1 0,2-1 0,3-1 0,5-1 0,-4 1 0,-2 1 0,-5-1 0,-5 1 0,-5 1 0,-5 2-8191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1:57: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24575,'0'676'-1365,"0"-663"-5461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2:27:26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24575,'0'72'0,"4"0"0,3 0 0,3 0 0,38 138 0,19-6 0,17 56 0,-76-229 0,19 59 0,-23-80 0,0 0 0,0-1 0,1 1 0,1-1 0,-1 0 0,11 12 0,-6-13-1365,-3-6-5461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2:27:27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1 24575,'0'5'0,"0"8"0,0 9 0,0 10 0,-3 10 0,-3 9 0,-1 1 0,0 0 0,2-1 0,2-6 0,1-5 0,1-7 0,1-12 0,0-9-8191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2:27:29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 24575,'35'0'0,"58"8"0,-75-5 0,0 1 0,0 1 0,-1 0 0,33 16 0,-2 4 0,57 39 0,-99-59 0,0 0 0,0 0 0,-1 1 0,0 0 0,0 0 0,-1 0 0,0 0 0,0 1 0,0 0 0,-1 0 0,0 0 0,0 0 0,-1 0 0,0 0 0,0 1 0,-1-1 0,1 1 0,-1 10 0,0 11 0,-1-1 0,-2 1 0,-7 43 0,6-51 0,-1-1 0,0 0 0,-12 28 0,13-40 0,-1 0 0,0 0 0,0 0 0,-1-1 0,0 1 0,0-1 0,-1 0 0,0-1 0,0 1 0,-12 8 0,1-1 0,13-11 0,0 1 0,-1 0 0,1-1 0,-1 0 0,0 0 0,1 0 0,-1-1 0,-1 0 0,1 1 0,0-2 0,0 1 0,-1-1 0,-8 2 0,-2-1 0,0 0 0,-28 9 0,30-7 0,-1 0 0,1-1 0,-27 2 0,27-5 30,1 0 0,-1-1 0,-19-4 0,27 4-179,0-1 1,0 0-1,1 0 1,-1 0-1,0-1 1,1 0-1,0 0 1,-1 0-1,-8-8 1,4 1-6678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3:24:59.4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3:25:37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24575,'0'2'0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3:28:06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2:00:15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66 24575,'3'0'0,"3"-3"0,9-3 0,11-4 0,5 0 0,7-1 0,1 2 0,3 2 0,2 2 0,0 2 0,-3 2 0,-6 0 0,-5 1 0,-6 1 0,-6 2 0,-7 1-8191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2:04:41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1T12:04:43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00ED8-7523-44B6-826C-09742728A27E}" type="datetimeFigureOut">
              <a:rPr lang="zh-CN" altLang="en-US" smtClean="0"/>
              <a:pPr/>
              <a:t>2025/1/1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7BB97-BF33-419D-BB54-D9F16CDB868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分钟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D7BB97-BF33-419D-BB54-D9F16CDB8680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分钟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D7BB97-BF33-419D-BB54-D9F16CDB868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</a:t>
            </a:r>
            <a:r>
              <a:rPr lang="zh-CN" altLang="en-US" dirty="0"/>
              <a:t>分钟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D7BB97-BF33-419D-BB54-D9F16CDB8680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</a:t>
            </a:r>
            <a:r>
              <a:rPr lang="zh-CN" altLang="en-US" dirty="0"/>
              <a:t>分钟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D7BB97-BF33-419D-BB54-D9F16CDB8680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2025/1/1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.xml"/><Relationship Id="rId18" Type="http://schemas.openxmlformats.org/officeDocument/2006/relationships/customXml" Target="../ink/ink17.xml"/><Relationship Id="rId26" Type="http://schemas.openxmlformats.org/officeDocument/2006/relationships/customXml" Target="../ink/ink21.xml"/><Relationship Id="rId3" Type="http://schemas.openxmlformats.org/officeDocument/2006/relationships/image" Target="../media/image12.png"/><Relationship Id="rId21" Type="http://schemas.openxmlformats.org/officeDocument/2006/relationships/image" Target="../media/image20.png"/><Relationship Id="rId7" Type="http://schemas.openxmlformats.org/officeDocument/2006/relationships/image" Target="../media/image14.png"/><Relationship Id="rId12" Type="http://schemas.openxmlformats.org/officeDocument/2006/relationships/customXml" Target="../ink/ink13.xml"/><Relationship Id="rId17" Type="http://schemas.openxmlformats.org/officeDocument/2006/relationships/image" Target="../media/image18.png"/><Relationship Id="rId25" Type="http://schemas.openxmlformats.org/officeDocument/2006/relationships/image" Target="../media/image22.png"/><Relationship Id="rId33" Type="http://schemas.openxmlformats.org/officeDocument/2006/relationships/customXml" Target="../ink/ink26.xml"/><Relationship Id="rId2" Type="http://schemas.openxmlformats.org/officeDocument/2006/relationships/image" Target="../media/image11.png"/><Relationship Id="rId16" Type="http://schemas.openxmlformats.org/officeDocument/2006/relationships/customXml" Target="../ink/ink16.xml"/><Relationship Id="rId20" Type="http://schemas.openxmlformats.org/officeDocument/2006/relationships/customXml" Target="../ink/ink18.xml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16.png"/><Relationship Id="rId24" Type="http://schemas.openxmlformats.org/officeDocument/2006/relationships/customXml" Target="../ink/ink20.xml"/><Relationship Id="rId32" Type="http://schemas.openxmlformats.org/officeDocument/2006/relationships/customXml" Target="../ink/ink25.xml"/><Relationship Id="rId5" Type="http://schemas.openxmlformats.org/officeDocument/2006/relationships/image" Target="../media/image13.png"/><Relationship Id="rId15" Type="http://schemas.openxmlformats.org/officeDocument/2006/relationships/customXml" Target="../ink/ink15.xml"/><Relationship Id="rId23" Type="http://schemas.openxmlformats.org/officeDocument/2006/relationships/image" Target="../media/image21.png"/><Relationship Id="rId28" Type="http://schemas.openxmlformats.org/officeDocument/2006/relationships/customXml" Target="../ink/ink22.xml"/><Relationship Id="rId10" Type="http://schemas.openxmlformats.org/officeDocument/2006/relationships/customXml" Target="../ink/ink12.xml"/><Relationship Id="rId19" Type="http://schemas.openxmlformats.org/officeDocument/2006/relationships/image" Target="../media/image19.png"/><Relationship Id="rId31" Type="http://schemas.openxmlformats.org/officeDocument/2006/relationships/customXml" Target="../ink/ink24.xml"/><Relationship Id="rId4" Type="http://schemas.openxmlformats.org/officeDocument/2006/relationships/customXml" Target="../ink/ink9.xml"/><Relationship Id="rId9" Type="http://schemas.openxmlformats.org/officeDocument/2006/relationships/image" Target="../media/image15.png"/><Relationship Id="rId14" Type="http://schemas.openxmlformats.org/officeDocument/2006/relationships/image" Target="../media/image17.png"/><Relationship Id="rId22" Type="http://schemas.openxmlformats.org/officeDocument/2006/relationships/customXml" Target="../ink/ink19.xml"/><Relationship Id="rId27" Type="http://schemas.openxmlformats.org/officeDocument/2006/relationships/image" Target="../media/image23.png"/><Relationship Id="rId30" Type="http://schemas.openxmlformats.org/officeDocument/2006/relationships/customXml" Target="../ink/ink23.xml"/><Relationship Id="rId8" Type="http://schemas.openxmlformats.org/officeDocument/2006/relationships/customXml" Target="../ink/ink11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3.xml"/><Relationship Id="rId18" Type="http://schemas.openxmlformats.org/officeDocument/2006/relationships/image" Target="../media/image31.png"/><Relationship Id="rId26" Type="http://schemas.openxmlformats.org/officeDocument/2006/relationships/customXml" Target="../ink/ink41.xml"/><Relationship Id="rId39" Type="http://schemas.openxmlformats.org/officeDocument/2006/relationships/customXml" Target="../ink/ink49.xml"/><Relationship Id="rId21" Type="http://schemas.openxmlformats.org/officeDocument/2006/relationships/customXml" Target="../ink/ink37.xml"/><Relationship Id="rId34" Type="http://schemas.openxmlformats.org/officeDocument/2006/relationships/image" Target="../media/image37.png"/><Relationship Id="rId42" Type="http://schemas.openxmlformats.org/officeDocument/2006/relationships/customXml" Target="../ink/ink51.xml"/><Relationship Id="rId7" Type="http://schemas.openxmlformats.org/officeDocument/2006/relationships/image" Target="../media/image26.png"/><Relationship Id="rId2" Type="http://schemas.openxmlformats.org/officeDocument/2006/relationships/image" Target="../media/image25.png"/><Relationship Id="rId16" Type="http://schemas.openxmlformats.org/officeDocument/2006/relationships/image" Target="../media/image30.png"/><Relationship Id="rId29" Type="http://schemas.openxmlformats.org/officeDocument/2006/relationships/customXml" Target="../ink/ink4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11" Type="http://schemas.openxmlformats.org/officeDocument/2006/relationships/customXml" Target="../ink/ink32.xml"/><Relationship Id="rId24" Type="http://schemas.openxmlformats.org/officeDocument/2006/relationships/customXml" Target="../ink/ink39.xml"/><Relationship Id="rId32" Type="http://schemas.openxmlformats.org/officeDocument/2006/relationships/image" Target="../media/image36.png"/><Relationship Id="rId37" Type="http://schemas.openxmlformats.org/officeDocument/2006/relationships/image" Target="../media/image38.png"/><Relationship Id="rId40" Type="http://schemas.openxmlformats.org/officeDocument/2006/relationships/customXml" Target="../ink/ink50.xml"/><Relationship Id="rId45" Type="http://schemas.openxmlformats.org/officeDocument/2006/relationships/image" Target="../media/image41.png"/><Relationship Id="rId5" Type="http://schemas.openxmlformats.org/officeDocument/2006/relationships/customXml" Target="../ink/ink28.xml"/><Relationship Id="rId15" Type="http://schemas.openxmlformats.org/officeDocument/2006/relationships/customXml" Target="../ink/ink34.xml"/><Relationship Id="rId23" Type="http://schemas.openxmlformats.org/officeDocument/2006/relationships/customXml" Target="../ink/ink38.xml"/><Relationship Id="rId28" Type="http://schemas.openxmlformats.org/officeDocument/2006/relationships/image" Target="../media/image34.png"/><Relationship Id="rId36" Type="http://schemas.openxmlformats.org/officeDocument/2006/relationships/customXml" Target="../ink/ink47.xml"/><Relationship Id="rId10" Type="http://schemas.openxmlformats.org/officeDocument/2006/relationships/customXml" Target="../ink/ink31.xml"/><Relationship Id="rId19" Type="http://schemas.openxmlformats.org/officeDocument/2006/relationships/customXml" Target="../ink/ink36.xml"/><Relationship Id="rId31" Type="http://schemas.openxmlformats.org/officeDocument/2006/relationships/customXml" Target="../ink/ink44.xml"/><Relationship Id="rId44" Type="http://schemas.openxmlformats.org/officeDocument/2006/relationships/customXml" Target="../ink/ink52.xml"/><Relationship Id="rId4" Type="http://schemas.openxmlformats.org/officeDocument/2006/relationships/image" Target="../media/image13.png"/><Relationship Id="rId9" Type="http://schemas.openxmlformats.org/officeDocument/2006/relationships/image" Target="../media/image27.png"/><Relationship Id="rId14" Type="http://schemas.openxmlformats.org/officeDocument/2006/relationships/image" Target="../media/image29.png"/><Relationship Id="rId22" Type="http://schemas.openxmlformats.org/officeDocument/2006/relationships/image" Target="../media/image33.png"/><Relationship Id="rId27" Type="http://schemas.openxmlformats.org/officeDocument/2006/relationships/customXml" Target="../ink/ink42.xml"/><Relationship Id="rId30" Type="http://schemas.openxmlformats.org/officeDocument/2006/relationships/image" Target="../media/image35.png"/><Relationship Id="rId35" Type="http://schemas.openxmlformats.org/officeDocument/2006/relationships/customXml" Target="../ink/ink46.xml"/><Relationship Id="rId43" Type="http://schemas.openxmlformats.org/officeDocument/2006/relationships/image" Target="../media/image40.png"/><Relationship Id="rId8" Type="http://schemas.openxmlformats.org/officeDocument/2006/relationships/customXml" Target="../ink/ink30.xml"/><Relationship Id="rId3" Type="http://schemas.openxmlformats.org/officeDocument/2006/relationships/customXml" Target="../ink/ink27.xml"/><Relationship Id="rId12" Type="http://schemas.openxmlformats.org/officeDocument/2006/relationships/image" Target="../media/image28.png"/><Relationship Id="rId17" Type="http://schemas.openxmlformats.org/officeDocument/2006/relationships/customXml" Target="../ink/ink35.xml"/><Relationship Id="rId25" Type="http://schemas.openxmlformats.org/officeDocument/2006/relationships/customXml" Target="../ink/ink40.xml"/><Relationship Id="rId33" Type="http://schemas.openxmlformats.org/officeDocument/2006/relationships/customXml" Target="../ink/ink45.xml"/><Relationship Id="rId38" Type="http://schemas.openxmlformats.org/officeDocument/2006/relationships/customXml" Target="../ink/ink48.xml"/><Relationship Id="rId20" Type="http://schemas.openxmlformats.org/officeDocument/2006/relationships/image" Target="../media/image32.png"/><Relationship Id="rId41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customXml" Target="../ink/ink58.xml"/><Relationship Id="rId3" Type="http://schemas.openxmlformats.org/officeDocument/2006/relationships/customXml" Target="../ink/ink53.xml"/><Relationship Id="rId7" Type="http://schemas.openxmlformats.org/officeDocument/2006/relationships/customXml" Target="../ink/ink55.xml"/><Relationship Id="rId12" Type="http://schemas.openxmlformats.org/officeDocument/2006/relationships/image" Target="../media/image46.png"/><Relationship Id="rId2" Type="http://schemas.openxmlformats.org/officeDocument/2006/relationships/image" Target="../media/image42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customXml" Target="../ink/ink57.xml"/><Relationship Id="rId5" Type="http://schemas.openxmlformats.org/officeDocument/2006/relationships/customXml" Target="../ink/ink54.xml"/><Relationship Id="rId15" Type="http://schemas.openxmlformats.org/officeDocument/2006/relationships/customXml" Target="../ink/ink59.xml"/><Relationship Id="rId10" Type="http://schemas.openxmlformats.org/officeDocument/2006/relationships/image" Target="../media/image13.png"/><Relationship Id="rId4" Type="http://schemas.openxmlformats.org/officeDocument/2006/relationships/image" Target="../media/image43.png"/><Relationship Id="rId9" Type="http://schemas.openxmlformats.org/officeDocument/2006/relationships/customXml" Target="../ink/ink56.xml"/><Relationship Id="rId1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7.png"/><Relationship Id="rId21" Type="http://schemas.openxmlformats.org/officeDocument/2006/relationships/customXml" Target="../ink/ink69.xml"/><Relationship Id="rId42" Type="http://schemas.openxmlformats.org/officeDocument/2006/relationships/image" Target="../media/image70.png"/><Relationship Id="rId63" Type="http://schemas.openxmlformats.org/officeDocument/2006/relationships/customXml" Target="../ink/ink90.xml"/><Relationship Id="rId84" Type="http://schemas.openxmlformats.org/officeDocument/2006/relationships/customXml" Target="../ink/ink101.xml"/><Relationship Id="rId138" Type="http://schemas.openxmlformats.org/officeDocument/2006/relationships/customXml" Target="../ink/ink128.xml"/><Relationship Id="rId16" Type="http://schemas.openxmlformats.org/officeDocument/2006/relationships/image" Target="../media/image57.png"/><Relationship Id="rId107" Type="http://schemas.openxmlformats.org/officeDocument/2006/relationships/image" Target="../media/image102.png"/><Relationship Id="rId11" Type="http://schemas.openxmlformats.org/officeDocument/2006/relationships/customXml" Target="../ink/ink64.xml"/><Relationship Id="rId32" Type="http://schemas.openxmlformats.org/officeDocument/2006/relationships/image" Target="../media/image65.png"/><Relationship Id="rId37" Type="http://schemas.openxmlformats.org/officeDocument/2006/relationships/customXml" Target="../ink/ink77.xml"/><Relationship Id="rId53" Type="http://schemas.openxmlformats.org/officeDocument/2006/relationships/customXml" Target="../ink/ink85.xml"/><Relationship Id="rId58" Type="http://schemas.openxmlformats.org/officeDocument/2006/relationships/image" Target="../media/image78.png"/><Relationship Id="rId74" Type="http://schemas.openxmlformats.org/officeDocument/2006/relationships/image" Target="../media/image86.png"/><Relationship Id="rId79" Type="http://schemas.openxmlformats.org/officeDocument/2006/relationships/customXml" Target="../ink/ink98.xml"/><Relationship Id="rId102" Type="http://schemas.openxmlformats.org/officeDocument/2006/relationships/customXml" Target="../ink/ink110.xml"/><Relationship Id="rId123" Type="http://schemas.openxmlformats.org/officeDocument/2006/relationships/image" Target="../media/image110.png"/><Relationship Id="rId128" Type="http://schemas.openxmlformats.org/officeDocument/2006/relationships/customXml" Target="../ink/ink123.xml"/><Relationship Id="rId5" Type="http://schemas.openxmlformats.org/officeDocument/2006/relationships/customXml" Target="../ink/ink61.xml"/><Relationship Id="rId90" Type="http://schemas.openxmlformats.org/officeDocument/2006/relationships/customXml" Target="../ink/ink104.xml"/><Relationship Id="rId95" Type="http://schemas.openxmlformats.org/officeDocument/2006/relationships/image" Target="../media/image96.png"/><Relationship Id="rId22" Type="http://schemas.openxmlformats.org/officeDocument/2006/relationships/image" Target="../media/image60.png"/><Relationship Id="rId27" Type="http://schemas.openxmlformats.org/officeDocument/2006/relationships/customXml" Target="../ink/ink72.xml"/><Relationship Id="rId43" Type="http://schemas.openxmlformats.org/officeDocument/2006/relationships/customXml" Target="../ink/ink80.xml"/><Relationship Id="rId48" Type="http://schemas.openxmlformats.org/officeDocument/2006/relationships/image" Target="../media/image73.png"/><Relationship Id="rId64" Type="http://schemas.openxmlformats.org/officeDocument/2006/relationships/image" Target="../media/image81.png"/><Relationship Id="rId69" Type="http://schemas.openxmlformats.org/officeDocument/2006/relationships/customXml" Target="../ink/ink93.xml"/><Relationship Id="rId113" Type="http://schemas.openxmlformats.org/officeDocument/2006/relationships/image" Target="../media/image105.png"/><Relationship Id="rId118" Type="http://schemas.openxmlformats.org/officeDocument/2006/relationships/customXml" Target="../ink/ink118.xml"/><Relationship Id="rId134" Type="http://schemas.openxmlformats.org/officeDocument/2006/relationships/customXml" Target="../ink/ink126.xml"/><Relationship Id="rId139" Type="http://schemas.openxmlformats.org/officeDocument/2006/relationships/image" Target="../media/image117.png"/><Relationship Id="rId80" Type="http://schemas.openxmlformats.org/officeDocument/2006/relationships/image" Target="../media/image89.png"/><Relationship Id="rId85" Type="http://schemas.openxmlformats.org/officeDocument/2006/relationships/image" Target="../media/image91.png"/><Relationship Id="rId12" Type="http://schemas.openxmlformats.org/officeDocument/2006/relationships/image" Target="../media/image55.png"/><Relationship Id="rId17" Type="http://schemas.openxmlformats.org/officeDocument/2006/relationships/customXml" Target="../ink/ink67.xml"/><Relationship Id="rId33" Type="http://schemas.openxmlformats.org/officeDocument/2006/relationships/customXml" Target="../ink/ink75.xml"/><Relationship Id="rId38" Type="http://schemas.openxmlformats.org/officeDocument/2006/relationships/image" Target="../media/image68.png"/><Relationship Id="rId59" Type="http://schemas.openxmlformats.org/officeDocument/2006/relationships/customXml" Target="../ink/ink88.xml"/><Relationship Id="rId103" Type="http://schemas.openxmlformats.org/officeDocument/2006/relationships/image" Target="../media/image100.png"/><Relationship Id="rId108" Type="http://schemas.openxmlformats.org/officeDocument/2006/relationships/customXml" Target="../ink/ink113.xml"/><Relationship Id="rId124" Type="http://schemas.openxmlformats.org/officeDocument/2006/relationships/customXml" Target="../ink/ink121.xml"/><Relationship Id="rId129" Type="http://schemas.openxmlformats.org/officeDocument/2006/relationships/image" Target="../media/image113.png"/><Relationship Id="rId54" Type="http://schemas.openxmlformats.org/officeDocument/2006/relationships/image" Target="../media/image76.png"/><Relationship Id="rId70" Type="http://schemas.openxmlformats.org/officeDocument/2006/relationships/image" Target="../media/image84.png"/><Relationship Id="rId75" Type="http://schemas.openxmlformats.org/officeDocument/2006/relationships/customXml" Target="../ink/ink96.xml"/><Relationship Id="rId91" Type="http://schemas.openxmlformats.org/officeDocument/2006/relationships/image" Target="../media/image94.png"/><Relationship Id="rId96" Type="http://schemas.openxmlformats.org/officeDocument/2006/relationships/customXml" Target="../ink/ink107.xml"/><Relationship Id="rId140" Type="http://schemas.openxmlformats.org/officeDocument/2006/relationships/customXml" Target="../ink/ink1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23" Type="http://schemas.openxmlformats.org/officeDocument/2006/relationships/customXml" Target="../ink/ink70.xml"/><Relationship Id="rId28" Type="http://schemas.openxmlformats.org/officeDocument/2006/relationships/image" Target="../media/image63.png"/><Relationship Id="rId49" Type="http://schemas.openxmlformats.org/officeDocument/2006/relationships/customXml" Target="../ink/ink83.xml"/><Relationship Id="rId114" Type="http://schemas.openxmlformats.org/officeDocument/2006/relationships/customXml" Target="../ink/ink116.xml"/><Relationship Id="rId119" Type="http://schemas.openxmlformats.org/officeDocument/2006/relationships/image" Target="../media/image108.png"/><Relationship Id="rId44" Type="http://schemas.openxmlformats.org/officeDocument/2006/relationships/image" Target="../media/image71.png"/><Relationship Id="rId60" Type="http://schemas.openxmlformats.org/officeDocument/2006/relationships/image" Target="../media/image79.png"/><Relationship Id="rId65" Type="http://schemas.openxmlformats.org/officeDocument/2006/relationships/customXml" Target="../ink/ink91.xml"/><Relationship Id="rId81" Type="http://schemas.openxmlformats.org/officeDocument/2006/relationships/customXml" Target="../ink/ink99.xml"/><Relationship Id="rId86" Type="http://schemas.openxmlformats.org/officeDocument/2006/relationships/customXml" Target="../ink/ink102.xml"/><Relationship Id="rId130" Type="http://schemas.openxmlformats.org/officeDocument/2006/relationships/customXml" Target="../ink/ink124.xml"/><Relationship Id="rId135" Type="http://schemas.openxmlformats.org/officeDocument/2006/relationships/image" Target="../media/image116.png"/><Relationship Id="rId13" Type="http://schemas.openxmlformats.org/officeDocument/2006/relationships/customXml" Target="../ink/ink65.xml"/><Relationship Id="rId18" Type="http://schemas.openxmlformats.org/officeDocument/2006/relationships/image" Target="../media/image58.png"/><Relationship Id="rId39" Type="http://schemas.openxmlformats.org/officeDocument/2006/relationships/customXml" Target="../ink/ink78.xml"/><Relationship Id="rId109" Type="http://schemas.openxmlformats.org/officeDocument/2006/relationships/image" Target="../media/image103.png"/><Relationship Id="rId34" Type="http://schemas.openxmlformats.org/officeDocument/2006/relationships/image" Target="../media/image66.png"/><Relationship Id="rId50" Type="http://schemas.openxmlformats.org/officeDocument/2006/relationships/image" Target="../media/image74.png"/><Relationship Id="rId55" Type="http://schemas.openxmlformats.org/officeDocument/2006/relationships/customXml" Target="../ink/ink86.xml"/><Relationship Id="rId76" Type="http://schemas.openxmlformats.org/officeDocument/2006/relationships/image" Target="../media/image87.png"/><Relationship Id="rId97" Type="http://schemas.openxmlformats.org/officeDocument/2006/relationships/image" Target="../media/image97.png"/><Relationship Id="rId104" Type="http://schemas.openxmlformats.org/officeDocument/2006/relationships/customXml" Target="../ink/ink111.xml"/><Relationship Id="rId120" Type="http://schemas.openxmlformats.org/officeDocument/2006/relationships/customXml" Target="../ink/ink119.xml"/><Relationship Id="rId125" Type="http://schemas.openxmlformats.org/officeDocument/2006/relationships/image" Target="../media/image111.png"/><Relationship Id="rId7" Type="http://schemas.openxmlformats.org/officeDocument/2006/relationships/customXml" Target="../ink/ink62.xml"/><Relationship Id="rId71" Type="http://schemas.openxmlformats.org/officeDocument/2006/relationships/customXml" Target="../ink/ink94.xml"/><Relationship Id="rId92" Type="http://schemas.openxmlformats.org/officeDocument/2006/relationships/customXml" Target="../ink/ink105.xml"/><Relationship Id="rId2" Type="http://schemas.openxmlformats.org/officeDocument/2006/relationships/image" Target="../media/image50.png"/><Relationship Id="rId29" Type="http://schemas.openxmlformats.org/officeDocument/2006/relationships/customXml" Target="../ink/ink73.xml"/><Relationship Id="rId24" Type="http://schemas.openxmlformats.org/officeDocument/2006/relationships/image" Target="../media/image61.png"/><Relationship Id="rId40" Type="http://schemas.openxmlformats.org/officeDocument/2006/relationships/image" Target="../media/image69.png"/><Relationship Id="rId45" Type="http://schemas.openxmlformats.org/officeDocument/2006/relationships/customXml" Target="../ink/ink81.xml"/><Relationship Id="rId66" Type="http://schemas.openxmlformats.org/officeDocument/2006/relationships/image" Target="../media/image82.png"/><Relationship Id="rId87" Type="http://schemas.openxmlformats.org/officeDocument/2006/relationships/image" Target="../media/image92.png"/><Relationship Id="rId110" Type="http://schemas.openxmlformats.org/officeDocument/2006/relationships/customXml" Target="../ink/ink114.xml"/><Relationship Id="rId115" Type="http://schemas.openxmlformats.org/officeDocument/2006/relationships/image" Target="../media/image106.png"/><Relationship Id="rId131" Type="http://schemas.openxmlformats.org/officeDocument/2006/relationships/image" Target="../media/image114.png"/><Relationship Id="rId136" Type="http://schemas.openxmlformats.org/officeDocument/2006/relationships/customXml" Target="../ink/ink127.xml"/><Relationship Id="rId61" Type="http://schemas.openxmlformats.org/officeDocument/2006/relationships/customXml" Target="../ink/ink89.xml"/><Relationship Id="rId82" Type="http://schemas.openxmlformats.org/officeDocument/2006/relationships/customXml" Target="../ink/ink100.xml"/><Relationship Id="rId19" Type="http://schemas.openxmlformats.org/officeDocument/2006/relationships/customXml" Target="../ink/ink68.xml"/><Relationship Id="rId14" Type="http://schemas.openxmlformats.org/officeDocument/2006/relationships/image" Target="../media/image56.png"/><Relationship Id="rId30" Type="http://schemas.openxmlformats.org/officeDocument/2006/relationships/image" Target="../media/image64.png"/><Relationship Id="rId35" Type="http://schemas.openxmlformats.org/officeDocument/2006/relationships/customXml" Target="../ink/ink76.xml"/><Relationship Id="rId56" Type="http://schemas.openxmlformats.org/officeDocument/2006/relationships/image" Target="../media/image77.png"/><Relationship Id="rId77" Type="http://schemas.openxmlformats.org/officeDocument/2006/relationships/customXml" Target="../ink/ink97.xml"/><Relationship Id="rId100" Type="http://schemas.openxmlformats.org/officeDocument/2006/relationships/customXml" Target="../ink/ink109.xml"/><Relationship Id="rId105" Type="http://schemas.openxmlformats.org/officeDocument/2006/relationships/image" Target="../media/image101.png"/><Relationship Id="rId126" Type="http://schemas.openxmlformats.org/officeDocument/2006/relationships/customXml" Target="../ink/ink122.xml"/><Relationship Id="rId8" Type="http://schemas.openxmlformats.org/officeDocument/2006/relationships/image" Target="../media/image53.png"/><Relationship Id="rId51" Type="http://schemas.openxmlformats.org/officeDocument/2006/relationships/customXml" Target="../ink/ink84.xml"/><Relationship Id="rId72" Type="http://schemas.openxmlformats.org/officeDocument/2006/relationships/image" Target="../media/image85.png"/><Relationship Id="rId93" Type="http://schemas.openxmlformats.org/officeDocument/2006/relationships/image" Target="../media/image95.png"/><Relationship Id="rId98" Type="http://schemas.openxmlformats.org/officeDocument/2006/relationships/customXml" Target="../ink/ink108.xml"/><Relationship Id="rId121" Type="http://schemas.openxmlformats.org/officeDocument/2006/relationships/image" Target="../media/image109.png"/><Relationship Id="rId3" Type="http://schemas.openxmlformats.org/officeDocument/2006/relationships/customXml" Target="../ink/ink60.xml"/><Relationship Id="rId25" Type="http://schemas.openxmlformats.org/officeDocument/2006/relationships/customXml" Target="../ink/ink71.xml"/><Relationship Id="rId46" Type="http://schemas.openxmlformats.org/officeDocument/2006/relationships/image" Target="../media/image72.png"/><Relationship Id="rId67" Type="http://schemas.openxmlformats.org/officeDocument/2006/relationships/customXml" Target="../ink/ink92.xml"/><Relationship Id="rId116" Type="http://schemas.openxmlformats.org/officeDocument/2006/relationships/customXml" Target="../ink/ink117.xml"/><Relationship Id="rId137" Type="http://schemas.openxmlformats.org/officeDocument/2006/relationships/image" Target="../media/image13.png"/><Relationship Id="rId20" Type="http://schemas.openxmlformats.org/officeDocument/2006/relationships/image" Target="../media/image59.png"/><Relationship Id="rId41" Type="http://schemas.openxmlformats.org/officeDocument/2006/relationships/customXml" Target="../ink/ink79.xml"/><Relationship Id="rId62" Type="http://schemas.openxmlformats.org/officeDocument/2006/relationships/image" Target="../media/image80.png"/><Relationship Id="rId83" Type="http://schemas.openxmlformats.org/officeDocument/2006/relationships/image" Target="../media/image90.png"/><Relationship Id="rId88" Type="http://schemas.openxmlformats.org/officeDocument/2006/relationships/customXml" Target="../ink/ink103.xml"/><Relationship Id="rId111" Type="http://schemas.openxmlformats.org/officeDocument/2006/relationships/image" Target="../media/image104.png"/><Relationship Id="rId132" Type="http://schemas.openxmlformats.org/officeDocument/2006/relationships/customXml" Target="../ink/ink125.xml"/><Relationship Id="rId15" Type="http://schemas.openxmlformats.org/officeDocument/2006/relationships/customXml" Target="../ink/ink66.xml"/><Relationship Id="rId36" Type="http://schemas.openxmlformats.org/officeDocument/2006/relationships/image" Target="../media/image67.png"/><Relationship Id="rId57" Type="http://schemas.openxmlformats.org/officeDocument/2006/relationships/customXml" Target="../ink/ink87.xml"/><Relationship Id="rId106" Type="http://schemas.openxmlformats.org/officeDocument/2006/relationships/customXml" Target="../ink/ink112.xml"/><Relationship Id="rId127" Type="http://schemas.openxmlformats.org/officeDocument/2006/relationships/image" Target="../media/image112.png"/><Relationship Id="rId10" Type="http://schemas.openxmlformats.org/officeDocument/2006/relationships/image" Target="../media/image54.png"/><Relationship Id="rId31" Type="http://schemas.openxmlformats.org/officeDocument/2006/relationships/customXml" Target="../ink/ink74.xml"/><Relationship Id="rId52" Type="http://schemas.openxmlformats.org/officeDocument/2006/relationships/image" Target="../media/image75.png"/><Relationship Id="rId73" Type="http://schemas.openxmlformats.org/officeDocument/2006/relationships/customXml" Target="../ink/ink95.xml"/><Relationship Id="rId78" Type="http://schemas.openxmlformats.org/officeDocument/2006/relationships/image" Target="../media/image88.png"/><Relationship Id="rId94" Type="http://schemas.openxmlformats.org/officeDocument/2006/relationships/customXml" Target="../ink/ink106.xml"/><Relationship Id="rId99" Type="http://schemas.openxmlformats.org/officeDocument/2006/relationships/image" Target="../media/image98.png"/><Relationship Id="rId101" Type="http://schemas.openxmlformats.org/officeDocument/2006/relationships/image" Target="../media/image99.png"/><Relationship Id="rId122" Type="http://schemas.openxmlformats.org/officeDocument/2006/relationships/customXml" Target="../ink/ink120.xml"/><Relationship Id="rId4" Type="http://schemas.openxmlformats.org/officeDocument/2006/relationships/image" Target="../media/image51.png"/><Relationship Id="rId9" Type="http://schemas.openxmlformats.org/officeDocument/2006/relationships/customXml" Target="../ink/ink63.xml"/><Relationship Id="rId26" Type="http://schemas.openxmlformats.org/officeDocument/2006/relationships/image" Target="../media/image62.png"/><Relationship Id="rId47" Type="http://schemas.openxmlformats.org/officeDocument/2006/relationships/customXml" Target="../ink/ink82.xml"/><Relationship Id="rId68" Type="http://schemas.openxmlformats.org/officeDocument/2006/relationships/image" Target="../media/image83.png"/><Relationship Id="rId89" Type="http://schemas.openxmlformats.org/officeDocument/2006/relationships/image" Target="../media/image93.png"/><Relationship Id="rId112" Type="http://schemas.openxmlformats.org/officeDocument/2006/relationships/customXml" Target="../ink/ink115.xml"/><Relationship Id="rId133" Type="http://schemas.openxmlformats.org/officeDocument/2006/relationships/image" Target="../media/image1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0.xml"/><Relationship Id="rId7" Type="http://schemas.openxmlformats.org/officeDocument/2006/relationships/customXml" Target="../ink/ink132.xml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131.xml"/><Relationship Id="rId4" Type="http://schemas.openxmlformats.org/officeDocument/2006/relationships/image" Target="../media/image1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85786" y="1357298"/>
            <a:ext cx="7772400" cy="1470025"/>
          </a:xfrm>
        </p:spPr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汇编语言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7290" y="2786058"/>
            <a:ext cx="6400800" cy="2928958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/>
              <a:t>姓名 </a:t>
            </a:r>
            <a:r>
              <a:rPr lang="en-US" altLang="zh-CN" dirty="0"/>
              <a:t>+ </a:t>
            </a:r>
            <a:r>
              <a:rPr lang="zh-CN" altLang="en-US" dirty="0"/>
              <a:t>学号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课题测试</a:t>
            </a:r>
            <a:endParaRPr lang="en-US" altLang="zh-CN" dirty="0"/>
          </a:p>
          <a:p>
            <a:r>
              <a:rPr lang="en-US" altLang="zh-CN" dirty="0"/>
              <a:t>2023-12-06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当运算结果为</a:t>
            </a:r>
            <a:r>
              <a:rPr lang="en-US" altLang="zh-CN" dirty="0"/>
              <a:t>10011001</a:t>
            </a:r>
            <a:r>
              <a:rPr lang="zh-CN" altLang="en-US" dirty="0"/>
              <a:t>，</a:t>
            </a:r>
            <a:r>
              <a:rPr lang="en-US" altLang="zh-CN" dirty="0"/>
              <a:t>SF= _1_</a:t>
            </a:r>
            <a:r>
              <a:rPr lang="zh-CN" altLang="en-US" dirty="0"/>
              <a:t>，</a:t>
            </a:r>
            <a:r>
              <a:rPr lang="en-US" altLang="zh-CN" dirty="0"/>
              <a:t>ZF=_0_</a:t>
            </a:r>
            <a:r>
              <a:rPr lang="zh-CN" altLang="en-US" dirty="0"/>
              <a:t>，</a:t>
            </a:r>
            <a:r>
              <a:rPr lang="en-US" altLang="zh-CN" dirty="0"/>
              <a:t>PF=__1__</a:t>
            </a:r>
            <a:r>
              <a:rPr lang="zh-CN" altLang="en-US" dirty="0"/>
              <a:t>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47</a:t>
            </a:r>
            <a:r>
              <a:rPr lang="zh-CN" altLang="en-US" dirty="0"/>
              <a:t>的十六进制数是</a:t>
            </a:r>
            <a:r>
              <a:rPr lang="en-US" altLang="zh-CN" dirty="0"/>
              <a:t>_2F__</a:t>
            </a:r>
            <a:r>
              <a:rPr lang="zh-CN" altLang="en-US" dirty="0"/>
              <a:t>，二进制数是</a:t>
            </a:r>
            <a:r>
              <a:rPr lang="en-US" altLang="zh-CN" dirty="0"/>
              <a:t>_00101111__</a:t>
            </a:r>
            <a:r>
              <a:rPr lang="zh-CN" altLang="en-US" dirty="0"/>
              <a:t>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AL = 45H</a:t>
            </a:r>
            <a:r>
              <a:rPr lang="zh-CN" altLang="en-US" dirty="0"/>
              <a:t>，执行“</a:t>
            </a:r>
            <a:r>
              <a:rPr lang="en-US" altLang="zh-CN" dirty="0"/>
              <a:t>AND   AL</a:t>
            </a:r>
            <a:r>
              <a:rPr lang="zh-CN" altLang="en-US" dirty="0"/>
              <a:t>，</a:t>
            </a:r>
            <a:r>
              <a:rPr lang="en-US" altLang="zh-CN" dirty="0"/>
              <a:t>0B8H</a:t>
            </a:r>
            <a:r>
              <a:rPr lang="zh-CN" altLang="en-US" dirty="0"/>
              <a:t>”后，</a:t>
            </a:r>
            <a:r>
              <a:rPr lang="en-US" altLang="zh-CN" dirty="0"/>
              <a:t>AL=__0__</a:t>
            </a:r>
            <a:r>
              <a:rPr lang="zh-CN" altLang="en-US" dirty="0"/>
              <a:t>，</a:t>
            </a:r>
            <a:r>
              <a:rPr lang="en-US" altLang="zh-CN" dirty="0"/>
              <a:t>CF=___0__</a:t>
            </a:r>
            <a:r>
              <a:rPr lang="zh-CN" altLang="en-US" dirty="0"/>
              <a:t>。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42910" y="357166"/>
            <a:ext cx="7429552" cy="785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填空题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500042"/>
            <a:ext cx="8229600" cy="5857916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4"/>
            </a:pPr>
            <a:r>
              <a:rPr lang="zh-CN" altLang="en-US" dirty="0"/>
              <a:t>存储器中存放的数据如下图所示，请写出</a:t>
            </a:r>
            <a:r>
              <a:rPr lang="en-US" altLang="zh-CN" dirty="0"/>
              <a:t>05421H</a:t>
            </a:r>
            <a:r>
              <a:rPr lang="zh-CN" altLang="en-US" dirty="0"/>
              <a:t>和</a:t>
            </a:r>
            <a:r>
              <a:rPr lang="en-US" altLang="zh-CN" dirty="0"/>
              <a:t>05422H</a:t>
            </a:r>
            <a:r>
              <a:rPr lang="zh-CN" altLang="en-US" dirty="0"/>
              <a:t>字单元的内容。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8813H,6C88H</a:t>
            </a:r>
          </a:p>
          <a:p>
            <a:endParaRPr lang="en-US" altLang="zh-CN" dirty="0"/>
          </a:p>
          <a:p>
            <a:endParaRPr lang="en-US" altLang="zh-CN" dirty="0"/>
          </a:p>
          <a:p>
            <a:pPr marL="514350" indent="-514350">
              <a:buFont typeface="+mj-lt"/>
              <a:buAutoNum type="arabicPeriod" startAt="5"/>
            </a:pPr>
            <a:r>
              <a:rPr lang="zh-CN" altLang="en-US" dirty="0"/>
              <a:t>若</a:t>
            </a:r>
            <a:r>
              <a:rPr lang="en-US" altLang="zh-CN" dirty="0"/>
              <a:t>AL=8AH, BL=4BH.</a:t>
            </a:r>
          </a:p>
          <a:p>
            <a:pPr lvl="1">
              <a:buNone/>
            </a:pPr>
            <a:r>
              <a:rPr lang="en-US" altLang="zh-CN" dirty="0"/>
              <a:t>		ADD   AL, BL</a:t>
            </a:r>
          </a:p>
          <a:p>
            <a:pPr lvl="1">
              <a:buNone/>
            </a:pPr>
            <a:r>
              <a:rPr lang="en-US" altLang="zh-CN" dirty="0"/>
              <a:t>		JC       NEXT</a:t>
            </a:r>
          </a:p>
          <a:p>
            <a:pPr lvl="2">
              <a:buNone/>
            </a:pPr>
            <a:r>
              <a:rPr lang="en-US" altLang="zh-CN" sz="2800" dirty="0"/>
              <a:t>OR     AL, 47H</a:t>
            </a:r>
          </a:p>
          <a:p>
            <a:pPr>
              <a:buNone/>
            </a:pPr>
            <a:r>
              <a:rPr lang="en-US" altLang="zh-CN" sz="2800" dirty="0"/>
              <a:t>     		HLT</a:t>
            </a:r>
          </a:p>
          <a:p>
            <a:pPr>
              <a:buNone/>
            </a:pPr>
            <a:r>
              <a:rPr lang="en-US" altLang="zh-CN" sz="2800" dirty="0"/>
              <a:t>NEXT:	ADC   AL, 0</a:t>
            </a:r>
          </a:p>
          <a:p>
            <a:pPr lvl="1">
              <a:buNone/>
            </a:pPr>
            <a:r>
              <a:rPr lang="en-US" altLang="zh-CN" dirty="0"/>
              <a:t>		HLT</a:t>
            </a:r>
          </a:p>
          <a:p>
            <a:pPr>
              <a:buNone/>
            </a:pPr>
            <a:r>
              <a:rPr lang="zh-CN" altLang="en-US" dirty="0"/>
              <a:t>程序执行后： </a:t>
            </a:r>
            <a:r>
              <a:rPr lang="en-US" altLang="zh-CN" dirty="0"/>
              <a:t>AL =  ___D7H_____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1000108"/>
            <a:ext cx="2652680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64" y="357166"/>
            <a:ext cx="8715436" cy="1571636"/>
          </a:xfrm>
        </p:spPr>
        <p:txBody>
          <a:bodyPr>
            <a:noAutofit/>
          </a:bodyPr>
          <a:lstStyle/>
          <a:p>
            <a:pPr algn="l"/>
            <a:r>
              <a:rPr lang="en-US" altLang="zh-CN" sz="3200" dirty="0"/>
              <a:t>6. </a:t>
            </a:r>
            <a:r>
              <a:rPr lang="zh-CN" altLang="en-US" sz="3200" dirty="0"/>
              <a:t>从</a:t>
            </a:r>
            <a:r>
              <a:rPr lang="en-US" sz="3200" dirty="0"/>
              <a:t>2000H</a:t>
            </a:r>
            <a:r>
              <a:rPr lang="zh-CN" altLang="en-US" sz="3200" dirty="0"/>
              <a:t>单元开始，存放着</a:t>
            </a:r>
            <a:r>
              <a:rPr lang="en-US" sz="3200" dirty="0"/>
              <a:t>14H</a:t>
            </a:r>
            <a:r>
              <a:rPr lang="zh-CN" altLang="en-US" sz="3200" dirty="0"/>
              <a:t>个数据，找出最大一个，并将其存在</a:t>
            </a:r>
            <a:r>
              <a:rPr lang="en-US" sz="3200" dirty="0"/>
              <a:t>2000H</a:t>
            </a:r>
            <a:r>
              <a:rPr lang="zh-CN" altLang="en-US" sz="3200" dirty="0"/>
              <a:t>中。请在方框中各填一条指令。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357430"/>
            <a:ext cx="8229600" cy="435771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GATMAX</a:t>
            </a:r>
            <a:r>
              <a:rPr lang="zh-CN" altLang="en-US" dirty="0"/>
              <a:t>：</a:t>
            </a:r>
            <a:r>
              <a:rPr lang="en-US" altLang="zh-CN" dirty="0"/>
              <a:t>	</a:t>
            </a:r>
            <a:r>
              <a:rPr lang="en-US" dirty="0"/>
              <a:t>MOV  BX</a:t>
            </a:r>
            <a:r>
              <a:rPr lang="zh-CN" altLang="en-US" dirty="0"/>
              <a:t>，</a:t>
            </a:r>
            <a:r>
              <a:rPr lang="en-US" dirty="0"/>
              <a:t>2000H</a:t>
            </a:r>
            <a:endParaRPr lang="zh-CN" altLang="en-US" dirty="0"/>
          </a:p>
          <a:p>
            <a:pPr>
              <a:buNone/>
            </a:pPr>
            <a:r>
              <a:rPr lang="en-US" dirty="0"/>
              <a:t>			MOV  AL</a:t>
            </a:r>
            <a:r>
              <a:rPr lang="zh-CN" altLang="en-US" dirty="0"/>
              <a:t>，</a:t>
            </a:r>
            <a:r>
              <a:rPr lang="en-US" dirty="0"/>
              <a:t>[BX]</a:t>
            </a:r>
            <a:endParaRPr lang="zh-CN" altLang="en-US" dirty="0"/>
          </a:p>
          <a:p>
            <a:pPr>
              <a:buNone/>
            </a:pPr>
            <a:r>
              <a:rPr lang="en-US" dirty="0"/>
              <a:t>			MOV  CX</a:t>
            </a:r>
            <a:r>
              <a:rPr lang="zh-CN" altLang="en-US" dirty="0"/>
              <a:t>，</a:t>
            </a:r>
            <a:r>
              <a:rPr lang="en-US" dirty="0"/>
              <a:t>14H</a:t>
            </a:r>
            <a:endParaRPr lang="zh-CN" altLang="en-US" dirty="0"/>
          </a:p>
          <a:p>
            <a:pPr>
              <a:buNone/>
            </a:pPr>
            <a:r>
              <a:rPr lang="en-US" dirty="0"/>
              <a:t>	      P1</a:t>
            </a:r>
            <a:r>
              <a:rPr lang="zh-CN" altLang="en-US" dirty="0"/>
              <a:t>： </a:t>
            </a:r>
            <a:r>
              <a:rPr lang="en-US" altLang="zh-CN" dirty="0"/>
              <a:t>	</a:t>
            </a:r>
            <a:r>
              <a:rPr lang="en-US" altLang="zh-CN" u="sng" dirty="0"/>
              <a:t>___</a:t>
            </a:r>
            <a:r>
              <a:rPr lang="zh-CN" altLang="en-US" u="sng" dirty="0"/>
              <a:t> ① </a:t>
            </a:r>
            <a:r>
              <a:rPr lang="en-US" altLang="zh-CN" u="sng" dirty="0"/>
              <a:t>______</a:t>
            </a:r>
            <a:r>
              <a:rPr lang="zh-CN" altLang="en-US" u="sng" dirty="0"/>
              <a:t> </a:t>
            </a:r>
            <a:r>
              <a:rPr lang="en-US" altLang="zh-CN" u="sng" dirty="0"/>
              <a:t>INC</a:t>
            </a:r>
            <a:r>
              <a:rPr lang="zh-CN" altLang="en-US" u="sng" dirty="0"/>
              <a:t> </a:t>
            </a:r>
            <a:r>
              <a:rPr lang="en-US" altLang="zh-CN" u="sng" dirty="0"/>
              <a:t>BX</a:t>
            </a:r>
            <a:endParaRPr lang="zh-CN" altLang="en-US" u="sng" dirty="0"/>
          </a:p>
          <a:p>
            <a:pPr>
              <a:buNone/>
            </a:pPr>
            <a:r>
              <a:rPr lang="en-US" dirty="0"/>
              <a:t>			CMP  AL</a:t>
            </a:r>
            <a:r>
              <a:rPr lang="zh-CN" altLang="en-US" dirty="0"/>
              <a:t>，</a:t>
            </a:r>
            <a:r>
              <a:rPr lang="en-US" dirty="0"/>
              <a:t>[BX]</a:t>
            </a:r>
            <a:endParaRPr lang="zh-CN" altLang="en-US" dirty="0"/>
          </a:p>
          <a:p>
            <a:pPr>
              <a:buNone/>
            </a:pPr>
            <a:r>
              <a:rPr lang="en-US" dirty="0"/>
              <a:t>			JAE  P2 </a:t>
            </a:r>
            <a:endParaRPr lang="zh-CN" altLang="en-US" dirty="0"/>
          </a:p>
          <a:p>
            <a:pPr>
              <a:buNone/>
            </a:pPr>
            <a:r>
              <a:rPr lang="en-US" dirty="0"/>
              <a:t>			MOV  AL</a:t>
            </a:r>
            <a:r>
              <a:rPr lang="zh-CN" altLang="en-US" dirty="0"/>
              <a:t>，</a:t>
            </a:r>
            <a:r>
              <a:rPr lang="en-US" dirty="0"/>
              <a:t>[BX]</a:t>
            </a:r>
          </a:p>
          <a:p>
            <a:pPr>
              <a:buNone/>
            </a:pPr>
            <a:r>
              <a:rPr lang="en-US" dirty="0"/>
              <a:t>	      P2</a:t>
            </a:r>
            <a:r>
              <a:rPr lang="zh-CN" altLang="en-US" dirty="0"/>
              <a:t>： </a:t>
            </a:r>
            <a:r>
              <a:rPr lang="en-US" altLang="zh-CN" dirty="0"/>
              <a:t>	</a:t>
            </a:r>
            <a:r>
              <a:rPr lang="en-US" altLang="zh-CN" u="sng" dirty="0"/>
              <a:t>___</a:t>
            </a:r>
            <a:r>
              <a:rPr lang="zh-CN" altLang="en-US" u="sng" dirty="0"/>
              <a:t> </a:t>
            </a:r>
            <a:r>
              <a:rPr lang="zh-CN" altLang="en-US" dirty="0"/>
              <a:t>②</a:t>
            </a:r>
            <a:r>
              <a:rPr lang="zh-CN" altLang="en-US" u="sng" dirty="0"/>
              <a:t> </a:t>
            </a:r>
            <a:r>
              <a:rPr lang="en-US" altLang="zh-CN" u="sng" dirty="0"/>
              <a:t>_______DEC</a:t>
            </a:r>
            <a:r>
              <a:rPr lang="zh-CN" altLang="en-US" u="sng" dirty="0"/>
              <a:t> </a:t>
            </a:r>
            <a:r>
              <a:rPr lang="en-US" altLang="zh-CN" u="sng" dirty="0"/>
              <a:t>CX</a:t>
            </a:r>
            <a:endParaRPr lang="zh-CN" altLang="en-US" dirty="0"/>
          </a:p>
          <a:p>
            <a:pPr>
              <a:buNone/>
            </a:pPr>
            <a:r>
              <a:rPr lang="en-US" dirty="0"/>
              <a:t>			JNZ  P1</a:t>
            </a:r>
            <a:endParaRPr lang="zh-CN" altLang="en-US" dirty="0"/>
          </a:p>
          <a:p>
            <a:pPr>
              <a:buNone/>
            </a:pPr>
            <a:r>
              <a:rPr lang="en-US" dirty="0"/>
              <a:t>			MOV  BX</a:t>
            </a:r>
            <a:r>
              <a:rPr lang="zh-CN" altLang="en-US" dirty="0"/>
              <a:t>，</a:t>
            </a:r>
            <a:r>
              <a:rPr lang="en-US" dirty="0"/>
              <a:t>2000H</a:t>
            </a:r>
            <a:endParaRPr lang="zh-CN" altLang="en-US" dirty="0"/>
          </a:p>
          <a:p>
            <a:pPr>
              <a:buNone/>
            </a:pPr>
            <a:r>
              <a:rPr lang="en-US" dirty="0"/>
              <a:t>			MOV  [BX]</a:t>
            </a:r>
            <a:r>
              <a:rPr lang="zh-CN" altLang="en-US" dirty="0"/>
              <a:t>，</a:t>
            </a:r>
            <a:r>
              <a:rPr lang="en-US" dirty="0"/>
              <a:t>AL</a:t>
            </a:r>
            <a:endParaRPr lang="zh-CN" altLang="en-US" dirty="0"/>
          </a:p>
          <a:p>
            <a:pPr>
              <a:buNone/>
            </a:pPr>
            <a:r>
              <a:rPr lang="en-US" dirty="0"/>
              <a:t>			HLT</a:t>
            </a:r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285720" y="2071678"/>
            <a:ext cx="835824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64" y="357166"/>
            <a:ext cx="8715436" cy="2786082"/>
          </a:xfrm>
        </p:spPr>
        <p:txBody>
          <a:bodyPr>
            <a:noAutofit/>
          </a:bodyPr>
          <a:lstStyle/>
          <a:p>
            <a:pPr algn="l"/>
            <a:r>
              <a:rPr lang="en-US" altLang="zh-CN" sz="2400" dirty="0"/>
              <a:t>7. </a:t>
            </a:r>
            <a:r>
              <a:rPr lang="zh-CN" altLang="en-US" sz="2400" dirty="0"/>
              <a:t>设已定义数据段如下：</a:t>
            </a:r>
            <a:br>
              <a:rPr lang="en-US" altLang="zh-CN" sz="2400" dirty="0"/>
            </a:br>
            <a:r>
              <a:rPr lang="en-US" altLang="zh-CN" sz="2400" dirty="0"/>
              <a:t>	DATA SEGEMENT </a:t>
            </a:r>
            <a:br>
              <a:rPr lang="en-US" altLang="zh-CN" sz="2400" dirty="0"/>
            </a:br>
            <a:r>
              <a:rPr lang="en-US" altLang="zh-CN" sz="2400" dirty="0"/>
              <a:t>	DAX   DB   XXH</a:t>
            </a:r>
            <a:br>
              <a:rPr lang="en-US" altLang="zh-CN" sz="2400" dirty="0"/>
            </a:br>
            <a:r>
              <a:rPr lang="en-US" altLang="zh-CN" sz="2400" dirty="0"/>
              <a:t>	DAY    DB  ?</a:t>
            </a:r>
            <a:br>
              <a:rPr lang="en-US" altLang="zh-CN" sz="2400" dirty="0"/>
            </a:br>
            <a:r>
              <a:rPr lang="en-US" altLang="zh-CN" sz="2400" dirty="0"/>
              <a:t>	DATA ENDS</a:t>
            </a:r>
            <a:br>
              <a:rPr lang="en-US" altLang="zh-CN" sz="2400" dirty="0"/>
            </a:br>
            <a:r>
              <a:rPr lang="zh-CN" altLang="en-US" sz="2400" dirty="0"/>
              <a:t>下列程序段完成功能：判断变量</a:t>
            </a:r>
            <a:r>
              <a:rPr lang="en-US" altLang="zh-CN" sz="2400" dirty="0"/>
              <a:t>DAX</a:t>
            </a:r>
            <a:r>
              <a:rPr lang="zh-CN" altLang="en-US" sz="2400" dirty="0"/>
              <a:t>的值是否大于等于</a:t>
            </a:r>
            <a:r>
              <a:rPr lang="en-US" altLang="zh-CN" sz="2400" dirty="0"/>
              <a:t>0</a:t>
            </a:r>
            <a:r>
              <a:rPr lang="zh-CN" altLang="en-US" sz="2400" dirty="0"/>
              <a:t>。若大于等于</a:t>
            </a:r>
            <a:r>
              <a:rPr lang="en-US" altLang="zh-CN" sz="2400" dirty="0"/>
              <a:t>0</a:t>
            </a:r>
            <a:r>
              <a:rPr lang="zh-CN" altLang="en-US" sz="2400" dirty="0"/>
              <a:t>，则将</a:t>
            </a:r>
            <a:r>
              <a:rPr lang="en-US" altLang="zh-CN" sz="2400" dirty="0"/>
              <a:t>DAY</a:t>
            </a:r>
            <a:r>
              <a:rPr lang="zh-CN" altLang="en-US" sz="2400" dirty="0"/>
              <a:t>单元置为</a:t>
            </a:r>
            <a:r>
              <a:rPr lang="en-US" altLang="zh-CN" sz="2400" dirty="0"/>
              <a:t>0FFH</a:t>
            </a:r>
            <a:r>
              <a:rPr lang="zh-CN" altLang="en-US" sz="2400" dirty="0"/>
              <a:t>；否则将</a:t>
            </a:r>
            <a:r>
              <a:rPr lang="en-US" altLang="zh-CN" sz="2400" dirty="0"/>
              <a:t>DAY</a:t>
            </a:r>
            <a:r>
              <a:rPr lang="zh-CN" altLang="en-US" sz="2400" dirty="0"/>
              <a:t>单元的值置为</a:t>
            </a:r>
            <a:r>
              <a:rPr lang="en-US" altLang="zh-CN" sz="2400" dirty="0"/>
              <a:t>00H</a:t>
            </a:r>
            <a:r>
              <a:rPr lang="zh-CN" altLang="en-US" sz="2400" dirty="0"/>
              <a:t>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3571876"/>
            <a:ext cx="8229600" cy="2714644"/>
          </a:xfrm>
        </p:spPr>
        <p:txBody>
          <a:bodyPr>
            <a:normAutofit fontScale="77500" lnSpcReduction="20000"/>
          </a:bodyPr>
          <a:lstStyle/>
          <a:p>
            <a:pPr marL="342900" lvl="2" indent="-342900">
              <a:buNone/>
            </a:pPr>
            <a:r>
              <a:rPr lang="en-US" dirty="0"/>
              <a:t>		</a:t>
            </a:r>
            <a:r>
              <a:rPr lang="en-US" sz="3300" dirty="0"/>
              <a:t>MOV  </a:t>
            </a:r>
            <a:r>
              <a:rPr lang="en-US" altLang="zh-CN" sz="3300" dirty="0"/>
              <a:t>AL,   DAX</a:t>
            </a:r>
            <a:endParaRPr lang="zh-CN" altLang="en-US" sz="3300" dirty="0"/>
          </a:p>
          <a:p>
            <a:pPr>
              <a:buNone/>
            </a:pPr>
            <a:r>
              <a:rPr lang="en-US" dirty="0"/>
              <a:t>		CMP   AL</a:t>
            </a:r>
            <a:r>
              <a:rPr lang="zh-CN" altLang="en-US" dirty="0"/>
              <a:t>，</a:t>
            </a:r>
            <a:r>
              <a:rPr lang="en-US" dirty="0">
                <a:solidFill>
                  <a:srgbClr val="FF0000"/>
                </a:solidFill>
              </a:rPr>
              <a:t>[BX]</a:t>
            </a:r>
            <a:endParaRPr lang="zh-CN" alt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/>
              <a:t>		 </a:t>
            </a:r>
            <a:r>
              <a:rPr lang="en-US" altLang="zh-CN" u="sng" dirty="0"/>
              <a:t>___</a:t>
            </a:r>
            <a:r>
              <a:rPr lang="zh-CN" altLang="en-US" u="sng" dirty="0"/>
              <a:t> ① </a:t>
            </a:r>
            <a:r>
              <a:rPr lang="en-US" altLang="zh-CN" u="sng" dirty="0"/>
              <a:t>_______</a:t>
            </a:r>
            <a:endParaRPr lang="zh-CN" altLang="en-US" u="sng" dirty="0"/>
          </a:p>
          <a:p>
            <a:pPr>
              <a:buNone/>
            </a:pPr>
            <a:r>
              <a:rPr lang="en-US" dirty="0"/>
              <a:t>		MOV  AL</a:t>
            </a:r>
            <a:r>
              <a:rPr lang="zh-CN" altLang="en-US" dirty="0"/>
              <a:t>，</a:t>
            </a:r>
            <a:r>
              <a:rPr lang="en-US" dirty="0"/>
              <a:t>0</a:t>
            </a:r>
            <a:endParaRPr lang="zh-CN" altLang="en-US" dirty="0"/>
          </a:p>
          <a:p>
            <a:pPr>
              <a:buNone/>
            </a:pPr>
            <a:r>
              <a:rPr lang="en-US" dirty="0"/>
              <a:t>		</a:t>
            </a:r>
            <a:r>
              <a:rPr lang="en-US" altLang="zh-CN" u="sng" dirty="0"/>
              <a:t> ___</a:t>
            </a:r>
            <a:r>
              <a:rPr lang="zh-CN" altLang="en-US" u="sng" dirty="0"/>
              <a:t> </a:t>
            </a:r>
            <a:r>
              <a:rPr lang="zh-CN" altLang="en-US" dirty="0"/>
              <a:t>②</a:t>
            </a:r>
            <a:r>
              <a:rPr lang="zh-CN" altLang="en-US" u="sng" dirty="0"/>
              <a:t> </a:t>
            </a:r>
            <a:r>
              <a:rPr lang="en-US" altLang="zh-CN" u="sng" dirty="0"/>
              <a:t>_______ </a:t>
            </a:r>
          </a:p>
          <a:p>
            <a:pPr>
              <a:buNone/>
            </a:pPr>
            <a:r>
              <a:rPr lang="en-US" dirty="0"/>
              <a:t>GRE: 	MOV  AL</a:t>
            </a:r>
            <a:r>
              <a:rPr lang="zh-CN" altLang="en-US" dirty="0"/>
              <a:t>，</a:t>
            </a:r>
            <a:r>
              <a:rPr lang="en-US" dirty="0"/>
              <a:t>0FFH</a:t>
            </a:r>
          </a:p>
          <a:p>
            <a:pPr>
              <a:buNone/>
            </a:pPr>
            <a:r>
              <a:rPr lang="en-US" dirty="0"/>
              <a:t>LEE: 	MOV  DAY,  AL</a:t>
            </a:r>
            <a:r>
              <a:rPr lang="en-US" altLang="zh-CN" dirty="0"/>
              <a:t>	</a:t>
            </a:r>
            <a:r>
              <a:rPr lang="en-US" dirty="0"/>
              <a:t>	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357158" y="3286124"/>
            <a:ext cx="835824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F8F18-B3C6-7046-B40F-F465D148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/>
          <a:lstStyle/>
          <a:p>
            <a:r>
              <a:rPr kumimoji="1" lang="zh-CN" altLang="en-US" dirty="0"/>
              <a:t>模拟题</a:t>
            </a:r>
          </a:p>
        </p:txBody>
      </p:sp>
    </p:spTree>
    <p:extLst>
      <p:ext uri="{BB962C8B-B14F-4D97-AF65-F5344CB8AC3E}">
        <p14:creationId xmlns:p14="http://schemas.microsoft.com/office/powerpoint/2010/main" val="1567381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3110B39-0BAF-3442-8201-7857805E7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030"/>
            <a:ext cx="9144000" cy="61979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9FA9B5FE-D85E-2477-EB66-3ABEC31D9CD5}"/>
                  </a:ext>
                </a:extLst>
              </p14:cNvPr>
              <p14:cNvContentPartPr/>
              <p14:nvPr/>
            </p14:nvContentPartPr>
            <p14:xfrm>
              <a:off x="2534692" y="741108"/>
              <a:ext cx="409320" cy="3045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9FA9B5FE-D85E-2477-EB66-3ABEC31D9C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8572" y="734988"/>
                <a:ext cx="42156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D8DB4659-43B0-DA8A-54B8-94D76E0209D0}"/>
                  </a:ext>
                </a:extLst>
              </p14:cNvPr>
              <p14:cNvContentPartPr/>
              <p14:nvPr/>
            </p14:nvContentPartPr>
            <p14:xfrm>
              <a:off x="3616852" y="1979868"/>
              <a:ext cx="480600" cy="3744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D8DB4659-43B0-DA8A-54B8-94D76E0209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0732" y="1973748"/>
                <a:ext cx="49284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B0CB38C-3431-F249-50C3-E25712ABFC22}"/>
                  </a:ext>
                </a:extLst>
              </p14:cNvPr>
              <p14:cNvContentPartPr/>
              <p14:nvPr/>
            </p14:nvContentPartPr>
            <p14:xfrm>
              <a:off x="2303212" y="2770788"/>
              <a:ext cx="392400" cy="27144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B0CB38C-3431-F249-50C3-E25712ABFC2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97092" y="2764668"/>
                <a:ext cx="40464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6BAF304B-2488-CA15-2F9C-863E845F305E}"/>
                  </a:ext>
                </a:extLst>
              </p14:cNvPr>
              <p14:cNvContentPartPr/>
              <p14:nvPr/>
            </p14:nvContentPartPr>
            <p14:xfrm>
              <a:off x="4786132" y="3789588"/>
              <a:ext cx="202320" cy="23616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6BAF304B-2488-CA15-2F9C-863E845F305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80012" y="3783468"/>
                <a:ext cx="2145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38AF7936-66DC-CDF6-6F77-A82E8C2279C6}"/>
                  </a:ext>
                </a:extLst>
              </p14:cNvPr>
              <p14:cNvContentPartPr/>
              <p14:nvPr/>
            </p14:nvContentPartPr>
            <p14:xfrm>
              <a:off x="173452" y="4501668"/>
              <a:ext cx="325800" cy="28620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38AF7936-66DC-CDF6-6F77-A82E8C2279C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7332" y="4495548"/>
                <a:ext cx="33804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7F1815C7-CD1D-0FB1-C621-A92BDEDA3BB5}"/>
                  </a:ext>
                </a:extLst>
              </p14:cNvPr>
              <p14:cNvContentPartPr/>
              <p14:nvPr/>
            </p14:nvContentPartPr>
            <p14:xfrm>
              <a:off x="3205732" y="5565108"/>
              <a:ext cx="311040" cy="25416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7F1815C7-CD1D-0FB1-C621-A92BDEDA3BB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99612" y="5558988"/>
                <a:ext cx="32328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427DBB7B-CA31-9803-126C-12B72A219D28}"/>
                  </a:ext>
                </a:extLst>
              </p14:cNvPr>
              <p14:cNvContentPartPr/>
              <p14:nvPr/>
            </p14:nvContentPartPr>
            <p14:xfrm>
              <a:off x="114412" y="4889028"/>
              <a:ext cx="165240" cy="18756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427DBB7B-CA31-9803-126C-12B72A219D2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8292" y="4882908"/>
                <a:ext cx="17748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CD74B711-79F6-710C-B223-1934B716FF4F}"/>
                  </a:ext>
                </a:extLst>
              </p14:cNvPr>
              <p14:cNvContentPartPr/>
              <p14:nvPr/>
            </p14:nvContentPartPr>
            <p14:xfrm>
              <a:off x="191092" y="6061548"/>
              <a:ext cx="485280" cy="46296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CD74B711-79F6-710C-B223-1934B716FF4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4972" y="6055428"/>
                <a:ext cx="497520" cy="47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400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E1E72F0-0C1E-5D49-8E4A-3D1E75871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656"/>
            <a:ext cx="9144000" cy="431538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FC6C06D-34C8-AF4E-AAC0-12E5E87B0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4731910"/>
            <a:ext cx="7416378" cy="17934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D91F8D20-DAC4-AB84-A02F-8C4947ECADDC}"/>
                  </a:ext>
                </a:extLst>
              </p14:cNvPr>
              <p14:cNvContentPartPr/>
              <p14:nvPr/>
            </p14:nvContentPartPr>
            <p14:xfrm>
              <a:off x="7968892" y="2204868"/>
              <a:ext cx="360" cy="3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D91F8D20-DAC4-AB84-A02F-8C4947ECAD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62772" y="21987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7A1FF67-8130-6B20-055F-EDCA4A233895}"/>
                  </a:ext>
                </a:extLst>
              </p14:cNvPr>
              <p14:cNvContentPartPr/>
              <p14:nvPr/>
            </p14:nvContentPartPr>
            <p14:xfrm>
              <a:off x="1776532" y="627348"/>
              <a:ext cx="313200" cy="4809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7A1FF67-8130-6B20-055F-EDCA4A2338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70412" y="621228"/>
                <a:ext cx="32544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02E747BC-82B0-9FD2-6A31-7F82605F38DA}"/>
                  </a:ext>
                </a:extLst>
              </p14:cNvPr>
              <p14:cNvContentPartPr/>
              <p14:nvPr/>
            </p14:nvContentPartPr>
            <p14:xfrm>
              <a:off x="1799572" y="1382268"/>
              <a:ext cx="273960" cy="3855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02E747BC-82B0-9FD2-6A31-7F82605F38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93452" y="1376148"/>
                <a:ext cx="28620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10B9692A-1FEA-46EB-E279-53793645BB98}"/>
                  </a:ext>
                </a:extLst>
              </p14:cNvPr>
              <p14:cNvContentPartPr/>
              <p14:nvPr/>
            </p14:nvContentPartPr>
            <p14:xfrm>
              <a:off x="3993052" y="2457948"/>
              <a:ext cx="235800" cy="31464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10B9692A-1FEA-46EB-E279-53793645BB9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86932" y="2451828"/>
                <a:ext cx="24804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3EC0866B-D791-3658-CDBC-89B400E21D8C}"/>
                  </a:ext>
                </a:extLst>
              </p14:cNvPr>
              <p14:cNvContentPartPr/>
              <p14:nvPr/>
            </p14:nvContentPartPr>
            <p14:xfrm>
              <a:off x="399172" y="2812548"/>
              <a:ext cx="360" cy="36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3EC0866B-D791-3658-CDBC-89B400E21D8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052" y="28064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D281B9E5-DC17-DD7B-ED96-5C096601E91F}"/>
                  </a:ext>
                </a:extLst>
              </p14:cNvPr>
              <p14:cNvContentPartPr/>
              <p14:nvPr/>
            </p14:nvContentPartPr>
            <p14:xfrm>
              <a:off x="2824132" y="2465148"/>
              <a:ext cx="146160" cy="24264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D281B9E5-DC17-DD7B-ED96-5C096601E91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18012" y="2459028"/>
                <a:ext cx="1584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4031C959-74E4-5F3A-2706-D2B0989A8014}"/>
                  </a:ext>
                </a:extLst>
              </p14:cNvPr>
              <p14:cNvContentPartPr/>
              <p14:nvPr/>
            </p14:nvContentPartPr>
            <p14:xfrm>
              <a:off x="2997652" y="2783388"/>
              <a:ext cx="360" cy="3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4031C959-74E4-5F3A-2706-D2B0989A80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91532" y="27772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3B54CD36-AD43-C39A-E026-C99E971EC7DA}"/>
                  </a:ext>
                </a:extLst>
              </p14:cNvPr>
              <p14:cNvContentPartPr/>
              <p14:nvPr/>
            </p14:nvContentPartPr>
            <p14:xfrm>
              <a:off x="3616852" y="3320148"/>
              <a:ext cx="296280" cy="22680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3B54CD36-AD43-C39A-E026-C99E971EC7D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10732" y="3314028"/>
                <a:ext cx="30852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386DCABD-1ED6-1F3C-1EA3-2752A74D227F}"/>
                  </a:ext>
                </a:extLst>
              </p14:cNvPr>
              <p14:cNvContentPartPr/>
              <p14:nvPr/>
            </p14:nvContentPartPr>
            <p14:xfrm>
              <a:off x="-13388" y="2823348"/>
              <a:ext cx="413280" cy="37908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386DCABD-1ED6-1F3C-1EA3-2752A74D227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-19508" y="2817228"/>
                <a:ext cx="42552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2828E3B0-CF34-E954-C434-9A2537B98B90}"/>
                  </a:ext>
                </a:extLst>
              </p14:cNvPr>
              <p14:cNvContentPartPr/>
              <p14:nvPr/>
            </p14:nvContentPartPr>
            <p14:xfrm>
              <a:off x="6105172" y="4258668"/>
              <a:ext cx="292320" cy="32508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2828E3B0-CF34-E954-C434-9A2537B98B9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99052" y="4252548"/>
                <a:ext cx="30456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7EC86F41-E849-D3DB-D526-95857BD13452}"/>
                  </a:ext>
                </a:extLst>
              </p14:cNvPr>
              <p14:cNvContentPartPr/>
              <p14:nvPr/>
            </p14:nvContentPartPr>
            <p14:xfrm>
              <a:off x="28732" y="5370708"/>
              <a:ext cx="443880" cy="40572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7EC86F41-E849-D3DB-D526-95857BD1345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612" y="5364588"/>
                <a:ext cx="456120" cy="4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57762505-16E0-D17E-6406-B7C02B994501}"/>
                  </a:ext>
                </a:extLst>
              </p14:cNvPr>
              <p14:cNvContentPartPr/>
              <p14:nvPr/>
            </p14:nvContentPartPr>
            <p14:xfrm>
              <a:off x="6493252" y="6143988"/>
              <a:ext cx="254520" cy="30348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57762505-16E0-D17E-6406-B7C02B99450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87132" y="6137868"/>
                <a:ext cx="26676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72D8A801-68FB-D6C6-C74C-6114A0AC7F77}"/>
                  </a:ext>
                </a:extLst>
              </p14:cNvPr>
              <p14:cNvContentPartPr/>
              <p14:nvPr/>
            </p14:nvContentPartPr>
            <p14:xfrm>
              <a:off x="3657532" y="3327708"/>
              <a:ext cx="310320" cy="27972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72D8A801-68FB-D6C6-C74C-6114A0AC7F7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51412" y="3321588"/>
                <a:ext cx="32256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1281D52B-997D-F960-58F0-67094CB70863}"/>
                  </a:ext>
                </a:extLst>
              </p14:cNvPr>
              <p14:cNvContentPartPr/>
              <p14:nvPr/>
            </p14:nvContentPartPr>
            <p14:xfrm>
              <a:off x="98212" y="3635508"/>
              <a:ext cx="304200" cy="22392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1281D52B-997D-F960-58F0-67094CB7086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2092" y="3629388"/>
                <a:ext cx="31644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EEC1BF55-DC42-E7E4-6B87-3C8E9C4112A6}"/>
                  </a:ext>
                </a:extLst>
              </p14:cNvPr>
              <p14:cNvContentPartPr/>
              <p14:nvPr/>
            </p14:nvContentPartPr>
            <p14:xfrm>
              <a:off x="9861412" y="1429068"/>
              <a:ext cx="360" cy="36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EEC1BF55-DC42-E7E4-6B87-3C8E9C4112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55292" y="14229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63B78793-F1BC-56A8-C422-0821A148FDB5}"/>
                  </a:ext>
                </a:extLst>
              </p14:cNvPr>
              <p14:cNvContentPartPr/>
              <p14:nvPr/>
            </p14:nvContentPartPr>
            <p14:xfrm>
              <a:off x="8727412" y="6082428"/>
              <a:ext cx="360" cy="36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63B78793-F1BC-56A8-C422-0821A148FD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21292" y="607630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E85860EB-69C0-9484-449E-C41C35C31DEE}"/>
                  </a:ext>
                </a:extLst>
              </p14:cNvPr>
              <p14:cNvContentPartPr/>
              <p14:nvPr/>
            </p14:nvContentPartPr>
            <p14:xfrm>
              <a:off x="-659948" y="4201428"/>
              <a:ext cx="360" cy="36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E85860EB-69C0-9484-449E-C41C35C31D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666068" y="419530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979ABB07-26EB-3691-7182-ACF5168392A9}"/>
                  </a:ext>
                </a:extLst>
              </p14:cNvPr>
              <p14:cNvContentPartPr/>
              <p14:nvPr/>
            </p14:nvContentPartPr>
            <p14:xfrm>
              <a:off x="-538628" y="4786068"/>
              <a:ext cx="360" cy="36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979ABB07-26EB-3691-7182-ACF5168392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544748" y="477994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5353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A73FF5A-DAEE-FD4E-B968-4EE7EEB7D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642"/>
            <a:ext cx="9144000" cy="62387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111F530-E19D-26A9-5F62-C5BAF44AC850}"/>
                  </a:ext>
                </a:extLst>
              </p14:cNvPr>
              <p14:cNvContentPartPr/>
              <p14:nvPr/>
            </p14:nvContentPartPr>
            <p14:xfrm>
              <a:off x="8408812" y="2216388"/>
              <a:ext cx="360" cy="3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111F530-E19D-26A9-5F62-C5BAF44AC8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02692" y="22102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4BB2CB0E-108D-4094-A7F1-241DE199E3EF}"/>
                  </a:ext>
                </a:extLst>
              </p14:cNvPr>
              <p14:cNvContentPartPr/>
              <p14:nvPr/>
            </p14:nvContentPartPr>
            <p14:xfrm>
              <a:off x="9716692" y="1215228"/>
              <a:ext cx="360" cy="3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4BB2CB0E-108D-4094-A7F1-241DE199E3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10572" y="120910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E26F37A5-8A45-C4E5-7427-FACE18C6402D}"/>
                  </a:ext>
                </a:extLst>
              </p14:cNvPr>
              <p14:cNvContentPartPr/>
              <p14:nvPr/>
            </p14:nvContentPartPr>
            <p14:xfrm>
              <a:off x="6313612" y="623748"/>
              <a:ext cx="321840" cy="3553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E26F37A5-8A45-C4E5-7427-FACE18C640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07492" y="617628"/>
                <a:ext cx="33408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2C3F1D31-9D1D-E2A3-2F28-91249EFB9B4E}"/>
                  </a:ext>
                </a:extLst>
              </p14:cNvPr>
              <p14:cNvContentPartPr/>
              <p14:nvPr/>
            </p14:nvContentPartPr>
            <p14:xfrm>
              <a:off x="167692" y="1207668"/>
              <a:ext cx="461520" cy="41652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2C3F1D31-9D1D-E2A3-2F28-91249EFB9B4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1572" y="1201548"/>
                <a:ext cx="473760" cy="42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83E99DE6-94B1-2474-902A-5953A7E0A5F1}"/>
                  </a:ext>
                </a:extLst>
              </p14:cNvPr>
              <p14:cNvContentPartPr/>
              <p14:nvPr/>
            </p14:nvContentPartPr>
            <p14:xfrm>
              <a:off x="1388812" y="1892388"/>
              <a:ext cx="360" cy="3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83E99DE6-94B1-2474-902A-5953A7E0A5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2692" y="18862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9FA6991F-33D6-F74C-568E-B8964D458A53}"/>
                  </a:ext>
                </a:extLst>
              </p14:cNvPr>
              <p14:cNvContentPartPr/>
              <p14:nvPr/>
            </p14:nvContentPartPr>
            <p14:xfrm>
              <a:off x="3489772" y="2329068"/>
              <a:ext cx="367560" cy="36396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9FA6991F-33D6-F74C-568E-B8964D458A5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83652" y="2322948"/>
                <a:ext cx="37980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86F9A4DF-7E9B-215E-4949-DDAE8960A0C8}"/>
                  </a:ext>
                </a:extLst>
              </p14:cNvPr>
              <p14:cNvContentPartPr/>
              <p14:nvPr/>
            </p14:nvContentPartPr>
            <p14:xfrm>
              <a:off x="62212" y="1694748"/>
              <a:ext cx="355320" cy="34956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86F9A4DF-7E9B-215E-4949-DDAE8960A0C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6092" y="1688628"/>
                <a:ext cx="36756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368DB2E0-DAF2-FD2D-70E1-44702BDF868C}"/>
                  </a:ext>
                </a:extLst>
              </p14:cNvPr>
              <p14:cNvContentPartPr/>
              <p14:nvPr/>
            </p14:nvContentPartPr>
            <p14:xfrm>
              <a:off x="647932" y="2980308"/>
              <a:ext cx="192240" cy="1188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368DB2E0-DAF2-FD2D-70E1-44702BDF868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1812" y="2974188"/>
                <a:ext cx="2044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7D3F26B3-522F-D6B7-FF0B-0654BD5ED262}"/>
                  </a:ext>
                </a:extLst>
              </p14:cNvPr>
              <p14:cNvContentPartPr/>
              <p14:nvPr/>
            </p14:nvContentPartPr>
            <p14:xfrm>
              <a:off x="6441052" y="2713548"/>
              <a:ext cx="203040" cy="22176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7D3F26B3-522F-D6B7-FF0B-0654BD5ED26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434932" y="2707428"/>
                <a:ext cx="215280" cy="23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E10C914E-1A00-9682-3065-07B64C14CAC7}"/>
              </a:ext>
            </a:extLst>
          </p:cNvPr>
          <p:cNvGrpSpPr/>
          <p:nvPr/>
        </p:nvGrpSpPr>
        <p:grpSpPr>
          <a:xfrm>
            <a:off x="6689452" y="2637948"/>
            <a:ext cx="235800" cy="148320"/>
            <a:chOff x="6689452" y="2637948"/>
            <a:chExt cx="235800" cy="14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B8069A68-CA4F-13C4-5188-04A4B5BF76ED}"/>
                    </a:ext>
                  </a:extLst>
                </p14:cNvPr>
                <p14:cNvContentPartPr/>
                <p14:nvPr/>
              </p14:nvContentPartPr>
              <p14:xfrm>
                <a:off x="6689452" y="2637948"/>
                <a:ext cx="50400" cy="8676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B8069A68-CA4F-13C4-5188-04A4B5BF76E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83332" y="2631828"/>
                  <a:ext cx="626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E669497F-2C7D-66A5-2401-4F3CCF7E9AC9}"/>
                    </a:ext>
                  </a:extLst>
                </p14:cNvPr>
                <p14:cNvContentPartPr/>
                <p14:nvPr/>
              </p14:nvContentPartPr>
              <p14:xfrm>
                <a:off x="6806452" y="2650188"/>
                <a:ext cx="118800" cy="13608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E669497F-2C7D-66A5-2401-4F3CCF7E9AC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00332" y="2644068"/>
                  <a:ext cx="13104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A2D9756-D6E8-8407-A982-681A7657C81A}"/>
              </a:ext>
            </a:extLst>
          </p:cNvPr>
          <p:cNvGrpSpPr/>
          <p:nvPr/>
        </p:nvGrpSpPr>
        <p:grpSpPr>
          <a:xfrm>
            <a:off x="7037212" y="2974548"/>
            <a:ext cx="360" cy="360"/>
            <a:chOff x="7037212" y="2974548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3590DE14-A1F0-95CB-B960-777E63005C01}"/>
                    </a:ext>
                  </a:extLst>
                </p14:cNvPr>
                <p14:cNvContentPartPr/>
                <p14:nvPr/>
              </p14:nvContentPartPr>
              <p14:xfrm>
                <a:off x="7037212" y="2974548"/>
                <a:ext cx="360" cy="36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3590DE14-A1F0-95CB-B960-777E63005C0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31092" y="29684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26D27C2F-133C-111B-B7CA-8AFD6B67A6D7}"/>
                    </a:ext>
                  </a:extLst>
                </p14:cNvPr>
                <p14:cNvContentPartPr/>
                <p14:nvPr/>
              </p14:nvContentPartPr>
              <p14:xfrm>
                <a:off x="7037212" y="2974548"/>
                <a:ext cx="360" cy="36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26D27C2F-133C-111B-B7CA-8AFD6B67A6D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31092" y="29684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8F745D57-3188-9856-B054-6E28AA62E6A8}"/>
                    </a:ext>
                  </a:extLst>
                </p14:cNvPr>
                <p14:cNvContentPartPr/>
                <p14:nvPr/>
              </p14:nvContentPartPr>
              <p14:xfrm>
                <a:off x="7037212" y="2974548"/>
                <a:ext cx="360" cy="36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8F745D57-3188-9856-B054-6E28AA62E6A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31092" y="29684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F00D5C93-D473-976F-C3E7-A9397E64FF60}"/>
                    </a:ext>
                  </a:extLst>
                </p14:cNvPr>
                <p14:cNvContentPartPr/>
                <p14:nvPr/>
              </p14:nvContentPartPr>
              <p14:xfrm>
                <a:off x="7037212" y="2974548"/>
                <a:ext cx="360" cy="36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F00D5C93-D473-976F-C3E7-A9397E64FF6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31092" y="29684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98797EF9-383C-FEA2-BCDE-60CD2A4A8B2E}"/>
                  </a:ext>
                </a:extLst>
              </p14:cNvPr>
              <p14:cNvContentPartPr/>
              <p14:nvPr/>
            </p14:nvContentPartPr>
            <p14:xfrm>
              <a:off x="3483652" y="3103428"/>
              <a:ext cx="367920" cy="28548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98797EF9-383C-FEA2-BCDE-60CD2A4A8B2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477532" y="3097308"/>
                <a:ext cx="38016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D75C1EAC-F7D0-FD60-6FCD-6622FA845E2B}"/>
                  </a:ext>
                </a:extLst>
              </p14:cNvPr>
              <p14:cNvContentPartPr/>
              <p14:nvPr/>
            </p14:nvContentPartPr>
            <p14:xfrm>
              <a:off x="3472132" y="3820908"/>
              <a:ext cx="402480" cy="24768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D75C1EAC-F7D0-FD60-6FCD-6622FA845E2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466012" y="3814788"/>
                <a:ext cx="41472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90F4F179-A76C-7814-E0B0-92269C73314D}"/>
                  </a:ext>
                </a:extLst>
              </p14:cNvPr>
              <p14:cNvContentPartPr/>
              <p14:nvPr/>
            </p14:nvContentPartPr>
            <p14:xfrm>
              <a:off x="1898212" y="4368828"/>
              <a:ext cx="1521000" cy="7560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90F4F179-A76C-7814-E0B0-92269C73314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892092" y="4362708"/>
                <a:ext cx="153324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CF08A36B-554D-81E6-8CCB-1105FC73FFE2}"/>
                  </a:ext>
                </a:extLst>
              </p14:cNvPr>
              <p14:cNvContentPartPr/>
              <p14:nvPr/>
            </p14:nvContentPartPr>
            <p14:xfrm>
              <a:off x="3240652" y="4645308"/>
              <a:ext cx="335880" cy="17604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CF08A36B-554D-81E6-8CCB-1105FC73FFE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234532" y="4639188"/>
                <a:ext cx="34812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B3134D13-2D83-6678-42B0-E20579B58FD6}"/>
                  </a:ext>
                </a:extLst>
              </p14:cNvPr>
              <p14:cNvContentPartPr/>
              <p14:nvPr/>
            </p14:nvContentPartPr>
            <p14:xfrm>
              <a:off x="5231452" y="4716588"/>
              <a:ext cx="360" cy="36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B3134D13-2D83-6678-42B0-E20579B58F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25332" y="47104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F4853BDD-6350-5B0A-68B1-C30308D01471}"/>
                  </a:ext>
                </a:extLst>
              </p14:cNvPr>
              <p14:cNvContentPartPr/>
              <p14:nvPr/>
            </p14:nvContentPartPr>
            <p14:xfrm>
              <a:off x="138892" y="5168748"/>
              <a:ext cx="372600" cy="30924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F4853BDD-6350-5B0A-68B1-C30308D0147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32772" y="5162628"/>
                <a:ext cx="38484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7B67E33F-AEE2-4840-474E-9F7C8226C8FD}"/>
                  </a:ext>
                </a:extLst>
              </p14:cNvPr>
              <p14:cNvContentPartPr/>
              <p14:nvPr/>
            </p14:nvContentPartPr>
            <p14:xfrm>
              <a:off x="5029132" y="5810268"/>
              <a:ext cx="360" cy="36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7B67E33F-AEE2-4840-474E-9F7C8226C8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23012" y="58041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985DC8EB-CC12-6D13-4346-CB22BF533AD7}"/>
                  </a:ext>
                </a:extLst>
              </p14:cNvPr>
              <p14:cNvContentPartPr/>
              <p14:nvPr/>
            </p14:nvContentPartPr>
            <p14:xfrm>
              <a:off x="5457172" y="5798748"/>
              <a:ext cx="360" cy="36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985DC8EB-CC12-6D13-4346-CB22BF533A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1052" y="579262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04E4B41F-14A6-DBEE-9667-4060F32CDB32}"/>
                  </a:ext>
                </a:extLst>
              </p14:cNvPr>
              <p14:cNvContentPartPr/>
              <p14:nvPr/>
            </p14:nvContentPartPr>
            <p14:xfrm>
              <a:off x="179212" y="5714868"/>
              <a:ext cx="515880" cy="428040"/>
            </p14:xfrm>
          </p:contentPart>
        </mc:Choice>
        <mc:Fallback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04E4B41F-14A6-DBEE-9667-4060F32CDB3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73092" y="5708748"/>
                <a:ext cx="52812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BF7A8E49-05D6-544E-F568-75FE5AFEC758}"/>
                  </a:ext>
                </a:extLst>
              </p14:cNvPr>
              <p14:cNvContentPartPr/>
              <p14:nvPr/>
            </p14:nvContentPartPr>
            <p14:xfrm>
              <a:off x="3564652" y="2378388"/>
              <a:ext cx="351000" cy="36324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BF7A8E49-05D6-544E-F568-75FE5AFEC75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58532" y="2372268"/>
                <a:ext cx="36324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0DB5AA81-AD40-AEAA-B2DD-249FBA44AE28}"/>
                  </a:ext>
                </a:extLst>
              </p14:cNvPr>
              <p14:cNvContentPartPr/>
              <p14:nvPr/>
            </p14:nvContentPartPr>
            <p14:xfrm>
              <a:off x="1689772" y="2335908"/>
              <a:ext cx="548280" cy="424080"/>
            </p14:xfrm>
          </p:contentPart>
        </mc:Choice>
        <mc:Fallback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0DB5AA81-AD40-AEAA-B2DD-249FBA44AE2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683652" y="2329788"/>
                <a:ext cx="560520" cy="43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4180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CCB6D06-E41F-E944-BF96-280D76E6C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696"/>
            <a:ext cx="9144000" cy="526337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38F5C6B-6DA6-7849-F10C-E9355405453E}"/>
              </a:ext>
            </a:extLst>
          </p:cNvPr>
          <p:cNvSpPr/>
          <p:nvPr/>
        </p:nvSpPr>
        <p:spPr>
          <a:xfrm>
            <a:off x="3707904" y="692696"/>
            <a:ext cx="1224136" cy="288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403D0D-EA38-5604-880D-051D9C01E427}"/>
              </a:ext>
            </a:extLst>
          </p:cNvPr>
          <p:cNvSpPr/>
          <p:nvPr/>
        </p:nvSpPr>
        <p:spPr>
          <a:xfrm>
            <a:off x="8172400" y="4725144"/>
            <a:ext cx="792088" cy="288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F5BF576-E9E8-6FA0-A6A7-AB83B80F9BE8}"/>
                  </a:ext>
                </a:extLst>
              </p14:cNvPr>
              <p14:cNvContentPartPr/>
              <p14:nvPr/>
            </p14:nvContentPartPr>
            <p14:xfrm>
              <a:off x="3420292" y="3555948"/>
              <a:ext cx="504360" cy="58644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F5BF576-E9E8-6FA0-A6A7-AB83B80F9B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4172" y="3549828"/>
                <a:ext cx="516600" cy="59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DAE5B410-AC75-205C-7F44-DA687371FF44}"/>
                  </a:ext>
                </a:extLst>
              </p14:cNvPr>
              <p14:cNvContentPartPr/>
              <p14:nvPr/>
            </p14:nvContentPartPr>
            <p14:xfrm>
              <a:off x="6168892" y="4392228"/>
              <a:ext cx="269280" cy="237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DAE5B410-AC75-205C-7F44-DA687371FF4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62772" y="4386108"/>
                <a:ext cx="281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47DDE972-6B90-6E65-A795-B128AAA8FE1E}"/>
                  </a:ext>
                </a:extLst>
              </p14:cNvPr>
              <p14:cNvContentPartPr/>
              <p14:nvPr/>
            </p14:nvContentPartPr>
            <p14:xfrm>
              <a:off x="3477892" y="4541628"/>
              <a:ext cx="312120" cy="31032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47DDE972-6B90-6E65-A795-B128AAA8FE1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71772" y="4535508"/>
                <a:ext cx="32436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8F1BAEA3-61EB-3678-23F0-9D5BB4C03F91}"/>
                  </a:ext>
                </a:extLst>
              </p14:cNvPr>
              <p14:cNvContentPartPr/>
              <p14:nvPr/>
            </p14:nvContentPartPr>
            <p14:xfrm>
              <a:off x="9178492" y="2309268"/>
              <a:ext cx="1440" cy="36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8F1BAEA3-61EB-3678-23F0-9D5BB4C03F9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72372" y="2303148"/>
                <a:ext cx="136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CA3A3532-E73A-2D0F-BFFA-D41AB5A007AA}"/>
                  </a:ext>
                </a:extLst>
              </p14:cNvPr>
              <p14:cNvContentPartPr/>
              <p14:nvPr/>
            </p14:nvContentPartPr>
            <p14:xfrm>
              <a:off x="3889012" y="5342988"/>
              <a:ext cx="517320" cy="23580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CA3A3532-E73A-2D0F-BFFA-D41AB5A007A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82892" y="5336868"/>
                <a:ext cx="5295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435B3127-39B3-3683-A16B-58A0DB2F7413}"/>
                  </a:ext>
                </a:extLst>
              </p14:cNvPr>
              <p14:cNvContentPartPr/>
              <p14:nvPr/>
            </p14:nvContentPartPr>
            <p14:xfrm>
              <a:off x="3582292" y="4612548"/>
              <a:ext cx="274680" cy="21240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435B3127-39B3-3683-A16B-58A0DB2F741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576172" y="4606428"/>
                <a:ext cx="28692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5C04ED23-0685-75BB-F7D3-5D556B56BBF1}"/>
                  </a:ext>
                </a:extLst>
              </p14:cNvPr>
              <p14:cNvContentPartPr/>
              <p14:nvPr/>
            </p14:nvContentPartPr>
            <p14:xfrm>
              <a:off x="5196892" y="4413468"/>
              <a:ext cx="424800" cy="41508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5C04ED23-0685-75BB-F7D3-5D556B56BBF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190772" y="4407348"/>
                <a:ext cx="437040" cy="42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933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00A86FA-7C88-5A46-AA5F-CA1F17C7E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0749"/>
            <a:ext cx="9144000" cy="471650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AB828DE-92C4-DDEB-8E3C-F98E76EF607F}"/>
              </a:ext>
            </a:extLst>
          </p:cNvPr>
          <p:cNvSpPr/>
          <p:nvPr/>
        </p:nvSpPr>
        <p:spPr>
          <a:xfrm>
            <a:off x="1043608" y="3439233"/>
            <a:ext cx="595590" cy="288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XOR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B51716-4CEB-C9B8-B420-AD8CDE846245}"/>
              </a:ext>
            </a:extLst>
          </p:cNvPr>
          <p:cNvSpPr/>
          <p:nvPr/>
        </p:nvSpPr>
        <p:spPr>
          <a:xfrm>
            <a:off x="1547664" y="3739733"/>
            <a:ext cx="504056" cy="288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CX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0501D6-0B49-5ABC-2236-61E16DA18854}"/>
              </a:ext>
            </a:extLst>
          </p:cNvPr>
          <p:cNvSpPr/>
          <p:nvPr/>
        </p:nvSpPr>
        <p:spPr>
          <a:xfrm>
            <a:off x="2040696" y="4149080"/>
            <a:ext cx="504056" cy="288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CX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BC0F0A-DFB1-A00C-D742-23618CA707AC}"/>
              </a:ext>
            </a:extLst>
          </p:cNvPr>
          <p:cNvSpPr/>
          <p:nvPr/>
        </p:nvSpPr>
        <p:spPr>
          <a:xfrm>
            <a:off x="1043608" y="4437112"/>
            <a:ext cx="648072" cy="288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Loop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074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3F49C4A-6959-4D46-91B7-30E643FE4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1717"/>
            <a:ext cx="9144000" cy="3574565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5CA90B26-D25A-C666-382E-43F858FFCD55}"/>
              </a:ext>
            </a:extLst>
          </p:cNvPr>
          <p:cNvGrpSpPr/>
          <p:nvPr/>
        </p:nvGrpSpPr>
        <p:grpSpPr>
          <a:xfrm>
            <a:off x="1383052" y="2284428"/>
            <a:ext cx="331920" cy="146520"/>
            <a:chOff x="1383052" y="2284428"/>
            <a:chExt cx="331920" cy="14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1BE04EC4-7BB0-4CED-A0FB-9BA27A1DC03C}"/>
                    </a:ext>
                  </a:extLst>
                </p14:cNvPr>
                <p14:cNvContentPartPr/>
                <p14:nvPr/>
              </p14:nvContentPartPr>
              <p14:xfrm>
                <a:off x="1383052" y="2284428"/>
                <a:ext cx="87480" cy="13752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1BE04EC4-7BB0-4CED-A0FB-9BA27A1DC03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76932" y="2278308"/>
                  <a:ext cx="997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275A54D9-B016-697B-67BE-0BA24BCE4CA5}"/>
                    </a:ext>
                  </a:extLst>
                </p14:cNvPr>
                <p14:cNvContentPartPr/>
                <p14:nvPr/>
              </p14:nvContentPartPr>
              <p14:xfrm>
                <a:off x="1515892" y="2285148"/>
                <a:ext cx="65160" cy="12240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275A54D9-B016-697B-67BE-0BA24BCE4CA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09772" y="2279028"/>
                  <a:ext cx="77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29B59234-4999-508A-6D55-1C5B5E4C552D}"/>
                    </a:ext>
                  </a:extLst>
                </p14:cNvPr>
                <p14:cNvContentPartPr/>
                <p14:nvPr/>
              </p14:nvContentPartPr>
              <p14:xfrm>
                <a:off x="1653772" y="2308908"/>
                <a:ext cx="61200" cy="12204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29B59234-4999-508A-6D55-1C5B5E4C552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47652" y="2302788"/>
                  <a:ext cx="73440" cy="13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32D42066-7BC9-E944-B30D-DF14AA96144E}"/>
                  </a:ext>
                </a:extLst>
              </p14:cNvPr>
              <p14:cNvContentPartPr/>
              <p14:nvPr/>
            </p14:nvContentPartPr>
            <p14:xfrm>
              <a:off x="1810372" y="2275068"/>
              <a:ext cx="100800" cy="13860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32D42066-7BC9-E944-B30D-DF14AA96144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04252" y="2268948"/>
                <a:ext cx="113040" cy="15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3114D01A-318C-E1AF-A7DD-D3B313AE0AFD}"/>
              </a:ext>
            </a:extLst>
          </p:cNvPr>
          <p:cNvGrpSpPr/>
          <p:nvPr/>
        </p:nvGrpSpPr>
        <p:grpSpPr>
          <a:xfrm>
            <a:off x="2042572" y="2274348"/>
            <a:ext cx="139320" cy="202320"/>
            <a:chOff x="2042572" y="2274348"/>
            <a:chExt cx="139320" cy="20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60A62BB8-6410-AE5A-24EF-10DC97DC213D}"/>
                    </a:ext>
                  </a:extLst>
                </p14:cNvPr>
                <p14:cNvContentPartPr/>
                <p14:nvPr/>
              </p14:nvContentPartPr>
              <p14:xfrm>
                <a:off x="2042572" y="2274348"/>
                <a:ext cx="18000" cy="18792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60A62BB8-6410-AE5A-24EF-10DC97DC213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36452" y="2268228"/>
                  <a:ext cx="302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004FCA70-9146-73E0-F4AC-264026937A55}"/>
                    </a:ext>
                  </a:extLst>
                </p14:cNvPr>
                <p14:cNvContentPartPr/>
                <p14:nvPr/>
              </p14:nvContentPartPr>
              <p14:xfrm>
                <a:off x="2077492" y="2371548"/>
                <a:ext cx="92880" cy="1332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004FCA70-9146-73E0-F4AC-264026937A5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71372" y="2365428"/>
                  <a:ext cx="1051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17F4EFCB-1512-CB30-D3B7-E2B67099A99A}"/>
                    </a:ext>
                  </a:extLst>
                </p14:cNvPr>
                <p14:cNvContentPartPr/>
                <p14:nvPr/>
              </p14:nvContentPartPr>
              <p14:xfrm>
                <a:off x="2175772" y="2291628"/>
                <a:ext cx="6120" cy="18504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17F4EFCB-1512-CB30-D3B7-E2B67099A99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69652" y="2285508"/>
                  <a:ext cx="183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FB9F35B-1E52-8619-E7F5-0353645AB8A0}"/>
              </a:ext>
            </a:extLst>
          </p:cNvPr>
          <p:cNvGrpSpPr/>
          <p:nvPr/>
        </p:nvGrpSpPr>
        <p:grpSpPr>
          <a:xfrm>
            <a:off x="1522012" y="2551908"/>
            <a:ext cx="689040" cy="262800"/>
            <a:chOff x="1522012" y="2551908"/>
            <a:chExt cx="68904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DD190032-5578-5772-F7CE-5862A6633B24}"/>
                    </a:ext>
                  </a:extLst>
                </p14:cNvPr>
                <p14:cNvContentPartPr/>
                <p14:nvPr/>
              </p14:nvContentPartPr>
              <p14:xfrm>
                <a:off x="1522012" y="2581068"/>
                <a:ext cx="29160" cy="16236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DD190032-5578-5772-F7CE-5862A6633B2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15892" y="2574948"/>
                  <a:ext cx="41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AD075F02-7B38-AF81-8977-27E3DBB7CB11}"/>
                    </a:ext>
                  </a:extLst>
                </p14:cNvPr>
                <p14:cNvContentPartPr/>
                <p14:nvPr/>
              </p14:nvContentPartPr>
              <p14:xfrm>
                <a:off x="1637572" y="2569188"/>
                <a:ext cx="6480" cy="15624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AD075F02-7B38-AF81-8977-27E3DBB7CB1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31452" y="2563068"/>
                  <a:ext cx="187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76F0F18B-2984-8798-8B10-099218B60758}"/>
                    </a:ext>
                  </a:extLst>
                </p14:cNvPr>
                <p14:cNvContentPartPr/>
                <p14:nvPr/>
              </p14:nvContentPartPr>
              <p14:xfrm>
                <a:off x="1649452" y="2551908"/>
                <a:ext cx="63000" cy="1260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76F0F18B-2984-8798-8B10-099218B6075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643332" y="2545788"/>
                  <a:ext cx="752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56185CE1-627C-3999-0162-B93B69E86951}"/>
                    </a:ext>
                  </a:extLst>
                </p14:cNvPr>
                <p14:cNvContentPartPr/>
                <p14:nvPr/>
              </p14:nvContentPartPr>
              <p14:xfrm>
                <a:off x="1654852" y="2644788"/>
                <a:ext cx="96480" cy="36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56185CE1-627C-3999-0162-B93B69E8695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648732" y="2638668"/>
                  <a:ext cx="108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B50D0DBC-4947-4487-4CEB-5A54F0A89FA0}"/>
                    </a:ext>
                  </a:extLst>
                </p14:cNvPr>
                <p14:cNvContentPartPr/>
                <p14:nvPr/>
              </p14:nvContentPartPr>
              <p14:xfrm>
                <a:off x="1798132" y="2586468"/>
                <a:ext cx="123840" cy="18900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B50D0DBC-4947-4487-4CEB-5A54F0A89FA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92012" y="2580348"/>
                  <a:ext cx="1360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70B7F035-9375-4DFB-A877-654236B6C885}"/>
                    </a:ext>
                  </a:extLst>
                </p14:cNvPr>
                <p14:cNvContentPartPr/>
                <p14:nvPr/>
              </p14:nvContentPartPr>
              <p14:xfrm>
                <a:off x="2014852" y="2586828"/>
                <a:ext cx="33840" cy="18540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70B7F035-9375-4DFB-A877-654236B6C88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08732" y="2580708"/>
                  <a:ext cx="460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FFBDD0CB-3D24-0AFF-F708-468DB8AE3726}"/>
                    </a:ext>
                  </a:extLst>
                </p14:cNvPr>
                <p14:cNvContentPartPr/>
                <p14:nvPr/>
              </p14:nvContentPartPr>
              <p14:xfrm>
                <a:off x="2060212" y="2674668"/>
                <a:ext cx="114840" cy="1080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FFBDD0CB-3D24-0AFF-F708-468DB8AE372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054092" y="2668548"/>
                  <a:ext cx="1270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7324D0A0-2850-E68B-20F7-6C18C1194F29}"/>
                    </a:ext>
                  </a:extLst>
                </p14:cNvPr>
                <p14:cNvContentPartPr/>
                <p14:nvPr/>
              </p14:nvContentPartPr>
              <p14:xfrm>
                <a:off x="2157772" y="2627508"/>
                <a:ext cx="53280" cy="18720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7324D0A0-2850-E68B-20F7-6C18C1194F2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151652" y="2621388"/>
                  <a:ext cx="65520" cy="19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48702267-A987-052E-CD0F-F472ACFC948B}"/>
                  </a:ext>
                </a:extLst>
              </p14:cNvPr>
              <p14:cNvContentPartPr/>
              <p14:nvPr/>
            </p14:nvContentPartPr>
            <p14:xfrm>
              <a:off x="1220692" y="3112788"/>
              <a:ext cx="197280" cy="2412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48702267-A987-052E-CD0F-F472ACFC948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214572" y="3106668"/>
                <a:ext cx="209520" cy="3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组合 27">
            <a:extLst>
              <a:ext uri="{FF2B5EF4-FFF2-40B4-BE49-F238E27FC236}">
                <a16:creationId xmlns:a16="http://schemas.microsoft.com/office/drawing/2014/main" id="{251D6CE1-D596-4FEC-B02B-87991D371CE5}"/>
              </a:ext>
            </a:extLst>
          </p:cNvPr>
          <p:cNvGrpSpPr/>
          <p:nvPr/>
        </p:nvGrpSpPr>
        <p:grpSpPr>
          <a:xfrm>
            <a:off x="3390772" y="2777628"/>
            <a:ext cx="267480" cy="230400"/>
            <a:chOff x="3390772" y="2777628"/>
            <a:chExt cx="267480" cy="2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0A13A65D-0767-7FA7-CA22-B3D5D8B399B6}"/>
                    </a:ext>
                  </a:extLst>
                </p14:cNvPr>
                <p14:cNvContentPartPr/>
                <p14:nvPr/>
              </p14:nvContentPartPr>
              <p14:xfrm>
                <a:off x="3390772" y="2777628"/>
                <a:ext cx="9000" cy="23040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0A13A65D-0767-7FA7-CA22-B3D5D8B399B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384652" y="2771508"/>
                  <a:ext cx="212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774179A2-64C3-D98E-C941-2AB58A62D82E}"/>
                    </a:ext>
                  </a:extLst>
                </p14:cNvPr>
                <p14:cNvContentPartPr/>
                <p14:nvPr/>
              </p14:nvContentPartPr>
              <p14:xfrm>
                <a:off x="3530092" y="2824068"/>
                <a:ext cx="360" cy="15120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774179A2-64C3-D98E-C941-2AB58A62D82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23972" y="2817948"/>
                  <a:ext cx="126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6A4D7228-4423-FA04-EDB6-5AF1AEC6A554}"/>
                    </a:ext>
                  </a:extLst>
                </p14:cNvPr>
                <p14:cNvContentPartPr/>
                <p14:nvPr/>
              </p14:nvContentPartPr>
              <p14:xfrm>
                <a:off x="3530092" y="2812548"/>
                <a:ext cx="51840" cy="36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6A4D7228-4423-FA04-EDB6-5AF1AEC6A55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523972" y="2806428"/>
                  <a:ext cx="64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D1F67E1E-0DC3-0663-A8E3-BBA417DCFD9E}"/>
                    </a:ext>
                  </a:extLst>
                </p14:cNvPr>
                <p14:cNvContentPartPr/>
                <p14:nvPr/>
              </p14:nvContentPartPr>
              <p14:xfrm>
                <a:off x="3512812" y="2876628"/>
                <a:ext cx="145440" cy="2844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D1F67E1E-0DC3-0663-A8E3-BBA417DCFD9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506692" y="2870508"/>
                  <a:ext cx="15768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A404E2CA-B03E-C01D-D5EF-435488CA0715}"/>
              </a:ext>
            </a:extLst>
          </p:cNvPr>
          <p:cNvGrpSpPr/>
          <p:nvPr/>
        </p:nvGrpSpPr>
        <p:grpSpPr>
          <a:xfrm>
            <a:off x="1615252" y="3639828"/>
            <a:ext cx="700200" cy="169200"/>
            <a:chOff x="1615252" y="3639828"/>
            <a:chExt cx="700200" cy="16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F427A2B5-47CC-3A4A-3F3B-CEBDE9CB93B5}"/>
                    </a:ext>
                  </a:extLst>
                </p14:cNvPr>
                <p14:cNvContentPartPr/>
                <p14:nvPr/>
              </p14:nvContentPartPr>
              <p14:xfrm>
                <a:off x="1950052" y="3692028"/>
                <a:ext cx="360" cy="5436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F427A2B5-47CC-3A4A-3F3B-CEBDE9CB93B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943932" y="3685908"/>
                  <a:ext cx="126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CB6A74C7-C612-FDF5-0470-F529640DF125}"/>
                    </a:ext>
                  </a:extLst>
                </p14:cNvPr>
                <p14:cNvContentPartPr/>
                <p14:nvPr/>
              </p14:nvContentPartPr>
              <p14:xfrm>
                <a:off x="1950052" y="3681588"/>
                <a:ext cx="47160" cy="1692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CB6A74C7-C612-FDF5-0470-F529640DF12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943932" y="3675468"/>
                  <a:ext cx="59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79938ADC-D77A-14D3-98EC-BB5A9F1B129D}"/>
                    </a:ext>
                  </a:extLst>
                </p14:cNvPr>
                <p14:cNvContentPartPr/>
                <p14:nvPr/>
              </p14:nvContentPartPr>
              <p14:xfrm>
                <a:off x="1967692" y="3710748"/>
                <a:ext cx="39600" cy="504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79938ADC-D77A-14D3-98EC-BB5A9F1B129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61572" y="3704628"/>
                  <a:ext cx="518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EEF0A899-4023-0283-74C1-2581B39591E1}"/>
                    </a:ext>
                  </a:extLst>
                </p14:cNvPr>
                <p14:cNvContentPartPr/>
                <p14:nvPr/>
              </p14:nvContentPartPr>
              <p14:xfrm>
                <a:off x="2025292" y="3668988"/>
                <a:ext cx="360" cy="9720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EEF0A899-4023-0283-74C1-2581B39591E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19172" y="3662868"/>
                  <a:ext cx="126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A38EE125-9532-5D78-BB42-59246F082B67}"/>
                    </a:ext>
                  </a:extLst>
                </p14:cNvPr>
                <p14:cNvContentPartPr/>
                <p14:nvPr/>
              </p14:nvContentPartPr>
              <p14:xfrm>
                <a:off x="2031412" y="3686268"/>
                <a:ext cx="57600" cy="612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A38EE125-9532-5D78-BB42-59246F082B6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025292" y="3680148"/>
                  <a:ext cx="6984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0C45D38E-7BDA-DC44-23CB-106B68E32FF9}"/>
                    </a:ext>
                  </a:extLst>
                </p14:cNvPr>
                <p14:cNvContentPartPr/>
                <p14:nvPr/>
              </p14:nvContentPartPr>
              <p14:xfrm>
                <a:off x="2031412" y="3709668"/>
                <a:ext cx="91800" cy="612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0C45D38E-7BDA-DC44-23CB-106B68E32FF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025292" y="3703548"/>
                  <a:ext cx="10404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1C8F34B4-DD90-6B44-C4D9-E8C1DFB6A2C4}"/>
                    </a:ext>
                  </a:extLst>
                </p14:cNvPr>
                <p14:cNvContentPartPr/>
                <p14:nvPr/>
              </p14:nvContentPartPr>
              <p14:xfrm>
                <a:off x="1779412" y="3663228"/>
                <a:ext cx="43920" cy="10800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1C8F34B4-DD90-6B44-C4D9-E8C1DFB6A2C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773292" y="3657108"/>
                  <a:ext cx="561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32FF3597-4071-60F5-BBD6-3CF7ED7AD623}"/>
                    </a:ext>
                  </a:extLst>
                </p14:cNvPr>
                <p14:cNvContentPartPr/>
                <p14:nvPr/>
              </p14:nvContentPartPr>
              <p14:xfrm>
                <a:off x="1771492" y="3651708"/>
                <a:ext cx="127800" cy="13356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32FF3597-4071-60F5-BBD6-3CF7ED7AD62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765372" y="3645588"/>
                  <a:ext cx="1400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9434FD3D-B945-3670-AFD4-6954378525DD}"/>
                    </a:ext>
                  </a:extLst>
                </p14:cNvPr>
                <p14:cNvContentPartPr/>
                <p14:nvPr/>
              </p14:nvContentPartPr>
              <p14:xfrm>
                <a:off x="1615252" y="3663228"/>
                <a:ext cx="103680" cy="14580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9434FD3D-B945-3670-AFD4-6954378525D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609132" y="3657108"/>
                  <a:ext cx="115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0D74475A-2CDE-A85A-D083-BF131D55B06D}"/>
                    </a:ext>
                  </a:extLst>
                </p14:cNvPr>
                <p14:cNvContentPartPr/>
                <p14:nvPr/>
              </p14:nvContentPartPr>
              <p14:xfrm>
                <a:off x="2233732" y="3639828"/>
                <a:ext cx="6480" cy="12420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0D74475A-2CDE-A85A-D083-BF131D55B06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227612" y="3633708"/>
                  <a:ext cx="18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0753CBB6-C5D5-69AE-D6D3-431097903D9F}"/>
                    </a:ext>
                  </a:extLst>
                </p14:cNvPr>
                <p14:cNvContentPartPr/>
                <p14:nvPr/>
              </p14:nvContentPartPr>
              <p14:xfrm>
                <a:off x="2257132" y="3698148"/>
                <a:ext cx="39600" cy="36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0753CBB6-C5D5-69AE-D6D3-431097903D9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251012" y="3692028"/>
                  <a:ext cx="518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37074E0A-9904-0FDC-231C-B5A67F9C2294}"/>
                    </a:ext>
                  </a:extLst>
                </p14:cNvPr>
                <p14:cNvContentPartPr/>
                <p14:nvPr/>
              </p14:nvContentPartPr>
              <p14:xfrm>
                <a:off x="2303212" y="3668988"/>
                <a:ext cx="12240" cy="11520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37074E0A-9904-0FDC-231C-B5A67F9C229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297092" y="3662868"/>
                  <a:ext cx="2448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E8A28182-1C60-E062-05A3-8A891C3CE649}"/>
              </a:ext>
            </a:extLst>
          </p:cNvPr>
          <p:cNvGrpSpPr/>
          <p:nvPr/>
        </p:nvGrpSpPr>
        <p:grpSpPr>
          <a:xfrm>
            <a:off x="3235252" y="3639828"/>
            <a:ext cx="611280" cy="203400"/>
            <a:chOff x="3235252" y="3639828"/>
            <a:chExt cx="61128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4ED6EAFC-E0E0-7B97-D574-DC6B413C8D8B}"/>
                    </a:ext>
                  </a:extLst>
                </p14:cNvPr>
                <p14:cNvContentPartPr/>
                <p14:nvPr/>
              </p14:nvContentPartPr>
              <p14:xfrm>
                <a:off x="3247132" y="3639828"/>
                <a:ext cx="111600" cy="16992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4ED6EAFC-E0E0-7B97-D574-DC6B413C8D8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241012" y="3633708"/>
                  <a:ext cx="123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D08ED729-1094-CB7F-11FF-CC378CD249C6}"/>
                    </a:ext>
                  </a:extLst>
                </p14:cNvPr>
                <p14:cNvContentPartPr/>
                <p14:nvPr/>
              </p14:nvContentPartPr>
              <p14:xfrm>
                <a:off x="3235252" y="3651348"/>
                <a:ext cx="115200" cy="1224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D08ED729-1094-CB7F-11FF-CC378CD249C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229132" y="3645228"/>
                  <a:ext cx="127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F1CA7CE2-F30A-8859-C2FF-78B035D40A03}"/>
                    </a:ext>
                  </a:extLst>
                </p14:cNvPr>
                <p14:cNvContentPartPr/>
                <p14:nvPr/>
              </p14:nvContentPartPr>
              <p14:xfrm>
                <a:off x="3391132" y="3645948"/>
                <a:ext cx="17640" cy="13680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F1CA7CE2-F30A-8859-C2FF-78B035D40A0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385012" y="3639828"/>
                  <a:ext cx="298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0F894A4E-96E7-085C-859C-5A3464430F28}"/>
                    </a:ext>
                  </a:extLst>
                </p14:cNvPr>
                <p14:cNvContentPartPr/>
                <p14:nvPr/>
              </p14:nvContentPartPr>
              <p14:xfrm>
                <a:off x="3437572" y="3657468"/>
                <a:ext cx="73800" cy="36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0F894A4E-96E7-085C-859C-5A3464430F2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431452" y="3651348"/>
                  <a:ext cx="86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3915839A-22C2-4F35-2568-17CA7F46535B}"/>
                    </a:ext>
                  </a:extLst>
                </p14:cNvPr>
                <p14:cNvContentPartPr/>
                <p14:nvPr/>
              </p14:nvContentPartPr>
              <p14:xfrm>
                <a:off x="3472132" y="3703548"/>
                <a:ext cx="74880" cy="36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3915839A-22C2-4F35-2568-17CA7F46535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466012" y="3697428"/>
                  <a:ext cx="87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497F0164-993D-5A77-9890-D70CC6E639E3}"/>
                    </a:ext>
                  </a:extLst>
                </p14:cNvPr>
                <p14:cNvContentPartPr/>
                <p14:nvPr/>
              </p14:nvContentPartPr>
              <p14:xfrm>
                <a:off x="3593812" y="3651708"/>
                <a:ext cx="6480" cy="16092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497F0164-993D-5A77-9890-D70CC6E639E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587692" y="3645588"/>
                  <a:ext cx="187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0229D84D-9C80-064E-7E5A-3C5CAABD02E3}"/>
                    </a:ext>
                  </a:extLst>
                </p14:cNvPr>
                <p14:cNvContentPartPr/>
                <p14:nvPr/>
              </p14:nvContentPartPr>
              <p14:xfrm>
                <a:off x="3599572" y="3697428"/>
                <a:ext cx="81000" cy="1224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0229D84D-9C80-064E-7E5A-3C5CAABD02E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593452" y="3691308"/>
                  <a:ext cx="93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BE0547FB-DA74-1DE1-A1AE-BA0DABCBE7A2}"/>
                    </a:ext>
                  </a:extLst>
                </p14:cNvPr>
                <p14:cNvContentPartPr/>
                <p14:nvPr/>
              </p14:nvContentPartPr>
              <p14:xfrm>
                <a:off x="3628372" y="3755748"/>
                <a:ext cx="75240" cy="36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BE0547FB-DA74-1DE1-A1AE-BA0DABCBE7A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622252" y="3749628"/>
                  <a:ext cx="87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57102D69-D621-7B2C-AB5B-6664FA52F4D5}"/>
                    </a:ext>
                  </a:extLst>
                </p14:cNvPr>
                <p14:cNvContentPartPr/>
                <p14:nvPr/>
              </p14:nvContentPartPr>
              <p14:xfrm>
                <a:off x="3727012" y="3645948"/>
                <a:ext cx="18360" cy="19728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57102D69-D621-7B2C-AB5B-6664FA52F4D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20892" y="3639828"/>
                  <a:ext cx="306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CDB354FE-5884-1336-B50D-DE3282AA656B}"/>
                    </a:ext>
                  </a:extLst>
                </p14:cNvPr>
                <p14:cNvContentPartPr/>
                <p14:nvPr/>
              </p14:nvContentPartPr>
              <p14:xfrm>
                <a:off x="3744292" y="3674388"/>
                <a:ext cx="102240" cy="1836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CDB354FE-5884-1336-B50D-DE3282AA656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38172" y="3668268"/>
                  <a:ext cx="114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B9A83990-BD26-3317-5F56-67DF05FE82DC}"/>
                    </a:ext>
                  </a:extLst>
                </p14:cNvPr>
                <p14:cNvContentPartPr/>
                <p14:nvPr/>
              </p14:nvContentPartPr>
              <p14:xfrm>
                <a:off x="3796492" y="3720828"/>
                <a:ext cx="33480" cy="36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B9A83990-BD26-3317-5F56-67DF05FE82D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90372" y="3714708"/>
                  <a:ext cx="4572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6D6E9265-6439-5118-9521-137CF20209FA}"/>
              </a:ext>
            </a:extLst>
          </p:cNvPr>
          <p:cNvGrpSpPr/>
          <p:nvPr/>
        </p:nvGrpSpPr>
        <p:grpSpPr>
          <a:xfrm>
            <a:off x="2122492" y="4214388"/>
            <a:ext cx="401040" cy="190800"/>
            <a:chOff x="2122492" y="4214388"/>
            <a:chExt cx="401040" cy="19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1E729EDD-64D1-9EF1-4336-354BEE0D1943}"/>
                    </a:ext>
                  </a:extLst>
                </p14:cNvPr>
                <p14:cNvContentPartPr/>
                <p14:nvPr/>
              </p14:nvContentPartPr>
              <p14:xfrm>
                <a:off x="2122492" y="4276668"/>
                <a:ext cx="168120" cy="12852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1E729EDD-64D1-9EF1-4336-354BEE0D194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116372" y="4270548"/>
                  <a:ext cx="180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B74C4D06-7322-CF72-D9E1-27FB9D210D37}"/>
                    </a:ext>
                  </a:extLst>
                </p14:cNvPr>
                <p14:cNvContentPartPr/>
                <p14:nvPr/>
              </p14:nvContentPartPr>
              <p14:xfrm>
                <a:off x="2337772" y="4224468"/>
                <a:ext cx="185760" cy="16128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B74C4D06-7322-CF72-D9E1-27FB9D210D3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31652" y="4218348"/>
                  <a:ext cx="1980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6EDD9A83-A2A6-6C73-2AE4-D32C982B2235}"/>
                    </a:ext>
                  </a:extLst>
                </p14:cNvPr>
                <p14:cNvContentPartPr/>
                <p14:nvPr/>
              </p14:nvContentPartPr>
              <p14:xfrm>
                <a:off x="2361172" y="4214388"/>
                <a:ext cx="73800" cy="1044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6EDD9A83-A2A6-6C73-2AE4-D32C982B223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55052" y="4208268"/>
                  <a:ext cx="860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F5818198-2534-1F2B-C6F6-69E6AC5CA602}"/>
                    </a:ext>
                  </a:extLst>
                </p14:cNvPr>
                <p14:cNvContentPartPr/>
                <p14:nvPr/>
              </p14:nvContentPartPr>
              <p14:xfrm>
                <a:off x="2384212" y="4295388"/>
                <a:ext cx="53280" cy="468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F5818198-2534-1F2B-C6F6-69E6AC5CA60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78092" y="4289268"/>
                  <a:ext cx="65520" cy="1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F47BE5B1-C10B-ACEC-66CF-DF10D90A9B3D}"/>
              </a:ext>
            </a:extLst>
          </p:cNvPr>
          <p:cNvGrpSpPr/>
          <p:nvPr/>
        </p:nvGrpSpPr>
        <p:grpSpPr>
          <a:xfrm>
            <a:off x="2604172" y="4214028"/>
            <a:ext cx="590400" cy="282240"/>
            <a:chOff x="2604172" y="4214028"/>
            <a:chExt cx="59040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D979CBF1-AC0D-62AE-6782-6467736BEBF5}"/>
                    </a:ext>
                  </a:extLst>
                </p14:cNvPr>
                <p14:cNvContentPartPr/>
                <p14:nvPr/>
              </p14:nvContentPartPr>
              <p14:xfrm>
                <a:off x="2618572" y="4242108"/>
                <a:ext cx="26280" cy="20952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D979CBF1-AC0D-62AE-6782-6467736BEBF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12452" y="4235988"/>
                  <a:ext cx="385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F57F859D-55E5-11E4-7BD4-C33A5846A38C}"/>
                    </a:ext>
                  </a:extLst>
                </p14:cNvPr>
                <p14:cNvContentPartPr/>
                <p14:nvPr/>
              </p14:nvContentPartPr>
              <p14:xfrm>
                <a:off x="2604172" y="4218348"/>
                <a:ext cx="95760" cy="900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F57F859D-55E5-11E4-7BD4-C33A5846A38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8052" y="4212228"/>
                  <a:ext cx="10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7F218B9B-9CF3-1CD4-0A5F-7D8027AF9386}"/>
                    </a:ext>
                  </a:extLst>
                </p14:cNvPr>
                <p14:cNvContentPartPr/>
                <p14:nvPr/>
              </p14:nvContentPartPr>
              <p14:xfrm>
                <a:off x="2644492" y="4328508"/>
                <a:ext cx="92520" cy="1224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7F218B9B-9CF3-1CD4-0A5F-7D8027AF938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38372" y="4322388"/>
                  <a:ext cx="104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40BC9BAE-8AB5-389D-CBE4-DA5805FE137B}"/>
                    </a:ext>
                  </a:extLst>
                </p14:cNvPr>
                <p14:cNvContentPartPr/>
                <p14:nvPr/>
              </p14:nvContentPartPr>
              <p14:xfrm>
                <a:off x="2846452" y="4214028"/>
                <a:ext cx="135000" cy="24228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40BC9BAE-8AB5-389D-CBE4-DA5805FE137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40332" y="4207908"/>
                  <a:ext cx="1472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36B1D51E-232F-A250-3EC1-C2B4A7786E03}"/>
                    </a:ext>
                  </a:extLst>
                </p14:cNvPr>
                <p14:cNvContentPartPr/>
                <p14:nvPr/>
              </p14:nvContentPartPr>
              <p14:xfrm>
                <a:off x="3061012" y="4299708"/>
                <a:ext cx="21960" cy="19656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36B1D51E-232F-A250-3EC1-C2B4A7786E0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54892" y="4293588"/>
                  <a:ext cx="342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A7CD935C-A53A-C682-68D8-C7F4204DE50A}"/>
                    </a:ext>
                  </a:extLst>
                </p14:cNvPr>
                <p14:cNvContentPartPr/>
                <p14:nvPr/>
              </p14:nvContentPartPr>
              <p14:xfrm>
                <a:off x="3107812" y="4323468"/>
                <a:ext cx="51120" cy="1116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A7CD935C-A53A-C682-68D8-C7F4204DE50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01692" y="4317348"/>
                  <a:ext cx="63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5F92ED0C-8D27-90F6-41AB-A071CE29CC09}"/>
                    </a:ext>
                  </a:extLst>
                </p14:cNvPr>
                <p14:cNvContentPartPr/>
                <p14:nvPr/>
              </p14:nvContentPartPr>
              <p14:xfrm>
                <a:off x="3192052" y="4270908"/>
                <a:ext cx="2520" cy="18936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5F92ED0C-8D27-90F6-41AB-A071CE29CC0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85932" y="4264788"/>
                  <a:ext cx="1476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52483BC8-365D-6CD2-68D9-D7BF6807D38B}"/>
                  </a:ext>
                </a:extLst>
              </p14:cNvPr>
              <p14:cNvContentPartPr/>
              <p14:nvPr/>
            </p14:nvContentPartPr>
            <p14:xfrm>
              <a:off x="3275572" y="4571868"/>
              <a:ext cx="249840" cy="234720"/>
            </p14:xfrm>
          </p:contentPart>
        </mc:Choice>
        <mc:Fallback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52483BC8-365D-6CD2-68D9-D7BF6807D38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269452" y="4565748"/>
                <a:ext cx="2620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00224327-87CF-9666-9B96-5ABB7F47DD85}"/>
                  </a:ext>
                </a:extLst>
              </p14:cNvPr>
              <p14:cNvContentPartPr/>
              <p14:nvPr/>
            </p14:nvContentPartPr>
            <p14:xfrm>
              <a:off x="3518572" y="4699308"/>
              <a:ext cx="47880" cy="14112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00224327-87CF-9666-9B96-5ABB7F47DD8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512452" y="4693188"/>
                <a:ext cx="601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03F8D485-8680-E226-2F50-6C7397544061}"/>
                  </a:ext>
                </a:extLst>
              </p14:cNvPr>
              <p14:cNvContentPartPr/>
              <p14:nvPr/>
            </p14:nvContentPartPr>
            <p14:xfrm>
              <a:off x="3715492" y="4056708"/>
              <a:ext cx="970200" cy="71172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03F8D485-8680-E226-2F50-6C739754406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709372" y="4050588"/>
                <a:ext cx="982440" cy="72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817D84F6-68F6-8BA4-DBAF-4C8BE050C625}"/>
                  </a:ext>
                </a:extLst>
              </p14:cNvPr>
              <p14:cNvContentPartPr/>
              <p14:nvPr/>
            </p14:nvContentPartPr>
            <p14:xfrm>
              <a:off x="4681732" y="4639188"/>
              <a:ext cx="59400" cy="20376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817D84F6-68F6-8BA4-DBAF-4C8BE050C62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675612" y="4633068"/>
                <a:ext cx="7164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组合 86">
            <a:extLst>
              <a:ext uri="{FF2B5EF4-FFF2-40B4-BE49-F238E27FC236}">
                <a16:creationId xmlns:a16="http://schemas.microsoft.com/office/drawing/2014/main" id="{075C5B0A-4F0B-D8D5-F480-06DEB2FFEB6D}"/>
              </a:ext>
            </a:extLst>
          </p:cNvPr>
          <p:cNvGrpSpPr/>
          <p:nvPr/>
        </p:nvGrpSpPr>
        <p:grpSpPr>
          <a:xfrm>
            <a:off x="3773092" y="2540388"/>
            <a:ext cx="671760" cy="659160"/>
            <a:chOff x="3773092" y="2540388"/>
            <a:chExt cx="671760" cy="65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4B29E9FD-EA05-A7AE-E103-B0C054F6BC13}"/>
                    </a:ext>
                  </a:extLst>
                </p14:cNvPr>
                <p14:cNvContentPartPr/>
                <p14:nvPr/>
              </p14:nvContentPartPr>
              <p14:xfrm>
                <a:off x="3779212" y="2794908"/>
                <a:ext cx="277560" cy="28548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4B29E9FD-EA05-A7AE-E103-B0C054F6BC1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73092" y="2788788"/>
                  <a:ext cx="2898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DB316C0B-0880-B353-A8E6-5103D42213A4}"/>
                    </a:ext>
                  </a:extLst>
                </p14:cNvPr>
                <p14:cNvContentPartPr/>
                <p14:nvPr/>
              </p14:nvContentPartPr>
              <p14:xfrm>
                <a:off x="3773092" y="2823348"/>
                <a:ext cx="150840" cy="1836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DB316C0B-0880-B353-A8E6-5103D42213A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766972" y="2817228"/>
                  <a:ext cx="1630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F51F23E4-FFAC-DF33-A26C-912988104865}"/>
                    </a:ext>
                  </a:extLst>
                </p14:cNvPr>
                <p14:cNvContentPartPr/>
                <p14:nvPr/>
              </p14:nvContentPartPr>
              <p14:xfrm>
                <a:off x="3808012" y="2927388"/>
                <a:ext cx="185400" cy="2412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F51F23E4-FFAC-DF33-A26C-91298810486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01892" y="2921268"/>
                  <a:ext cx="197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BFAD696C-6BFC-4581-5E58-3F9ED2AFBC72}"/>
                    </a:ext>
                  </a:extLst>
                </p14:cNvPr>
                <p14:cNvContentPartPr/>
                <p14:nvPr/>
              </p14:nvContentPartPr>
              <p14:xfrm>
                <a:off x="4239292" y="2783388"/>
                <a:ext cx="15480" cy="24804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BFAD696C-6BFC-4581-5E58-3F9ED2AFBC7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233172" y="2777268"/>
                  <a:ext cx="277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5A52F5FB-7047-33AC-CD49-8B500DF28FB0}"/>
                    </a:ext>
                  </a:extLst>
                </p14:cNvPr>
                <p14:cNvContentPartPr/>
                <p14:nvPr/>
              </p14:nvContentPartPr>
              <p14:xfrm>
                <a:off x="4247572" y="2911548"/>
                <a:ext cx="151560" cy="2844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5A52F5FB-7047-33AC-CD49-8B500DF28FB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41452" y="2905428"/>
                  <a:ext cx="163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671E3495-AD97-1CAD-191F-72BA43F2A8A7}"/>
                    </a:ext>
                  </a:extLst>
                </p14:cNvPr>
                <p14:cNvContentPartPr/>
                <p14:nvPr/>
              </p14:nvContentPartPr>
              <p14:xfrm>
                <a:off x="4444492" y="2783388"/>
                <a:ext cx="360" cy="24840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671E3495-AD97-1CAD-191F-72BA43F2A8A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438372" y="2777268"/>
                  <a:ext cx="126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7C573DA7-79F2-D5CE-6C26-89080D50E1B6}"/>
                    </a:ext>
                  </a:extLst>
                </p14:cNvPr>
                <p14:cNvContentPartPr/>
                <p14:nvPr/>
              </p14:nvContentPartPr>
              <p14:xfrm>
                <a:off x="3836812" y="2777628"/>
                <a:ext cx="114120" cy="42192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7C573DA7-79F2-D5CE-6C26-89080D50E1B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830692" y="2771508"/>
                  <a:ext cx="12636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389E690B-CEE9-6AAD-307B-821945217915}"/>
                    </a:ext>
                  </a:extLst>
                </p14:cNvPr>
                <p14:cNvContentPartPr/>
                <p14:nvPr/>
              </p14:nvContentPartPr>
              <p14:xfrm>
                <a:off x="3940492" y="2557668"/>
                <a:ext cx="12600" cy="16992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389E690B-CEE9-6AAD-307B-82194521791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34372" y="2551548"/>
                  <a:ext cx="24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6CA3833A-F2F2-C4F6-B30D-A94597BB6062}"/>
                    </a:ext>
                  </a:extLst>
                </p14:cNvPr>
                <p14:cNvContentPartPr/>
                <p14:nvPr/>
              </p14:nvContentPartPr>
              <p14:xfrm>
                <a:off x="3968212" y="2540388"/>
                <a:ext cx="182880" cy="25524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6CA3833A-F2F2-C4F6-B30D-A94597BB606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962092" y="2534268"/>
                  <a:ext cx="19512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744741BB-4B2D-4EF9-74C2-BE9D9A3ED7AF}"/>
                  </a:ext>
                </a:extLst>
              </p14:cNvPr>
              <p14:cNvContentPartPr/>
              <p14:nvPr/>
            </p14:nvContentPartPr>
            <p14:xfrm>
              <a:off x="9913612" y="2742708"/>
              <a:ext cx="360" cy="360"/>
            </p14:xfrm>
          </p:contentPart>
        </mc:Choice>
        <mc:Fallback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744741BB-4B2D-4EF9-74C2-BE9D9A3ED7A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907492" y="27365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47976063-7CA3-03A3-C33B-62D3EB7E80CD}"/>
                  </a:ext>
                </a:extLst>
              </p14:cNvPr>
              <p14:cNvContentPartPr/>
              <p14:nvPr/>
            </p14:nvContentPartPr>
            <p14:xfrm>
              <a:off x="9166972" y="3454788"/>
              <a:ext cx="360" cy="1440"/>
            </p14:xfrm>
          </p:contentPart>
        </mc:Choice>
        <mc:Fallback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47976063-7CA3-03A3-C33B-62D3EB7E80C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160852" y="3448668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17B38FED-1DDE-8CEC-CCA8-AED4FD6CFB92}"/>
                  </a:ext>
                </a:extLst>
              </p14:cNvPr>
              <p14:cNvContentPartPr/>
              <p14:nvPr/>
            </p14:nvContentPartPr>
            <p14:xfrm>
              <a:off x="-735188" y="3819468"/>
              <a:ext cx="360" cy="360"/>
            </p14:xfrm>
          </p:contentPart>
        </mc:Choice>
        <mc:Fallback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17B38FED-1DDE-8CEC-CCA8-AED4FD6CFB9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-741308" y="381334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9524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092BD57-7D89-2E42-956F-671FA1C1D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7294"/>
            <a:ext cx="9144000" cy="438341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472874A-8E28-DFCB-AB60-73CB4F6DEA8A}"/>
              </a:ext>
            </a:extLst>
          </p:cNvPr>
          <p:cNvSpPr/>
          <p:nvPr/>
        </p:nvSpPr>
        <p:spPr>
          <a:xfrm>
            <a:off x="3059832" y="1556792"/>
            <a:ext cx="2808312" cy="288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（</a:t>
            </a:r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r>
              <a:rPr kumimoji="1" lang="zh-CN" altLang="en-US" dirty="0">
                <a:solidFill>
                  <a:schemeClr val="tx1"/>
                </a:solidFill>
              </a:rPr>
              <a:t>）</a:t>
            </a:r>
            <a:r>
              <a:rPr kumimoji="1" lang="en-US" altLang="zh-CN" dirty="0">
                <a:solidFill>
                  <a:schemeClr val="tx1"/>
                </a:solidFill>
              </a:rPr>
              <a:t>PUSH AX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6E649A-93EF-56E4-8D30-8BE9BFF6F980}"/>
              </a:ext>
            </a:extLst>
          </p:cNvPr>
          <p:cNvSpPr/>
          <p:nvPr/>
        </p:nvSpPr>
        <p:spPr>
          <a:xfrm>
            <a:off x="2843808" y="3717032"/>
            <a:ext cx="2016224" cy="288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（</a:t>
            </a:r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r>
              <a:rPr kumimoji="1" lang="zh-CN" altLang="en-US" dirty="0">
                <a:solidFill>
                  <a:schemeClr val="tx1"/>
                </a:solidFill>
              </a:rPr>
              <a:t>）</a:t>
            </a:r>
            <a:r>
              <a:rPr kumimoji="1" lang="en-US" altLang="zh-CN" dirty="0">
                <a:solidFill>
                  <a:schemeClr val="tx1"/>
                </a:solidFill>
              </a:rPr>
              <a:t>01000100B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40CC7B-F40F-35BD-1962-F50E9CD95F23}"/>
              </a:ext>
            </a:extLst>
          </p:cNvPr>
          <p:cNvSpPr/>
          <p:nvPr/>
        </p:nvSpPr>
        <p:spPr>
          <a:xfrm>
            <a:off x="3084095" y="2101391"/>
            <a:ext cx="2808312" cy="288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（</a:t>
            </a:r>
            <a:r>
              <a:rPr kumimoji="1" lang="en-US" altLang="zh-CN" dirty="0">
                <a:solidFill>
                  <a:schemeClr val="tx1"/>
                </a:solidFill>
              </a:rPr>
              <a:t>2</a:t>
            </a:r>
            <a:r>
              <a:rPr kumimoji="1" lang="zh-CN" altLang="en-US" dirty="0">
                <a:solidFill>
                  <a:schemeClr val="tx1"/>
                </a:solidFill>
              </a:rPr>
              <a:t>）</a:t>
            </a:r>
            <a:r>
              <a:rPr kumimoji="1" lang="en-US" altLang="zh-CN" dirty="0">
                <a:solidFill>
                  <a:schemeClr val="tx1"/>
                </a:solidFill>
              </a:rPr>
              <a:t>SHL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AX, CL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5EAB3B-8BD0-5BE5-F79D-0364D5D36448}"/>
              </a:ext>
            </a:extLst>
          </p:cNvPr>
          <p:cNvSpPr/>
          <p:nvPr/>
        </p:nvSpPr>
        <p:spPr>
          <a:xfrm>
            <a:off x="2699792" y="4627727"/>
            <a:ext cx="2160240" cy="288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（</a:t>
            </a:r>
            <a:r>
              <a:rPr kumimoji="1" lang="en-US" altLang="zh-CN" dirty="0">
                <a:solidFill>
                  <a:schemeClr val="tx1"/>
                </a:solidFill>
              </a:rPr>
              <a:t>2</a:t>
            </a:r>
            <a:r>
              <a:rPr kumimoji="1" lang="zh-CN" altLang="en-US" dirty="0">
                <a:solidFill>
                  <a:schemeClr val="tx1"/>
                </a:solidFill>
              </a:rPr>
              <a:t>）</a:t>
            </a:r>
            <a:r>
              <a:rPr kumimoji="1" lang="en-US" altLang="zh-CN" dirty="0">
                <a:solidFill>
                  <a:schemeClr val="tx1"/>
                </a:solidFill>
              </a:rPr>
              <a:t>JMP EXIT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DC7DCF-D984-86DE-72BC-9EB1F2B78B54}"/>
              </a:ext>
            </a:extLst>
          </p:cNvPr>
          <p:cNvSpPr txBox="1"/>
          <p:nvPr/>
        </p:nvSpPr>
        <p:spPr>
          <a:xfrm>
            <a:off x="3780692" y="1318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E9B13150-3BE5-9487-B876-34579766DC92}"/>
                  </a:ext>
                </a:extLst>
              </p14:cNvPr>
              <p14:cNvContentPartPr/>
              <p14:nvPr/>
            </p14:nvContentPartPr>
            <p14:xfrm>
              <a:off x="3009172" y="1503948"/>
              <a:ext cx="161280" cy="2412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E9B13150-3BE5-9487-B876-34579766DC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03052" y="1497828"/>
                <a:ext cx="1735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A20AFCF5-F1A6-3B1F-2EDE-97FBFA430748}"/>
                  </a:ext>
                </a:extLst>
              </p14:cNvPr>
              <p14:cNvContentPartPr/>
              <p14:nvPr/>
            </p14:nvContentPartPr>
            <p14:xfrm>
              <a:off x="2928172" y="3535788"/>
              <a:ext cx="360" cy="36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A20AFCF5-F1A6-3B1F-2EDE-97FBFA4307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22052" y="35296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AC5A2187-8F99-860A-C823-A5ADDED0C175}"/>
                  </a:ext>
                </a:extLst>
              </p14:cNvPr>
              <p14:cNvContentPartPr/>
              <p14:nvPr/>
            </p14:nvContentPartPr>
            <p14:xfrm>
              <a:off x="3507052" y="3541908"/>
              <a:ext cx="360" cy="36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AC5A2187-8F99-860A-C823-A5ADDED0C17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00932" y="353578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6282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85ABD1B-0A87-474B-A616-ADD1ACE9C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47" y="1498898"/>
            <a:ext cx="8420100" cy="12319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E6D60A6-D06C-E545-805D-6BA962848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61" y="3284984"/>
            <a:ext cx="7188200" cy="1854200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9FEC65D4-CD48-CA4F-BE9F-2227F1651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78073"/>
            <a:ext cx="8229600" cy="1143000"/>
          </a:xfrm>
        </p:spPr>
        <p:txBody>
          <a:bodyPr/>
          <a:lstStyle/>
          <a:p>
            <a:r>
              <a:rPr kumimoji="1" lang="zh-CN" altLang="en-US" dirty="0"/>
              <a:t>参考答案</a:t>
            </a:r>
          </a:p>
        </p:txBody>
      </p:sp>
    </p:spTree>
    <p:extLst>
      <p:ext uri="{BB962C8B-B14F-4D97-AF65-F5344CB8AC3E}">
        <p14:creationId xmlns:p14="http://schemas.microsoft.com/office/powerpoint/2010/main" val="3072578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419</Words>
  <Application>Microsoft Office PowerPoint</Application>
  <PresentationFormat>全屏显示(4:3)</PresentationFormat>
  <Paragraphs>66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主题</vt:lpstr>
      <vt:lpstr>《汇编语言》</vt:lpstr>
      <vt:lpstr>PowerPoint 演示文稿</vt:lpstr>
      <vt:lpstr>PowerPoint 演示文稿</vt:lpstr>
      <vt:lpstr>6. 从2000H单元开始，存放着14H个数据，找出最大一个，并将其存在2000H中。请在方框中各填一条指令。</vt:lpstr>
      <vt:lpstr>7. 设已定义数据段如下：  DATA SEGEMENT   DAX   DB   XXH  DAY    DB  ?  DATA ENDS 下列程序段完成功能：判断变量DAX的值是否大于等于0。若大于等于0，则将DAY单元置为0FFH；否则将DAY单元的值置为00H。</vt:lpstr>
      <vt:lpstr>模拟题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参考答案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《汇编语言》</dc:title>
  <dc:creator>BoMao</dc:creator>
  <cp:lastModifiedBy>一涵 苏</cp:lastModifiedBy>
  <cp:revision>21</cp:revision>
  <cp:lastPrinted>2022-12-15T23:57:57Z</cp:lastPrinted>
  <dcterms:created xsi:type="dcterms:W3CDTF">2016-11-20T09:37:26Z</dcterms:created>
  <dcterms:modified xsi:type="dcterms:W3CDTF">2025-01-01T13:28:20Z</dcterms:modified>
</cp:coreProperties>
</file>