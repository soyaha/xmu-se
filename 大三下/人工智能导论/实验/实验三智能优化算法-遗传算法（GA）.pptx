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9" r:id="rId4"/>
    <p:sldId id="261" r:id="rId5"/>
    <p:sldId id="262" r:id="rId6"/>
    <p:sldId id="263" r:id="rId7"/>
    <p:sldId id="264" r:id="rId8"/>
    <p:sldId id="265" r:id="rId9"/>
    <p:sldId id="266" r:id="rId10"/>
    <p:sldId id="267" r:id="rId11"/>
    <p:sldId id="268" r:id="rId12"/>
    <p:sldId id="269" r:id="rId13"/>
    <p:sldId id="270" r:id="rId14"/>
    <p:sldId id="271" r:id="rId15"/>
    <p:sldId id="273" r:id="rId16"/>
    <p:sldId id="275" r:id="rId17"/>
    <p:sldId id="276" r:id="rId18"/>
    <p:sldId id="277" r:id="rId19"/>
    <p:sldId id="280"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7973" autoAdjust="0"/>
  </p:normalViewPr>
  <p:slideViewPr>
    <p:cSldViewPr snapToGrid="0">
      <p:cViewPr varScale="1">
        <p:scale>
          <a:sx n="88" d="100"/>
          <a:sy n="88" d="100"/>
        </p:scale>
        <p:origin x="88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A09D1-34CC-41BC-BA37-4902C5666677}" type="datetimeFigureOut">
              <a:rPr lang="zh-CN" altLang="en-US" smtClean="0"/>
              <a:t>2026-04-07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90AD4A-DEFB-48D6-A8E7-71B831FB3B9D}" type="slidenum">
              <a:rPr lang="zh-CN" altLang="en-US" smtClean="0"/>
              <a:t>‹#›</a:t>
            </a:fld>
            <a:endParaRPr lang="zh-CN" altLang="en-US"/>
          </a:p>
        </p:txBody>
      </p:sp>
    </p:spTree>
    <p:extLst>
      <p:ext uri="{BB962C8B-B14F-4D97-AF65-F5344CB8AC3E}">
        <p14:creationId xmlns:p14="http://schemas.microsoft.com/office/powerpoint/2010/main" val="2767780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大家好，今天我汇报的内容是</a:t>
            </a:r>
            <a:r>
              <a:rPr lang="zh-CN" altLang="en-US" b="1"/>
              <a:t>智能优化算法中的遗传算法，也就是 </a:t>
            </a:r>
            <a:r>
              <a:rPr lang="en-US" altLang="zh-CN" b="1"/>
              <a:t>Genetic Algorithm</a:t>
            </a:r>
            <a:r>
              <a:rPr lang="zh-CN" altLang="en-US" b="1"/>
              <a:t>，简称 </a:t>
            </a:r>
            <a:r>
              <a:rPr lang="en-US" altLang="zh-CN" b="1"/>
              <a:t>GA</a:t>
            </a:r>
            <a:r>
              <a:rPr lang="zh-CN" altLang="en-US"/>
              <a:t>。遗传算法是一类非常经典的启发式优化方法，它并不是通过严格求导来找最优解，而是借鉴自然界中“遗传”和“进化”的思想，在一组候选解中不断筛选、重组和扰动，最终逼近最优解。今天我会先介绍它的背景，再重点讲它的</a:t>
            </a:r>
            <a:r>
              <a:rPr lang="zh-CN" altLang="en-US" b="1"/>
              <a:t>算法流程与核心机制</a:t>
            </a:r>
            <a:r>
              <a:rPr lang="zh-CN" altLang="en-US"/>
              <a:t>，包括编码、选择、交叉、变异，以及一个具体案例，帮助大家真正理解 </a:t>
            </a:r>
            <a:r>
              <a:rPr lang="en-US" altLang="zh-CN"/>
              <a:t>GA </a:t>
            </a:r>
            <a:r>
              <a:rPr lang="zh-CN" altLang="en-US"/>
              <a:t>到底是怎么工作的。</a:t>
            </a:r>
          </a:p>
        </p:txBody>
      </p:sp>
      <p:sp>
        <p:nvSpPr>
          <p:cNvPr id="4" name="灯片编号占位符 3"/>
          <p:cNvSpPr>
            <a:spLocks noGrp="1"/>
          </p:cNvSpPr>
          <p:nvPr>
            <p:ph type="sldNum" sz="quarter" idx="5"/>
          </p:nvPr>
        </p:nvSpPr>
        <p:spPr/>
        <p:txBody>
          <a:bodyPr/>
          <a:lstStyle/>
          <a:p>
            <a:fld id="{9090AD4A-DEFB-48D6-A8E7-71B831FB3B9D}" type="slidenum">
              <a:rPr lang="zh-CN" altLang="en-US" smtClean="0"/>
              <a:t>1</a:t>
            </a:fld>
            <a:endParaRPr lang="zh-CN" altLang="en-US"/>
          </a:p>
        </p:txBody>
      </p:sp>
    </p:spTree>
    <p:extLst>
      <p:ext uri="{BB962C8B-B14F-4D97-AF65-F5344CB8AC3E}">
        <p14:creationId xmlns:p14="http://schemas.microsoft.com/office/powerpoint/2010/main" val="689669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这次汇报主要分为五部分。第一部分是</a:t>
            </a:r>
            <a:r>
              <a:rPr lang="zh-CN" altLang="en-US" b="1"/>
              <a:t>算法背景</a:t>
            </a:r>
            <a:r>
              <a:rPr lang="zh-CN" altLang="en-US"/>
              <a:t>，帮助大家理解遗传算法为什么会被提出；第二部分是</a:t>
            </a:r>
            <a:r>
              <a:rPr lang="zh-CN" altLang="en-US" b="1"/>
              <a:t>算法原理</a:t>
            </a:r>
            <a:r>
              <a:rPr lang="zh-CN" altLang="en-US"/>
              <a:t>，这一部分是重点，我会详细讲 </a:t>
            </a:r>
            <a:r>
              <a:rPr lang="en-US" altLang="zh-CN"/>
              <a:t>GA </a:t>
            </a:r>
            <a:r>
              <a:rPr lang="zh-CN" altLang="en-US"/>
              <a:t>的编码方式、进化流程，以及选择、交叉、变异的具体含义；第三部分是</a:t>
            </a:r>
            <a:r>
              <a:rPr lang="zh-CN" altLang="en-US" b="1"/>
              <a:t>算法分析</a:t>
            </a:r>
            <a:r>
              <a:rPr lang="zh-CN" altLang="en-US"/>
              <a:t>，讨论它的优缺点；第四部分是</a:t>
            </a:r>
            <a:r>
              <a:rPr lang="zh-CN" altLang="en-US" b="1"/>
              <a:t>算法拓展</a:t>
            </a:r>
            <a:r>
              <a:rPr lang="zh-CN" altLang="en-US"/>
              <a:t>，说明它与其他智能优化算法之间的共性；最后是一个</a:t>
            </a:r>
            <a:r>
              <a:rPr lang="zh-CN" altLang="en-US" b="1"/>
              <a:t>案例实操</a:t>
            </a:r>
            <a:r>
              <a:rPr lang="zh-CN" altLang="en-US"/>
              <a:t>，看遗传算法如何用于求解具体函数最值问题。</a:t>
            </a:r>
          </a:p>
        </p:txBody>
      </p:sp>
      <p:sp>
        <p:nvSpPr>
          <p:cNvPr id="4" name="灯片编号占位符 3"/>
          <p:cNvSpPr>
            <a:spLocks noGrp="1"/>
          </p:cNvSpPr>
          <p:nvPr>
            <p:ph type="sldNum" sz="quarter" idx="5"/>
          </p:nvPr>
        </p:nvSpPr>
        <p:spPr/>
        <p:txBody>
          <a:bodyPr/>
          <a:lstStyle/>
          <a:p>
            <a:fld id="{9090AD4A-DEFB-48D6-A8E7-71B831FB3B9D}" type="slidenum">
              <a:rPr lang="zh-CN" altLang="en-US" smtClean="0"/>
              <a:t>2</a:t>
            </a:fld>
            <a:endParaRPr lang="zh-CN" altLang="en-US"/>
          </a:p>
        </p:txBody>
      </p:sp>
    </p:spTree>
    <p:extLst>
      <p:ext uri="{BB962C8B-B14F-4D97-AF65-F5344CB8AC3E}">
        <p14:creationId xmlns:p14="http://schemas.microsoft.com/office/powerpoint/2010/main" val="1010330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这一页给出了遗传算法的基本定义。简单来说，遗传算法是一种</a:t>
            </a:r>
            <a:r>
              <a:rPr lang="zh-CN" altLang="en-US" b="1"/>
              <a:t>模拟生物自然选择与遗传进化过程</a:t>
            </a:r>
            <a:r>
              <a:rPr lang="zh-CN" altLang="en-US"/>
              <a:t>的全局优化方法。它的核心不是一次只维护一个解，而是</a:t>
            </a:r>
            <a:r>
              <a:rPr lang="zh-CN" altLang="en-US" b="1"/>
              <a:t>同时维护一个解的种群</a:t>
            </a:r>
            <a:r>
              <a:rPr lang="zh-CN" altLang="en-US"/>
              <a:t>。种群中的每个个体都代表问题的一个候选解。然后我们根据适应度来衡量这些解的优劣，让好的解更容易被保留和繁殖，同时通过交叉与变异产生新的个体。经过一代一代的演化，整个种群会逐渐向更优区域靠近。所以它特别适合那些</a:t>
            </a:r>
            <a:r>
              <a:rPr lang="zh-CN" altLang="en-US" b="1"/>
              <a:t>搜索空间大、目标函数复杂、难以直接求导</a:t>
            </a:r>
            <a:r>
              <a:rPr lang="zh-CN" altLang="en-US"/>
              <a:t>的问题。</a:t>
            </a:r>
          </a:p>
          <a:p>
            <a:r>
              <a:rPr lang="zh-CN" altLang="en-US"/>
              <a:t>这里大家要抓住一句话：</a:t>
            </a:r>
            <a:r>
              <a:rPr lang="en-US" altLang="zh-CN" b="1"/>
              <a:t>GA </a:t>
            </a:r>
            <a:r>
              <a:rPr lang="zh-CN" altLang="en-US" b="1"/>
              <a:t>不是精确枚举，也不是梯度下降，而是群体式、概率式、全局性的搜索方法。</a:t>
            </a:r>
            <a:endParaRPr lang="zh-CN" altLang="en-US"/>
          </a:p>
          <a:p>
            <a:endParaRPr lang="zh-CN" altLang="en-US"/>
          </a:p>
        </p:txBody>
      </p:sp>
      <p:sp>
        <p:nvSpPr>
          <p:cNvPr id="4" name="灯片编号占位符 3"/>
          <p:cNvSpPr>
            <a:spLocks noGrp="1"/>
          </p:cNvSpPr>
          <p:nvPr>
            <p:ph type="sldNum" sz="quarter" idx="5"/>
          </p:nvPr>
        </p:nvSpPr>
        <p:spPr/>
        <p:txBody>
          <a:bodyPr/>
          <a:lstStyle/>
          <a:p>
            <a:fld id="{9090AD4A-DEFB-48D6-A8E7-71B831FB3B9D}" type="slidenum">
              <a:rPr lang="zh-CN" altLang="en-US" smtClean="0"/>
              <a:t>3</a:t>
            </a:fld>
            <a:endParaRPr lang="zh-CN" altLang="en-US"/>
          </a:p>
        </p:txBody>
      </p:sp>
    </p:spTree>
    <p:extLst>
      <p:ext uri="{BB962C8B-B14F-4D97-AF65-F5344CB8AC3E}">
        <p14:creationId xmlns:p14="http://schemas.microsoft.com/office/powerpoint/2010/main" val="841848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从背景来看，遗传算法吸收了两类思想。第一类是</a:t>
            </a:r>
            <a:r>
              <a:rPr lang="zh-CN" altLang="en-US" b="1"/>
              <a:t>达尔文的进化论</a:t>
            </a:r>
            <a:r>
              <a:rPr lang="zh-CN" altLang="en-US"/>
              <a:t>，强调“适者生存”；第二类是</a:t>
            </a:r>
            <a:r>
              <a:rPr lang="zh-CN" altLang="en-US" b="1"/>
              <a:t>孟德尔遗传学</a:t>
            </a:r>
            <a:r>
              <a:rPr lang="zh-CN" altLang="en-US"/>
              <a:t>，强调性状如何在代际之间传递和重组。对应到优化问题中，所谓“适者生存”，就是目标函数值更好的候选解应该有更大机会进入下一代；所谓“遗传重组”，就是优质解的某些结构可以组合起来，形成更优的新解。</a:t>
            </a:r>
          </a:p>
          <a:p>
            <a:r>
              <a:rPr lang="zh-CN" altLang="en-US"/>
              <a:t>遗传算法的重要意义在于：它在搜索过程中，不需要我们提前知道最优解在哪里，也不依赖目标函数是否光滑，而是通过不断试探、筛选、重组，逐步积累关于搜索空间的知识。因此它在复杂优化、组合优化、参数寻优等任务中都很常见。</a:t>
            </a:r>
          </a:p>
          <a:p>
            <a:endParaRPr lang="zh-CN" altLang="en-US"/>
          </a:p>
        </p:txBody>
      </p:sp>
      <p:sp>
        <p:nvSpPr>
          <p:cNvPr id="4" name="灯片编号占位符 3"/>
          <p:cNvSpPr>
            <a:spLocks noGrp="1"/>
          </p:cNvSpPr>
          <p:nvPr>
            <p:ph type="sldNum" sz="quarter" idx="5"/>
          </p:nvPr>
        </p:nvSpPr>
        <p:spPr/>
        <p:txBody>
          <a:bodyPr/>
          <a:lstStyle/>
          <a:p>
            <a:fld id="{9090AD4A-DEFB-48D6-A8E7-71B831FB3B9D}" type="slidenum">
              <a:rPr lang="zh-CN" altLang="en-US" smtClean="0"/>
              <a:t>4</a:t>
            </a:fld>
            <a:endParaRPr lang="zh-CN" altLang="en-US"/>
          </a:p>
        </p:txBody>
      </p:sp>
    </p:spTree>
    <p:extLst>
      <p:ext uri="{BB962C8B-B14F-4D97-AF65-F5344CB8AC3E}">
        <p14:creationId xmlns:p14="http://schemas.microsoft.com/office/powerpoint/2010/main" val="1997784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这一页是整个遗传算法思想的核心示意图。我们可以把 </a:t>
            </a:r>
            <a:r>
              <a:rPr lang="en-US" altLang="zh-CN"/>
              <a:t>GA </a:t>
            </a:r>
            <a:r>
              <a:rPr lang="zh-CN" altLang="en-US"/>
              <a:t>的运行过程概括为六个步骤：</a:t>
            </a:r>
          </a:p>
          <a:p>
            <a:r>
              <a:rPr lang="zh-CN" altLang="en-US"/>
              <a:t>第一，</a:t>
            </a:r>
            <a:r>
              <a:rPr lang="zh-CN" altLang="en-US" b="1"/>
              <a:t>编码</a:t>
            </a:r>
            <a:r>
              <a:rPr lang="zh-CN" altLang="en-US"/>
              <a:t>，也就是把问题的可行解表示成适合遗传操作的形式，比如二进制串、实数向量或者排列； 第二，</a:t>
            </a:r>
            <a:r>
              <a:rPr lang="zh-CN" altLang="en-US" b="1"/>
              <a:t>初始化种群</a:t>
            </a:r>
            <a:r>
              <a:rPr lang="zh-CN" altLang="en-US"/>
              <a:t>，随机生成一批初始候选解； 第三，</a:t>
            </a:r>
            <a:r>
              <a:rPr lang="zh-CN" altLang="en-US" b="1"/>
              <a:t>计算适应度</a:t>
            </a:r>
            <a:r>
              <a:rPr lang="zh-CN" altLang="en-US"/>
              <a:t>，判断每个个体当前有多好； 第四，</a:t>
            </a:r>
            <a:r>
              <a:rPr lang="zh-CN" altLang="en-US" b="1"/>
              <a:t>选择</a:t>
            </a:r>
            <a:r>
              <a:rPr lang="zh-CN" altLang="en-US"/>
              <a:t>，让优秀个体更有机会进入下一代； 第五，</a:t>
            </a:r>
            <a:r>
              <a:rPr lang="zh-CN" altLang="en-US" b="1"/>
              <a:t>交叉</a:t>
            </a:r>
            <a:r>
              <a:rPr lang="zh-CN" altLang="en-US"/>
              <a:t>，把不同个体的部分基因进行交换，产生新解； 第六，</a:t>
            </a:r>
            <a:r>
              <a:rPr lang="zh-CN" altLang="en-US" b="1"/>
              <a:t>变异</a:t>
            </a:r>
            <a:r>
              <a:rPr lang="zh-CN" altLang="en-US"/>
              <a:t>，以较小概率随机改动个体某些位置，增加多样性。</a:t>
            </a:r>
          </a:p>
          <a:p>
            <a:r>
              <a:rPr lang="zh-CN" altLang="en-US"/>
              <a:t>这个过程会不断重复，直到达到终止条件，比如迭代次数上限，或者最优值不再明显提升。</a:t>
            </a:r>
          </a:p>
          <a:p>
            <a:r>
              <a:rPr lang="zh-CN" altLang="en-US"/>
              <a:t>这里最关键的理解是：</a:t>
            </a:r>
            <a:r>
              <a:rPr lang="en-US" altLang="zh-CN" b="1"/>
              <a:t>GA </a:t>
            </a:r>
            <a:r>
              <a:rPr lang="zh-CN" altLang="en-US" b="1"/>
              <a:t>的优化不是单步跳到最优，而是通过“保留优秀 </a:t>
            </a:r>
            <a:r>
              <a:rPr lang="en-US" altLang="zh-CN" b="1"/>
              <a:t>+ </a:t>
            </a:r>
            <a:r>
              <a:rPr lang="zh-CN" altLang="en-US" b="1"/>
              <a:t>组合优秀 </a:t>
            </a:r>
            <a:r>
              <a:rPr lang="en-US" altLang="zh-CN" b="1"/>
              <a:t>+ </a:t>
            </a:r>
            <a:r>
              <a:rPr lang="zh-CN" altLang="en-US" b="1"/>
              <a:t>小范围随机探索”来逐步逼近最优。</a:t>
            </a:r>
            <a:endParaRPr lang="zh-CN" altLang="en-US"/>
          </a:p>
          <a:p>
            <a:endParaRPr lang="zh-CN" altLang="en-US"/>
          </a:p>
        </p:txBody>
      </p:sp>
      <p:sp>
        <p:nvSpPr>
          <p:cNvPr id="4" name="灯片编号占位符 3"/>
          <p:cNvSpPr>
            <a:spLocks noGrp="1"/>
          </p:cNvSpPr>
          <p:nvPr>
            <p:ph type="sldNum" sz="quarter" idx="5"/>
          </p:nvPr>
        </p:nvSpPr>
        <p:spPr/>
        <p:txBody>
          <a:bodyPr/>
          <a:lstStyle/>
          <a:p>
            <a:fld id="{9090AD4A-DEFB-48D6-A8E7-71B831FB3B9D}" type="slidenum">
              <a:rPr lang="zh-CN" altLang="en-US" smtClean="0"/>
              <a:t>5</a:t>
            </a:fld>
            <a:endParaRPr lang="zh-CN" altLang="en-US"/>
          </a:p>
        </p:txBody>
      </p:sp>
    </p:spTree>
    <p:extLst>
      <p:ext uri="{BB962C8B-B14F-4D97-AF65-F5344CB8AC3E}">
        <p14:creationId xmlns:p14="http://schemas.microsoft.com/office/powerpoint/2010/main" val="1238190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这一页讲的是</a:t>
            </a:r>
            <a:r>
              <a:rPr lang="zh-CN" altLang="en-US" b="1"/>
              <a:t>编码</a:t>
            </a:r>
            <a:r>
              <a:rPr lang="zh-CN" altLang="en-US"/>
              <a:t>。编码是遗传算法能否顺利应用到具体问题上的第一步。因为 </a:t>
            </a:r>
            <a:r>
              <a:rPr lang="en-US" altLang="zh-CN"/>
              <a:t>GA </a:t>
            </a:r>
            <a:r>
              <a:rPr lang="zh-CN" altLang="en-US"/>
              <a:t>的选择、交叉、变异，本质上操作的不是问题本身，而是问题解的某种“基因表示”。</a:t>
            </a:r>
          </a:p>
          <a:p>
            <a:r>
              <a:rPr lang="zh-CN" altLang="en-US"/>
              <a:t>最经典的是</a:t>
            </a:r>
            <a:r>
              <a:rPr lang="zh-CN" altLang="en-US" b="1"/>
              <a:t>二进制编码</a:t>
            </a:r>
            <a:r>
              <a:rPr lang="zh-CN" altLang="en-US"/>
              <a:t>。比如一个实数解，我们可以把它转成一个二进制串，这样就可以像处理染色体一样去做交叉和变异。除了二进制编码，还有很多其他编码方式。例如在 </a:t>
            </a:r>
            <a:r>
              <a:rPr lang="en-US" altLang="zh-CN"/>
              <a:t>TSP</a:t>
            </a:r>
            <a:r>
              <a:rPr lang="zh-CN" altLang="en-US"/>
              <a:t>，也就是旅行商问题中，一个解本质上是一条访问城市的顺序，因此更适合用</a:t>
            </a:r>
            <a:r>
              <a:rPr lang="zh-CN" altLang="en-US" b="1"/>
              <a:t>排列编码</a:t>
            </a:r>
            <a:r>
              <a:rPr lang="zh-CN" altLang="en-US"/>
              <a:t>，比如 </a:t>
            </a:r>
            <a:r>
              <a:rPr lang="en-US" altLang="zh-CN" sz="1200" kern="1200">
                <a:solidFill>
                  <a:schemeClr val="tx1"/>
                </a:solidFill>
                <a:latin typeface="+mn-lt"/>
                <a:ea typeface="+mn-ea"/>
                <a:cs typeface="+mn-cs"/>
              </a:rPr>
              <a:t>[3,2,1,4,5,7,6,8,9,0]</a:t>
            </a:r>
            <a:r>
              <a:rPr lang="zh-CN" altLang="en-US"/>
              <a:t> 表示访问顺序。</a:t>
            </a:r>
          </a:p>
          <a:p>
            <a:r>
              <a:rPr lang="zh-CN" altLang="en-US"/>
              <a:t>所以编码没有固定答案，而是要根据问题决定。一般来说，一个好的编码方式要满足三点： 第一，能完整表示可行解； 第二，便于进行交叉和变异； 第三，经过遗传操作后尽量还能保持解的合法性。</a:t>
            </a:r>
          </a:p>
          <a:p>
            <a:r>
              <a:rPr lang="zh-CN" altLang="en-US"/>
              <a:t>因此，</a:t>
            </a:r>
            <a:r>
              <a:rPr lang="zh-CN" altLang="en-US" b="1"/>
              <a:t>编码决定了遗传算法处理问题的方式，也会直接影响算法效果。</a:t>
            </a:r>
            <a:endParaRPr lang="zh-CN" altLang="en-US"/>
          </a:p>
          <a:p>
            <a:endParaRPr lang="zh-CN" altLang="en-US"/>
          </a:p>
        </p:txBody>
      </p:sp>
      <p:sp>
        <p:nvSpPr>
          <p:cNvPr id="4" name="灯片编号占位符 3"/>
          <p:cNvSpPr>
            <a:spLocks noGrp="1"/>
          </p:cNvSpPr>
          <p:nvPr>
            <p:ph type="sldNum" sz="quarter" idx="5"/>
          </p:nvPr>
        </p:nvSpPr>
        <p:spPr/>
        <p:txBody>
          <a:bodyPr/>
          <a:lstStyle/>
          <a:p>
            <a:fld id="{9090AD4A-DEFB-48D6-A8E7-71B831FB3B9D}" type="slidenum">
              <a:rPr lang="zh-CN" altLang="en-US" smtClean="0"/>
              <a:t>6</a:t>
            </a:fld>
            <a:endParaRPr lang="zh-CN" altLang="en-US"/>
          </a:p>
        </p:txBody>
      </p:sp>
    </p:spTree>
    <p:extLst>
      <p:ext uri="{BB962C8B-B14F-4D97-AF65-F5344CB8AC3E}">
        <p14:creationId xmlns:p14="http://schemas.microsoft.com/office/powerpoint/2010/main" val="1919792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这一页进一步说明二进制编码时必须考虑的一个关键问题：</a:t>
            </a:r>
            <a:r>
              <a:rPr lang="zh-CN" altLang="en-US" b="1"/>
              <a:t>编码长度和表示精度之间的关系</a:t>
            </a:r>
            <a:r>
              <a:rPr lang="zh-CN" altLang="en-US"/>
              <a:t>。</a:t>
            </a:r>
          </a:p>
          <a:p>
            <a:r>
              <a:rPr lang="zh-CN" altLang="en-US"/>
              <a:t>假设我们要求解的实数范围是 </a:t>
            </a:r>
            <a:r>
              <a:rPr lang="en-US" altLang="zh-CN" sz="1200" kern="1200">
                <a:solidFill>
                  <a:schemeClr val="tx1"/>
                </a:solidFill>
                <a:latin typeface="+mn-lt"/>
                <a:ea typeface="+mn-ea"/>
                <a:cs typeface="+mn-cs"/>
              </a:rPr>
              <a:t>[1,10]</a:t>
            </a:r>
            <a:r>
              <a:rPr lang="zh-CN" altLang="en-US"/>
              <a:t>，并且希望精度达到 </a:t>
            </a:r>
            <a:r>
              <a:rPr lang="en-US" altLang="zh-CN" sz="1200" kern="1200">
                <a:solidFill>
                  <a:schemeClr val="tx1"/>
                </a:solidFill>
                <a:latin typeface="+mn-lt"/>
                <a:ea typeface="+mn-ea"/>
                <a:cs typeface="+mn-cs"/>
              </a:rPr>
              <a:t>1e-5</a:t>
            </a:r>
            <a:r>
              <a:rPr lang="zh-CN" altLang="en-US"/>
              <a:t>，也就是说两个不同解之间的最小区分间隔大约要达到十万分之一。那么二进制串就必须足够长，因为长度为 </a:t>
            </a:r>
            <a:r>
              <a:rPr lang="en-US" altLang="zh-CN" sz="1200" kern="1200">
                <a:solidFill>
                  <a:schemeClr val="tx1"/>
                </a:solidFill>
                <a:latin typeface="+mn-lt"/>
                <a:ea typeface="+mn-ea"/>
                <a:cs typeface="+mn-cs"/>
              </a:rPr>
              <a:t>n</a:t>
            </a:r>
            <a:r>
              <a:rPr lang="zh-CN" altLang="en-US"/>
              <a:t> 的二进制串最多只能表示 </a:t>
            </a:r>
            <a:r>
              <a:rPr lang="en-US" altLang="zh-CN" sz="1200" kern="1200">
                <a:solidFill>
                  <a:schemeClr val="tx1"/>
                </a:solidFill>
                <a:latin typeface="+mn-lt"/>
                <a:ea typeface="+mn-ea"/>
                <a:cs typeface="+mn-cs"/>
              </a:rPr>
              <a:t>2^n</a:t>
            </a:r>
            <a:r>
              <a:rPr lang="zh-CN" altLang="en-US"/>
              <a:t> 个不同状态。</a:t>
            </a:r>
          </a:p>
          <a:p>
            <a:r>
              <a:rPr lang="zh-CN" altLang="en-US"/>
              <a:t>换句话说，如果问题要求更高精度，那么编码长度就必须增加。</a:t>
            </a:r>
            <a:r>
              <a:rPr lang="en-US" altLang="zh-CN"/>
              <a:t>PPT </a:t>
            </a:r>
            <a:r>
              <a:rPr lang="zh-CN" altLang="en-US"/>
              <a:t>中给出的推导本质上就是：在区间长度固定时，</a:t>
            </a:r>
            <a:r>
              <a:rPr lang="zh-CN" altLang="en-US" b="1"/>
              <a:t>编码长度越大，离散步长越小，表示能力越强</a:t>
            </a:r>
            <a:r>
              <a:rPr lang="zh-CN" altLang="en-US"/>
              <a:t>。例如，当 </a:t>
            </a:r>
            <a:r>
              <a:rPr lang="en-US" altLang="zh-CN" sz="1200" kern="1200">
                <a:solidFill>
                  <a:schemeClr val="tx1"/>
                </a:solidFill>
                <a:latin typeface="+mn-lt"/>
                <a:ea typeface="+mn-ea"/>
                <a:cs typeface="+mn-cs"/>
              </a:rPr>
              <a:t>n=20</a:t>
            </a:r>
            <a:r>
              <a:rPr lang="zh-CN" altLang="en-US"/>
              <a:t> 时，就能把区间切分得足够细，从而达到接近 </a:t>
            </a:r>
            <a:r>
              <a:rPr lang="en-US" altLang="zh-CN" sz="1200" kern="1200">
                <a:solidFill>
                  <a:schemeClr val="tx1"/>
                </a:solidFill>
                <a:latin typeface="+mn-lt"/>
                <a:ea typeface="+mn-ea"/>
                <a:cs typeface="+mn-cs"/>
              </a:rPr>
              <a:t>1e-5</a:t>
            </a:r>
            <a:r>
              <a:rPr lang="zh-CN" altLang="en-US"/>
              <a:t> 的精度要求。</a:t>
            </a:r>
          </a:p>
          <a:p>
            <a:r>
              <a:rPr lang="zh-CN" altLang="en-US"/>
              <a:t>这一页想强调两个点： 第一，二进制编码本质上是把连续空间离散化； 第二，串太短会导致表示不精确，串太长又会增大搜索空间，增加算法成本。</a:t>
            </a:r>
          </a:p>
          <a:p>
            <a:r>
              <a:rPr lang="zh-CN" altLang="en-US"/>
              <a:t>所以实际应用里，编码长度是</a:t>
            </a:r>
            <a:r>
              <a:rPr lang="zh-CN" altLang="en-US" b="1"/>
              <a:t>精度与效率之间的折中</a:t>
            </a:r>
            <a:r>
              <a:rPr lang="zh-CN" altLang="en-US"/>
              <a:t>。</a:t>
            </a:r>
          </a:p>
          <a:p>
            <a:endParaRPr lang="zh-CN" altLang="en-US"/>
          </a:p>
        </p:txBody>
      </p:sp>
      <p:sp>
        <p:nvSpPr>
          <p:cNvPr id="4" name="灯片编号占位符 3"/>
          <p:cNvSpPr>
            <a:spLocks noGrp="1"/>
          </p:cNvSpPr>
          <p:nvPr>
            <p:ph type="sldNum" sz="quarter" idx="5"/>
          </p:nvPr>
        </p:nvSpPr>
        <p:spPr/>
        <p:txBody>
          <a:bodyPr/>
          <a:lstStyle/>
          <a:p>
            <a:fld id="{9090AD4A-DEFB-48D6-A8E7-71B831FB3B9D}" type="slidenum">
              <a:rPr lang="zh-CN" altLang="en-US" smtClean="0"/>
              <a:t>7</a:t>
            </a:fld>
            <a:endParaRPr lang="zh-CN" altLang="en-US"/>
          </a:p>
        </p:txBody>
      </p:sp>
    </p:spTree>
    <p:extLst>
      <p:ext uri="{BB962C8B-B14F-4D97-AF65-F5344CB8AC3E}">
        <p14:creationId xmlns:p14="http://schemas.microsoft.com/office/powerpoint/2010/main" val="1415441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前面讲了怎么编码，这一页讲的是怎么</a:t>
            </a:r>
            <a:r>
              <a:rPr lang="zh-CN" altLang="en-US" b="1"/>
              <a:t>解码</a:t>
            </a:r>
            <a:r>
              <a:rPr lang="zh-CN" altLang="en-US"/>
              <a:t>，也就是把二进制串重新映射回实际问题中的数值解。</a:t>
            </a:r>
          </a:p>
          <a:p>
            <a:r>
              <a:rPr lang="zh-CN" altLang="en-US"/>
              <a:t>思路分两步。第一步，先把二进制串转换成十进制整数。比如 </a:t>
            </a:r>
            <a:r>
              <a:rPr lang="en-US" altLang="zh-CN" sz="1200" kern="1200">
                <a:solidFill>
                  <a:schemeClr val="tx1"/>
                </a:solidFill>
                <a:latin typeface="+mn-lt"/>
                <a:ea typeface="+mn-ea"/>
                <a:cs typeface="+mn-cs"/>
              </a:rPr>
              <a:t>[1,1]</a:t>
            </a:r>
            <a:r>
              <a:rPr lang="zh-CN" altLang="en-US"/>
              <a:t> 对应的十进制就是 </a:t>
            </a:r>
            <a:r>
              <a:rPr lang="en-US" altLang="zh-CN"/>
              <a:t>3</a:t>
            </a:r>
            <a:r>
              <a:rPr lang="zh-CN" altLang="en-US"/>
              <a:t>；</a:t>
            </a:r>
            <a:r>
              <a:rPr lang="en-US" altLang="zh-CN" sz="1200" kern="1200">
                <a:solidFill>
                  <a:schemeClr val="tx1"/>
                </a:solidFill>
                <a:latin typeface="+mn-lt"/>
                <a:ea typeface="+mn-ea"/>
                <a:cs typeface="+mn-cs"/>
              </a:rPr>
              <a:t>[1,0]</a:t>
            </a:r>
            <a:r>
              <a:rPr lang="zh-CN" altLang="en-US"/>
              <a:t> 对应十进制就是 </a:t>
            </a:r>
            <a:r>
              <a:rPr lang="en-US" altLang="zh-CN"/>
              <a:t>2</a:t>
            </a:r>
            <a:r>
              <a:rPr lang="zh-CN" altLang="en-US"/>
              <a:t>。第二步，再把这个整数按比例映射到实际取值区间 </a:t>
            </a:r>
            <a:r>
              <a:rPr lang="en-US" altLang="zh-CN" sz="1200" kern="1200">
                <a:solidFill>
                  <a:schemeClr val="tx1"/>
                </a:solidFill>
                <a:latin typeface="+mn-lt"/>
                <a:ea typeface="+mn-ea"/>
                <a:cs typeface="+mn-cs"/>
              </a:rPr>
              <a:t>[a,b]</a:t>
            </a:r>
            <a:r>
              <a:rPr lang="zh-CN" altLang="en-US"/>
              <a:t> 上。</a:t>
            </a:r>
          </a:p>
          <a:p>
            <a:r>
              <a:rPr lang="zh-CN" altLang="en-US"/>
              <a:t>所以，解码的本质就是建立这样一个映射：</a:t>
            </a:r>
          </a:p>
          <a:p>
            <a:r>
              <a:rPr lang="zh-CN" altLang="en-US"/>
              <a:t>二进制串决定它在所有编码中的索引位置；</a:t>
            </a:r>
          </a:p>
          <a:p>
            <a:r>
              <a:rPr lang="zh-CN" altLang="en-US"/>
              <a:t>索引位置再决定它对应区间里的哪个实数值。</a:t>
            </a:r>
          </a:p>
          <a:p>
            <a:r>
              <a:rPr lang="zh-CN" altLang="en-US"/>
              <a:t>这样一来，遗传算法内部操作的是“串”，但最终评价适应度时，还是要回到实际问题中的“值”。</a:t>
            </a:r>
          </a:p>
          <a:p>
            <a:r>
              <a:rPr lang="zh-CN" altLang="en-US"/>
              <a:t>这一点非常重要：</a:t>
            </a:r>
            <a:r>
              <a:rPr lang="en-US" altLang="zh-CN" b="1"/>
              <a:t>GA </a:t>
            </a:r>
            <a:r>
              <a:rPr lang="zh-CN" altLang="en-US" b="1"/>
              <a:t>在表示层做遗传操作，在问题层做适应度评价。编码与解码就是连接这两层的桥梁。</a:t>
            </a:r>
            <a:r>
              <a:rPr lang="zh-CN" altLang="en-US"/>
              <a:t> 如果这座桥设计得不好，算法就可能难以真正搜索到高质量解。</a:t>
            </a:r>
          </a:p>
          <a:p>
            <a:endParaRPr lang="zh-CN" altLang="en-US"/>
          </a:p>
        </p:txBody>
      </p:sp>
      <p:sp>
        <p:nvSpPr>
          <p:cNvPr id="4" name="灯片编号占位符 3"/>
          <p:cNvSpPr>
            <a:spLocks noGrp="1"/>
          </p:cNvSpPr>
          <p:nvPr>
            <p:ph type="sldNum" sz="quarter" idx="5"/>
          </p:nvPr>
        </p:nvSpPr>
        <p:spPr/>
        <p:txBody>
          <a:bodyPr/>
          <a:lstStyle/>
          <a:p>
            <a:fld id="{9090AD4A-DEFB-48D6-A8E7-71B831FB3B9D}" type="slidenum">
              <a:rPr lang="zh-CN" altLang="en-US" smtClean="0"/>
              <a:t>8</a:t>
            </a:fld>
            <a:endParaRPr lang="zh-CN" altLang="en-US"/>
          </a:p>
        </p:txBody>
      </p:sp>
    </p:spTree>
    <p:extLst>
      <p:ext uri="{BB962C8B-B14F-4D97-AF65-F5344CB8AC3E}">
        <p14:creationId xmlns:p14="http://schemas.microsoft.com/office/powerpoint/2010/main" val="1593929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这一页开始进入遗传算法最核心的操作：</a:t>
            </a:r>
            <a:r>
              <a:rPr lang="zh-CN" altLang="en-US" b="1"/>
              <a:t>选择、复制和交叉</a:t>
            </a:r>
            <a:r>
              <a:rPr lang="zh-CN" altLang="en-US"/>
              <a:t>。</a:t>
            </a:r>
          </a:p>
          <a:p>
            <a:r>
              <a:rPr lang="zh-CN" altLang="en-US"/>
              <a:t>先说复制，也可以理解为选择后的保留机制。思想非常简单：适应度高的个体应该更容易被复制到下一代。因为这些个体更“优秀”，它们代表着更有潜力的搜索方向。这里 </a:t>
            </a:r>
            <a:r>
              <a:rPr lang="en-US" altLang="zh-CN"/>
              <a:t>PPT </a:t>
            </a:r>
            <a:r>
              <a:rPr lang="zh-CN" altLang="en-US"/>
              <a:t>提到两种典型思路：一种是</a:t>
            </a:r>
            <a:r>
              <a:rPr lang="zh-CN" altLang="en-US" b="1"/>
              <a:t>按概率复制</a:t>
            </a:r>
            <a:r>
              <a:rPr lang="zh-CN" altLang="en-US"/>
              <a:t>，也就是适应度高的个体被选中的概率更大；另一种是</a:t>
            </a:r>
            <a:r>
              <a:rPr lang="zh-CN" altLang="en-US" b="1"/>
              <a:t>精英保留</a:t>
            </a:r>
            <a:r>
              <a:rPr lang="zh-CN" altLang="en-US"/>
              <a:t>，直接把最好的部分个体保留下来。</a:t>
            </a:r>
          </a:p>
          <a:p>
            <a:r>
              <a:rPr lang="zh-CN" altLang="en-US"/>
              <a:t>再说交叉。交叉的意义是：把两个甚至多个个体的基因片段进行重组，尝试生成新的更优解。比如某个个体前半段很好，另一个个体后半段很好，那么通过交叉就有机会得到一个“前半段也好、后半段也好”的新个体。</a:t>
            </a:r>
          </a:p>
          <a:p>
            <a:r>
              <a:rPr lang="zh-CN" altLang="en-US"/>
              <a:t>从算法角度看，</a:t>
            </a:r>
            <a:r>
              <a:rPr lang="zh-CN" altLang="en-US" b="1"/>
              <a:t>选择负责“保好”</a:t>
            </a:r>
            <a:r>
              <a:rPr lang="zh-CN" altLang="en-US"/>
              <a:t>，</a:t>
            </a:r>
            <a:r>
              <a:rPr lang="zh-CN" altLang="en-US" b="1"/>
              <a:t>交叉负责“组优”</a:t>
            </a:r>
            <a:r>
              <a:rPr lang="zh-CN" altLang="en-US"/>
              <a:t>。一个偏向保留已有优势，一个偏向挖掘新的组合可能性。</a:t>
            </a:r>
          </a:p>
          <a:p>
            <a:r>
              <a:rPr lang="zh-CN" altLang="en-US"/>
              <a:t>这一页还传达了一个重要思想：</a:t>
            </a:r>
            <a:r>
              <a:rPr lang="en-US" altLang="zh-CN"/>
              <a:t>GA </a:t>
            </a:r>
            <a:r>
              <a:rPr lang="zh-CN" altLang="en-US"/>
              <a:t>的具体实现其实非常灵活，不一定只能固定配对、固定替换、固定策略。只要总体方向符合“优秀个体更容易延续、个体之间可以发生信息重组”，就属于合理的遗传思想。</a:t>
            </a:r>
          </a:p>
          <a:p>
            <a:endParaRPr lang="zh-CN" altLang="en-US"/>
          </a:p>
        </p:txBody>
      </p:sp>
      <p:sp>
        <p:nvSpPr>
          <p:cNvPr id="4" name="灯片编号占位符 3"/>
          <p:cNvSpPr>
            <a:spLocks noGrp="1"/>
          </p:cNvSpPr>
          <p:nvPr>
            <p:ph type="sldNum" sz="quarter" idx="5"/>
          </p:nvPr>
        </p:nvSpPr>
        <p:spPr/>
        <p:txBody>
          <a:bodyPr/>
          <a:lstStyle/>
          <a:p>
            <a:fld id="{9090AD4A-DEFB-48D6-A8E7-71B831FB3B9D}" type="slidenum">
              <a:rPr lang="zh-CN" altLang="en-US" smtClean="0"/>
              <a:t>9</a:t>
            </a:fld>
            <a:endParaRPr lang="zh-CN" altLang="en-US"/>
          </a:p>
        </p:txBody>
      </p:sp>
    </p:spTree>
    <p:extLst>
      <p:ext uri="{BB962C8B-B14F-4D97-AF65-F5344CB8AC3E}">
        <p14:creationId xmlns:p14="http://schemas.microsoft.com/office/powerpoint/2010/main" val="489080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这一页实际上是在强调：</a:t>
            </a:r>
            <a:r>
              <a:rPr lang="zh-CN" altLang="en-US" b="1"/>
              <a:t>遗传算法不是死板的模板，而是一类策略框架。</a:t>
            </a:r>
            <a:endParaRPr lang="zh-CN" altLang="en-US"/>
          </a:p>
          <a:p>
            <a:r>
              <a:rPr lang="zh-CN" altLang="en-US"/>
              <a:t>比如交叉时，不一定非要 </a:t>
            </a:r>
            <a:r>
              <a:rPr lang="en-US" altLang="zh-CN"/>
              <a:t>1 </a:t>
            </a:r>
            <a:r>
              <a:rPr lang="zh-CN" altLang="en-US"/>
              <a:t>和 </a:t>
            </a:r>
            <a:r>
              <a:rPr lang="en-US" altLang="zh-CN"/>
              <a:t>2 </a:t>
            </a:r>
            <a:r>
              <a:rPr lang="zh-CN" altLang="en-US"/>
              <a:t>交叉、</a:t>
            </a:r>
            <a:r>
              <a:rPr lang="en-US" altLang="zh-CN"/>
              <a:t>3 </a:t>
            </a:r>
            <a:r>
              <a:rPr lang="zh-CN" altLang="en-US"/>
              <a:t>和 </a:t>
            </a:r>
            <a:r>
              <a:rPr lang="en-US" altLang="zh-CN"/>
              <a:t>4 </a:t>
            </a:r>
            <a:r>
              <a:rPr lang="zh-CN" altLang="en-US"/>
              <a:t>交叉，也可以随机配对；不一定只能两两交叉，也可以设计多父体交叉；不一定只能单点交叉，也可以做多点交叉，甚至做更复杂的重组方式。</a:t>
            </a:r>
          </a:p>
          <a:p>
            <a:r>
              <a:rPr lang="zh-CN" altLang="en-US"/>
              <a:t>为什么会有这些变化？因为不同问题的解结构不同。对于某些问题，单点交叉已经足够；而对另一些复杂问题，多点交叉可能更容易产生高质量后代。</a:t>
            </a:r>
          </a:p>
          <a:p>
            <a:r>
              <a:rPr lang="zh-CN" altLang="en-US"/>
              <a:t>所以我们可以把交叉理解成一句话：</a:t>
            </a:r>
            <a:r>
              <a:rPr lang="zh-CN" altLang="en-US" b="1"/>
              <a:t>在保持种群进化方向的前提下，尽可能扩大优质信息的组合方式。</a:t>
            </a:r>
            <a:endParaRPr lang="zh-CN" altLang="en-US"/>
          </a:p>
          <a:p>
            <a:endParaRPr lang="zh-CN" altLang="en-US"/>
          </a:p>
        </p:txBody>
      </p:sp>
      <p:sp>
        <p:nvSpPr>
          <p:cNvPr id="4" name="灯片编号占位符 3"/>
          <p:cNvSpPr>
            <a:spLocks noGrp="1"/>
          </p:cNvSpPr>
          <p:nvPr>
            <p:ph type="sldNum" sz="quarter" idx="5"/>
          </p:nvPr>
        </p:nvSpPr>
        <p:spPr/>
        <p:txBody>
          <a:bodyPr/>
          <a:lstStyle/>
          <a:p>
            <a:fld id="{9090AD4A-DEFB-48D6-A8E7-71B831FB3B9D}" type="slidenum">
              <a:rPr lang="zh-CN" altLang="en-US" smtClean="0"/>
              <a:t>10</a:t>
            </a:fld>
            <a:endParaRPr lang="zh-CN" altLang="en-US"/>
          </a:p>
        </p:txBody>
      </p:sp>
    </p:spTree>
    <p:extLst>
      <p:ext uri="{BB962C8B-B14F-4D97-AF65-F5344CB8AC3E}">
        <p14:creationId xmlns:p14="http://schemas.microsoft.com/office/powerpoint/2010/main" val="30490042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这一页讲的是</a:t>
            </a:r>
            <a:r>
              <a:rPr lang="zh-CN" altLang="en-US" b="1"/>
              <a:t>变异</a:t>
            </a:r>
            <a:r>
              <a:rPr lang="zh-CN" altLang="en-US"/>
              <a:t>。如果说选择和交叉主要是在已有优质解附近做组合，那么变异的作用就是引入</a:t>
            </a:r>
            <a:r>
              <a:rPr lang="zh-CN" altLang="en-US" b="1"/>
              <a:t>新的随机扰动</a:t>
            </a:r>
            <a:r>
              <a:rPr lang="zh-CN" altLang="en-US"/>
              <a:t>，避免整个种群越来越相似，最后停在局部最优附近出不来。</a:t>
            </a:r>
          </a:p>
          <a:p>
            <a:r>
              <a:rPr lang="zh-CN" altLang="en-US"/>
              <a:t>最常见的二进制变异方式就是</a:t>
            </a:r>
            <a:r>
              <a:rPr lang="zh-CN" altLang="en-US" b="1"/>
              <a:t>按位取反</a:t>
            </a:r>
            <a:r>
              <a:rPr lang="zh-CN" altLang="en-US"/>
              <a:t>。比如某一位原来是 </a:t>
            </a:r>
            <a:r>
              <a:rPr lang="en-US" altLang="zh-CN"/>
              <a:t>0</a:t>
            </a:r>
            <a:r>
              <a:rPr lang="zh-CN" altLang="en-US"/>
              <a:t>，变异后变成 </a:t>
            </a:r>
            <a:r>
              <a:rPr lang="en-US" altLang="zh-CN"/>
              <a:t>1</a:t>
            </a:r>
            <a:r>
              <a:rPr lang="zh-CN" altLang="en-US"/>
              <a:t>；原来是 </a:t>
            </a:r>
            <a:r>
              <a:rPr lang="en-US" altLang="zh-CN"/>
              <a:t>1</a:t>
            </a:r>
            <a:r>
              <a:rPr lang="zh-CN" altLang="en-US"/>
              <a:t>，就变成 </a:t>
            </a:r>
            <a:r>
              <a:rPr lang="en-US" altLang="zh-CN"/>
              <a:t>0</a:t>
            </a:r>
            <a:r>
              <a:rPr lang="zh-CN" altLang="en-US"/>
              <a:t>。虽然看起来只是一个很小的变化，但它可能把个体带到新的搜索区域。</a:t>
            </a:r>
          </a:p>
          <a:p>
            <a:r>
              <a:rPr lang="zh-CN" altLang="en-US"/>
              <a:t>变异通常以较低概率发生，因为如果变异过强，算法就会变得太随机，前面通过选择和交叉积累下来的结构优势可能会被破坏；但如果变异太弱，种群多样性又会不足。</a:t>
            </a:r>
          </a:p>
          <a:p>
            <a:r>
              <a:rPr lang="zh-CN" altLang="en-US"/>
              <a:t>所以，变异的本质可以概括为一句话：</a:t>
            </a:r>
            <a:r>
              <a:rPr lang="zh-CN" altLang="en-US" b="1"/>
              <a:t>它不是主力搜索手段，而是防止早熟收敛的重要保障机制。</a:t>
            </a:r>
            <a:endParaRPr lang="zh-CN" altLang="en-US"/>
          </a:p>
          <a:p>
            <a:endParaRPr lang="zh-CN" altLang="en-US"/>
          </a:p>
        </p:txBody>
      </p:sp>
      <p:sp>
        <p:nvSpPr>
          <p:cNvPr id="4" name="灯片编号占位符 3"/>
          <p:cNvSpPr>
            <a:spLocks noGrp="1"/>
          </p:cNvSpPr>
          <p:nvPr>
            <p:ph type="sldNum" sz="quarter" idx="5"/>
          </p:nvPr>
        </p:nvSpPr>
        <p:spPr/>
        <p:txBody>
          <a:bodyPr/>
          <a:lstStyle/>
          <a:p>
            <a:fld id="{9090AD4A-DEFB-48D6-A8E7-71B831FB3B9D}" type="slidenum">
              <a:rPr lang="zh-CN" altLang="en-US" smtClean="0"/>
              <a:t>11</a:t>
            </a:fld>
            <a:endParaRPr lang="zh-CN" altLang="en-US"/>
          </a:p>
        </p:txBody>
      </p:sp>
    </p:spTree>
    <p:extLst>
      <p:ext uri="{BB962C8B-B14F-4D97-AF65-F5344CB8AC3E}">
        <p14:creationId xmlns:p14="http://schemas.microsoft.com/office/powerpoint/2010/main" val="640298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这一页开始从思想层面过渡到实现层面。这里给出了一个典型 </a:t>
            </a:r>
            <a:r>
              <a:rPr lang="en-US" altLang="zh-CN"/>
              <a:t>GA </a:t>
            </a:r>
            <a:r>
              <a:rPr lang="zh-CN" altLang="en-US"/>
              <a:t>的实现方案：</a:t>
            </a:r>
          </a:p>
          <a:p>
            <a:r>
              <a:rPr lang="zh-CN" altLang="en-US"/>
              <a:t>复制阶段，采用</a:t>
            </a:r>
            <a:r>
              <a:rPr lang="zh-CN" altLang="en-US" b="1"/>
              <a:t>轮盘赌选择</a:t>
            </a:r>
            <a:r>
              <a:rPr lang="zh-CN" altLang="en-US"/>
              <a:t>；</a:t>
            </a:r>
          </a:p>
          <a:p>
            <a:r>
              <a:rPr lang="zh-CN" altLang="en-US"/>
              <a:t>交叉阶段，按一定概率决定是否发生交叉，并随机选择交叉段；</a:t>
            </a:r>
          </a:p>
          <a:p>
            <a:r>
              <a:rPr lang="zh-CN" altLang="en-US"/>
              <a:t>变异阶段，按一定概率决定是否变异，并随机选择变异位点。</a:t>
            </a:r>
          </a:p>
          <a:p>
            <a:r>
              <a:rPr lang="zh-CN" altLang="en-US"/>
              <a:t>这里建议大家把 </a:t>
            </a:r>
            <a:r>
              <a:rPr lang="en-US" altLang="zh-CN"/>
              <a:t>GA </a:t>
            </a:r>
            <a:r>
              <a:rPr lang="zh-CN" altLang="en-US"/>
              <a:t>的实现流程记成一个标准模板：</a:t>
            </a:r>
          </a:p>
          <a:p>
            <a:r>
              <a:rPr lang="zh-CN" altLang="en-US"/>
              <a:t>初始化种群；</a:t>
            </a:r>
          </a:p>
          <a:p>
            <a:r>
              <a:rPr lang="zh-CN" altLang="en-US"/>
              <a:t>计算适应度；</a:t>
            </a:r>
          </a:p>
          <a:p>
            <a:r>
              <a:rPr lang="zh-CN" altLang="en-US"/>
              <a:t>依据适应度做选择；</a:t>
            </a:r>
          </a:p>
          <a:p>
            <a:r>
              <a:rPr lang="zh-CN" altLang="en-US"/>
              <a:t>对选中个体做交叉；</a:t>
            </a:r>
          </a:p>
          <a:p>
            <a:r>
              <a:rPr lang="zh-CN" altLang="en-US"/>
              <a:t>对后代做变异；</a:t>
            </a:r>
          </a:p>
          <a:p>
            <a:r>
              <a:rPr lang="zh-CN" altLang="en-US"/>
              <a:t>更新种群并进入下一代。</a:t>
            </a:r>
          </a:p>
          <a:p>
            <a:r>
              <a:rPr lang="zh-CN" altLang="en-US"/>
              <a:t>其中，</a:t>
            </a:r>
            <a:r>
              <a:rPr lang="zh-CN" altLang="en-US" b="1"/>
              <a:t>适应度函数决定了什么叫“好解”</a:t>
            </a:r>
            <a:r>
              <a:rPr lang="zh-CN" altLang="en-US"/>
              <a:t>，而</a:t>
            </a:r>
            <a:r>
              <a:rPr lang="zh-CN" altLang="en-US" b="1"/>
              <a:t>选择、交叉、变异决定了如何从当前解群体生成下一代</a:t>
            </a:r>
            <a:r>
              <a:rPr lang="zh-CN" altLang="en-US"/>
              <a:t>。所以从工程实现上看，</a:t>
            </a:r>
            <a:r>
              <a:rPr lang="en-US" altLang="zh-CN"/>
              <a:t>GA </a:t>
            </a:r>
            <a:r>
              <a:rPr lang="zh-CN" altLang="en-US"/>
              <a:t>其实就是： </a:t>
            </a:r>
            <a:r>
              <a:rPr lang="zh-CN" altLang="en-US" b="1"/>
              <a:t>一个评价模块 </a:t>
            </a:r>
            <a:r>
              <a:rPr lang="en-US" altLang="zh-CN" b="1"/>
              <a:t>+ </a:t>
            </a:r>
            <a:r>
              <a:rPr lang="zh-CN" altLang="en-US" b="1"/>
              <a:t>三个遗传操作模块 </a:t>
            </a:r>
            <a:r>
              <a:rPr lang="en-US" altLang="zh-CN" b="1"/>
              <a:t>+ </a:t>
            </a:r>
            <a:r>
              <a:rPr lang="zh-CN" altLang="en-US" b="1"/>
              <a:t>一个迭代更新循环。</a:t>
            </a:r>
            <a:endParaRPr lang="zh-CN" altLang="en-US"/>
          </a:p>
          <a:p>
            <a:endParaRPr lang="zh-CN" altLang="en-US"/>
          </a:p>
        </p:txBody>
      </p:sp>
      <p:sp>
        <p:nvSpPr>
          <p:cNvPr id="4" name="灯片编号占位符 3"/>
          <p:cNvSpPr>
            <a:spLocks noGrp="1"/>
          </p:cNvSpPr>
          <p:nvPr>
            <p:ph type="sldNum" sz="quarter" idx="5"/>
          </p:nvPr>
        </p:nvSpPr>
        <p:spPr/>
        <p:txBody>
          <a:bodyPr/>
          <a:lstStyle/>
          <a:p>
            <a:fld id="{9090AD4A-DEFB-48D6-A8E7-71B831FB3B9D}" type="slidenum">
              <a:rPr lang="zh-CN" altLang="en-US" smtClean="0"/>
              <a:t>12</a:t>
            </a:fld>
            <a:endParaRPr lang="zh-CN" altLang="en-US"/>
          </a:p>
        </p:txBody>
      </p:sp>
    </p:spTree>
    <p:extLst>
      <p:ext uri="{BB962C8B-B14F-4D97-AF65-F5344CB8AC3E}">
        <p14:creationId xmlns:p14="http://schemas.microsoft.com/office/powerpoint/2010/main" val="3189215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这一页是实现部分的重点，讲的是</a:t>
            </a:r>
            <a:r>
              <a:rPr lang="zh-CN" altLang="en-US" b="1"/>
              <a:t>轮盘赌选择</a:t>
            </a:r>
            <a:r>
              <a:rPr lang="zh-CN" altLang="en-US"/>
              <a:t>。轮盘赌的核心思想非常直观：适应度越高的个体，占据的概率区间越大，因此越容易被抽中复制到下一代。</a:t>
            </a:r>
          </a:p>
          <a:p>
            <a:r>
              <a:rPr lang="zh-CN" altLang="en-US"/>
              <a:t>具体做法是这样的： 第一步，计算每个个体的适应度 </a:t>
            </a:r>
            <a:r>
              <a:rPr lang="en-US" altLang="zh-CN" sz="1200" kern="1200">
                <a:solidFill>
                  <a:schemeClr val="tx1"/>
                </a:solidFill>
                <a:latin typeface="+mn-lt"/>
                <a:ea typeface="+mn-ea"/>
                <a:cs typeface="+mn-cs"/>
              </a:rPr>
              <a:t>f(x_i)</a:t>
            </a:r>
            <a:r>
              <a:rPr lang="zh-CN" altLang="en-US"/>
              <a:t>； 第二步，归一化为概率 </a:t>
            </a:r>
            <a:r>
              <a:rPr lang="en-US" altLang="zh-CN" sz="1200" kern="1200">
                <a:solidFill>
                  <a:schemeClr val="tx1"/>
                </a:solidFill>
                <a:latin typeface="+mn-lt"/>
                <a:ea typeface="+mn-ea"/>
                <a:cs typeface="+mn-cs"/>
              </a:rPr>
              <a:t>p_i = f(x_i) / Σf(x_i)</a:t>
            </a:r>
            <a:r>
              <a:rPr lang="zh-CN" altLang="en-US"/>
              <a:t>； 第三步，对这些概率做累加，得到累计概率区间； 第四步，随机生成若干个 </a:t>
            </a:r>
            <a:r>
              <a:rPr lang="en-US" altLang="zh-CN"/>
              <a:t>0 </a:t>
            </a:r>
            <a:r>
              <a:rPr lang="zh-CN" altLang="en-US"/>
              <a:t>到 </a:t>
            </a:r>
            <a:r>
              <a:rPr lang="en-US" altLang="zh-CN"/>
              <a:t>1 </a:t>
            </a:r>
            <a:r>
              <a:rPr lang="zh-CN" altLang="en-US"/>
              <a:t>之间的随机数，看这些随机数落在哪个区间内，就复制对应的个体。</a:t>
            </a:r>
          </a:p>
          <a:p>
            <a:r>
              <a:rPr lang="zh-CN" altLang="en-US"/>
              <a:t>举个例子，如果四个个体的概率分别是 </a:t>
            </a:r>
            <a:r>
              <a:rPr lang="en-US" altLang="zh-CN"/>
              <a:t>0.2</a:t>
            </a:r>
            <a:r>
              <a:rPr lang="zh-CN" altLang="en-US"/>
              <a:t>、</a:t>
            </a:r>
            <a:r>
              <a:rPr lang="en-US" altLang="zh-CN"/>
              <a:t>0.1</a:t>
            </a:r>
            <a:r>
              <a:rPr lang="zh-CN" altLang="en-US"/>
              <a:t>、</a:t>
            </a:r>
            <a:r>
              <a:rPr lang="en-US" altLang="zh-CN"/>
              <a:t>0.4</a:t>
            </a:r>
            <a:r>
              <a:rPr lang="zh-CN" altLang="en-US"/>
              <a:t>、</a:t>
            </a:r>
            <a:r>
              <a:rPr lang="en-US" altLang="zh-CN"/>
              <a:t>0.3</a:t>
            </a:r>
            <a:r>
              <a:rPr lang="zh-CN" altLang="en-US"/>
              <a:t>，那么累计区间就是 </a:t>
            </a:r>
            <a:r>
              <a:rPr lang="en-US" altLang="zh-CN"/>
              <a:t>0.2</a:t>
            </a:r>
            <a:r>
              <a:rPr lang="zh-CN" altLang="en-US"/>
              <a:t>、</a:t>
            </a:r>
            <a:r>
              <a:rPr lang="en-US" altLang="zh-CN"/>
              <a:t>0.3</a:t>
            </a:r>
            <a:r>
              <a:rPr lang="zh-CN" altLang="en-US"/>
              <a:t>、</a:t>
            </a:r>
            <a:r>
              <a:rPr lang="en-US" altLang="zh-CN"/>
              <a:t>0.7</a:t>
            </a:r>
            <a:r>
              <a:rPr lang="zh-CN" altLang="en-US"/>
              <a:t>、</a:t>
            </a:r>
            <a:r>
              <a:rPr lang="en-US" altLang="zh-CN"/>
              <a:t>1.0</a:t>
            </a:r>
            <a:r>
              <a:rPr lang="zh-CN" altLang="en-US"/>
              <a:t>。此时如果随机数落在 </a:t>
            </a:r>
            <a:r>
              <a:rPr lang="en-US" altLang="zh-CN"/>
              <a:t>0.3 </a:t>
            </a:r>
            <a:r>
              <a:rPr lang="zh-CN" altLang="en-US"/>
              <a:t>到 </a:t>
            </a:r>
            <a:r>
              <a:rPr lang="en-US" altLang="zh-CN"/>
              <a:t>0.7 </a:t>
            </a:r>
            <a:r>
              <a:rPr lang="zh-CN" altLang="en-US"/>
              <a:t>之间，就说明第三个个体被选中。</a:t>
            </a:r>
          </a:p>
          <a:p>
            <a:r>
              <a:rPr lang="zh-CN" altLang="en-US"/>
              <a:t>所以轮盘赌并不是“最优个体一定保留”，而是“优秀个体保留概率更大”。这样既体现择优原则，又保留一定随机性，有利于维持种群多样性。</a:t>
            </a:r>
          </a:p>
          <a:p>
            <a:endParaRPr lang="zh-CN" altLang="en-US"/>
          </a:p>
        </p:txBody>
      </p:sp>
      <p:sp>
        <p:nvSpPr>
          <p:cNvPr id="4" name="灯片编号占位符 3"/>
          <p:cNvSpPr>
            <a:spLocks noGrp="1"/>
          </p:cNvSpPr>
          <p:nvPr>
            <p:ph type="sldNum" sz="quarter" idx="5"/>
          </p:nvPr>
        </p:nvSpPr>
        <p:spPr/>
        <p:txBody>
          <a:bodyPr/>
          <a:lstStyle/>
          <a:p>
            <a:fld id="{9090AD4A-DEFB-48D6-A8E7-71B831FB3B9D}" type="slidenum">
              <a:rPr lang="zh-CN" altLang="en-US" smtClean="0"/>
              <a:t>13</a:t>
            </a:fld>
            <a:endParaRPr lang="zh-CN" altLang="en-US"/>
          </a:p>
        </p:txBody>
      </p:sp>
    </p:spTree>
    <p:extLst>
      <p:ext uri="{BB962C8B-B14F-4D97-AF65-F5344CB8AC3E}">
        <p14:creationId xmlns:p14="http://schemas.microsoft.com/office/powerpoint/2010/main" val="23205285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这一页进一步把轮盘赌写成了伪代码流程。这里最值得注意的是两个细节。</a:t>
            </a:r>
          </a:p>
          <a:p>
            <a:r>
              <a:rPr lang="zh-CN" altLang="en-US"/>
              <a:t>第一个细节是</a:t>
            </a:r>
            <a:r>
              <a:rPr lang="zh-CN" altLang="en-US" b="1"/>
              <a:t>累计概率数组 </a:t>
            </a:r>
            <a:r>
              <a:rPr lang="en-US" altLang="zh-CN" sz="1200" b="1" kern="1200">
                <a:solidFill>
                  <a:schemeClr val="tx1"/>
                </a:solidFill>
                <a:latin typeface="+mn-lt"/>
                <a:ea typeface="+mn-ea"/>
                <a:cs typeface="+mn-cs"/>
              </a:rPr>
              <a:t>Cs</a:t>
            </a:r>
            <a:r>
              <a:rPr lang="zh-CN" altLang="en-US"/>
              <a:t>。它把离散的复制概率转成了一个连续区间判断问题，这样只要比较随机数是否小于当前累计值，就能知道该复制哪个个体。</a:t>
            </a:r>
          </a:p>
          <a:p>
            <a:r>
              <a:rPr lang="zh-CN" altLang="en-US"/>
              <a:t>第二个细节是</a:t>
            </a:r>
            <a:r>
              <a:rPr lang="zh-CN" altLang="en-US" b="1"/>
              <a:t>把随机数排序</a:t>
            </a:r>
            <a:r>
              <a:rPr lang="zh-CN" altLang="en-US"/>
              <a:t>。</a:t>
            </a:r>
            <a:r>
              <a:rPr lang="en-US" altLang="zh-CN"/>
              <a:t>PPT </a:t>
            </a:r>
            <a:r>
              <a:rPr lang="zh-CN" altLang="en-US"/>
              <a:t>中 </a:t>
            </a:r>
            <a:r>
              <a:rPr lang="en-US" altLang="zh-CN" sz="1200" kern="1200">
                <a:solidFill>
                  <a:schemeClr val="tx1"/>
                </a:solidFill>
                <a:latin typeface="+mn-lt"/>
                <a:ea typeface="+mn-ea"/>
                <a:cs typeface="+mn-cs"/>
              </a:rPr>
              <a:t>R = sort(rand(4))</a:t>
            </a:r>
            <a:r>
              <a:rPr lang="zh-CN" altLang="en-US"/>
              <a:t> 的作用，是把原本无序的随机判断过程，变成一个更高效的顺序扫描过程。这样就不需要对每个随机数都从头遍历一次区间，而是可以让 </a:t>
            </a:r>
            <a:r>
              <a:rPr lang="en-US" altLang="zh-CN" sz="1200" kern="1200">
                <a:solidFill>
                  <a:schemeClr val="tx1"/>
                </a:solidFill>
                <a:latin typeface="+mn-lt"/>
                <a:ea typeface="+mn-ea"/>
                <a:cs typeface="+mn-cs"/>
              </a:rPr>
              <a:t>i</a:t>
            </a:r>
            <a:r>
              <a:rPr lang="zh-CN" altLang="en-US"/>
              <a:t> 和 </a:t>
            </a:r>
            <a:r>
              <a:rPr lang="en-US" altLang="zh-CN" sz="1200" kern="1200">
                <a:solidFill>
                  <a:schemeClr val="tx1"/>
                </a:solidFill>
                <a:latin typeface="+mn-lt"/>
                <a:ea typeface="+mn-ea"/>
                <a:cs typeface="+mn-cs"/>
              </a:rPr>
              <a:t>j</a:t>
            </a:r>
            <a:r>
              <a:rPr lang="zh-CN" altLang="en-US"/>
              <a:t> 两个指针线性推进，提高实现效率。</a:t>
            </a:r>
          </a:p>
          <a:p>
            <a:r>
              <a:rPr lang="zh-CN" altLang="en-US"/>
              <a:t>从程序实现角度看，这页展示的不是简单概念，而是一个很典型的工程优化思路： </a:t>
            </a:r>
            <a:r>
              <a:rPr lang="zh-CN" altLang="en-US" b="1"/>
              <a:t>把概率抽样问题转化为累计区间匹配问题，再利用排序减少重复比较。</a:t>
            </a:r>
            <a:endParaRPr lang="zh-CN" altLang="en-US"/>
          </a:p>
          <a:p>
            <a:r>
              <a:rPr lang="zh-CN" altLang="en-US"/>
              <a:t>因此，这一页其实非常适合在答辩或课堂上体现你对算法“从概念到实现”的理解深度。</a:t>
            </a:r>
          </a:p>
          <a:p>
            <a:endParaRPr lang="zh-CN" altLang="en-US"/>
          </a:p>
        </p:txBody>
      </p:sp>
      <p:sp>
        <p:nvSpPr>
          <p:cNvPr id="4" name="灯片编号占位符 3"/>
          <p:cNvSpPr>
            <a:spLocks noGrp="1"/>
          </p:cNvSpPr>
          <p:nvPr>
            <p:ph type="sldNum" sz="quarter" idx="5"/>
          </p:nvPr>
        </p:nvSpPr>
        <p:spPr/>
        <p:txBody>
          <a:bodyPr/>
          <a:lstStyle/>
          <a:p>
            <a:fld id="{9090AD4A-DEFB-48D6-A8E7-71B831FB3B9D}" type="slidenum">
              <a:rPr lang="zh-CN" altLang="en-US" smtClean="0"/>
              <a:t>14</a:t>
            </a:fld>
            <a:endParaRPr lang="zh-CN" altLang="en-US"/>
          </a:p>
        </p:txBody>
      </p:sp>
    </p:spTree>
    <p:extLst>
      <p:ext uri="{BB962C8B-B14F-4D97-AF65-F5344CB8AC3E}">
        <p14:creationId xmlns:p14="http://schemas.microsoft.com/office/powerpoint/2010/main" val="37668825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这一页讨论遗传算法的优缺点。</a:t>
            </a:r>
          </a:p>
          <a:p>
            <a:r>
              <a:rPr lang="zh-CN" altLang="en-US"/>
              <a:t>先看优点。第一，</a:t>
            </a:r>
            <a:r>
              <a:rPr lang="en-US" altLang="zh-CN"/>
              <a:t>GA </a:t>
            </a:r>
            <a:r>
              <a:rPr lang="zh-CN" altLang="en-US" b="1"/>
              <a:t>不依赖梯度信息</a:t>
            </a:r>
            <a:r>
              <a:rPr lang="zh-CN" altLang="en-US"/>
              <a:t>，因此适用于不可导、非凸、离散甚至混合优化问题；第二，它采用种群搜索，不容易像单点搜索那样一开始就被局部区域限制；第三，变异机制使它具备一定的跳出局部极值能力。</a:t>
            </a:r>
          </a:p>
          <a:p>
            <a:r>
              <a:rPr lang="zh-CN" altLang="en-US"/>
              <a:t>再看缺点。虽然 </a:t>
            </a:r>
            <a:r>
              <a:rPr lang="en-US" altLang="zh-CN"/>
              <a:t>PPT </a:t>
            </a:r>
            <a:r>
              <a:rPr lang="zh-CN" altLang="en-US"/>
              <a:t>写了“容易陷入局部最优”，更准确地说，</a:t>
            </a:r>
            <a:r>
              <a:rPr lang="en-US" altLang="zh-CN"/>
              <a:t>GA </a:t>
            </a:r>
            <a:r>
              <a:rPr lang="zh-CN" altLang="en-US"/>
              <a:t>相比传统局部搜索更不容易早早陷入局部最优，但如果参数设置不合理，比如种群多样性不足、变异概率太小、选择压力过强，它依然可能出现</a:t>
            </a:r>
            <a:r>
              <a:rPr lang="zh-CN" altLang="en-US" b="1"/>
              <a:t>早熟收敛</a:t>
            </a:r>
            <a:r>
              <a:rPr lang="zh-CN" altLang="en-US"/>
              <a:t>。另外，它的实现通常比普通迭代优化更复杂，参数也比较多，例如种群规模、交叉概率、变异概率、编码方式、终止条件等。</a:t>
            </a:r>
          </a:p>
          <a:p>
            <a:r>
              <a:rPr lang="zh-CN" altLang="en-US"/>
              <a:t>所以总体上，</a:t>
            </a:r>
            <a:r>
              <a:rPr lang="en-US" altLang="zh-CN"/>
              <a:t>GA </a:t>
            </a:r>
            <a:r>
              <a:rPr lang="zh-CN" altLang="en-US"/>
              <a:t>的特点可以概括为：</a:t>
            </a:r>
            <a:r>
              <a:rPr lang="zh-CN" altLang="en-US" b="1"/>
              <a:t>全局性较强、适应面较广，但收敛速度和参数敏感性需要权衡。</a:t>
            </a:r>
            <a:endParaRPr lang="zh-CN" altLang="en-US"/>
          </a:p>
          <a:p>
            <a:endParaRPr lang="zh-CN" altLang="en-US"/>
          </a:p>
        </p:txBody>
      </p:sp>
      <p:sp>
        <p:nvSpPr>
          <p:cNvPr id="4" name="灯片编号占位符 3"/>
          <p:cNvSpPr>
            <a:spLocks noGrp="1"/>
          </p:cNvSpPr>
          <p:nvPr>
            <p:ph type="sldNum" sz="quarter" idx="5"/>
          </p:nvPr>
        </p:nvSpPr>
        <p:spPr/>
        <p:txBody>
          <a:bodyPr/>
          <a:lstStyle/>
          <a:p>
            <a:fld id="{9090AD4A-DEFB-48D6-A8E7-71B831FB3B9D}" type="slidenum">
              <a:rPr lang="zh-CN" altLang="en-US" smtClean="0"/>
              <a:t>15</a:t>
            </a:fld>
            <a:endParaRPr lang="zh-CN" altLang="en-US"/>
          </a:p>
        </p:txBody>
      </p:sp>
    </p:spTree>
    <p:extLst>
      <p:ext uri="{BB962C8B-B14F-4D97-AF65-F5344CB8AC3E}">
        <p14:creationId xmlns:p14="http://schemas.microsoft.com/office/powerpoint/2010/main" val="19610475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这一页想表达的是，遗传算法并不是孤立存在的。像蚁群算法、粒子群算法、免疫算法、鱼群算法、蝙蝠算法等，这些启发式优化算法虽然具体机制不同，但它们背后都有一个共同逻辑：</a:t>
            </a:r>
          </a:p>
          <a:p>
            <a:r>
              <a:rPr lang="zh-CN" altLang="en-US" b="1"/>
              <a:t>保底机制 </a:t>
            </a:r>
            <a:r>
              <a:rPr lang="en-US" altLang="zh-CN" b="1"/>
              <a:t>+ </a:t>
            </a:r>
            <a:r>
              <a:rPr lang="zh-CN" altLang="en-US" b="1"/>
              <a:t>更新策略 </a:t>
            </a:r>
            <a:r>
              <a:rPr lang="en-US" altLang="zh-CN" b="1"/>
              <a:t>= </a:t>
            </a:r>
            <a:r>
              <a:rPr lang="zh-CN" altLang="en-US" b="1"/>
              <a:t>逐步逼近优解。</a:t>
            </a:r>
            <a:endParaRPr lang="zh-CN" altLang="en-US"/>
          </a:p>
          <a:p>
            <a:r>
              <a:rPr lang="zh-CN" altLang="en-US"/>
              <a:t>所谓保底机制，就是如果新解不好，可以不更新或者只部分更新；所谓更新策略，就是通过某种规则让群体逐渐朝好的方向移动。遗传算法的特殊之处在于，它用的是“遗传进化”这一套语言来实现更新。</a:t>
            </a:r>
          </a:p>
          <a:p>
            <a:r>
              <a:rPr lang="zh-CN" altLang="en-US"/>
              <a:t>因此，学习遗传算法不仅是学习一个具体方法，更是在学习一类智能优化算法的通用思想。</a:t>
            </a:r>
          </a:p>
          <a:p>
            <a:endParaRPr lang="zh-CN" altLang="en-US"/>
          </a:p>
        </p:txBody>
      </p:sp>
      <p:sp>
        <p:nvSpPr>
          <p:cNvPr id="4" name="灯片编号占位符 3"/>
          <p:cNvSpPr>
            <a:spLocks noGrp="1"/>
          </p:cNvSpPr>
          <p:nvPr>
            <p:ph type="sldNum" sz="quarter" idx="5"/>
          </p:nvPr>
        </p:nvSpPr>
        <p:spPr/>
        <p:txBody>
          <a:bodyPr/>
          <a:lstStyle/>
          <a:p>
            <a:fld id="{9090AD4A-DEFB-48D6-A8E7-71B831FB3B9D}" type="slidenum">
              <a:rPr lang="zh-CN" altLang="en-US" smtClean="0"/>
              <a:t>16</a:t>
            </a:fld>
            <a:endParaRPr lang="zh-CN" altLang="en-US"/>
          </a:p>
        </p:txBody>
      </p:sp>
    </p:spTree>
    <p:extLst>
      <p:ext uri="{BB962C8B-B14F-4D97-AF65-F5344CB8AC3E}">
        <p14:creationId xmlns:p14="http://schemas.microsoft.com/office/powerpoint/2010/main" val="6928175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最后看一个简单案例：在区间 </a:t>
            </a:r>
            <a:r>
              <a:rPr lang="en-US" altLang="zh-CN" sz="1200" kern="1200">
                <a:solidFill>
                  <a:schemeClr val="tx1"/>
                </a:solidFill>
                <a:latin typeface="+mn-lt"/>
                <a:ea typeface="+mn-ea"/>
                <a:cs typeface="+mn-cs"/>
              </a:rPr>
              <a:t>[0,50]</a:t>
            </a:r>
            <a:r>
              <a:rPr lang="zh-CN" altLang="en-US"/>
              <a:t> 上求某个复杂函数的最大值。像这种函数，如果直接人工分析，可能比较困难；如果目标函数形状复杂、存在多个局部峰值，常规方法也未必方便。</a:t>
            </a:r>
          </a:p>
          <a:p>
            <a:r>
              <a:rPr lang="zh-CN" altLang="en-US"/>
              <a:t>这时遗传算法的处理方式是：先把区间中的候选解编码为个体，形成初始种群；然后把函数值作为适应度；接着反复执行选择、交叉和变异，让函数值更高的解更容易被保留和组合。经过多代演化之后，种群会逐渐向全局最大值附近集中。</a:t>
            </a:r>
          </a:p>
          <a:p>
            <a:r>
              <a:rPr lang="zh-CN" altLang="en-US"/>
              <a:t>所以这个案例说明：</a:t>
            </a:r>
            <a:r>
              <a:rPr lang="en-US" altLang="zh-CN"/>
              <a:t>GA </a:t>
            </a:r>
            <a:r>
              <a:rPr lang="zh-CN" altLang="en-US"/>
              <a:t>特别适合做</a:t>
            </a:r>
            <a:r>
              <a:rPr lang="zh-CN" altLang="en-US" b="1"/>
              <a:t>复杂函数优化</a:t>
            </a:r>
            <a:r>
              <a:rPr lang="zh-CN" altLang="en-US"/>
              <a:t>，尤其是那些“能评价优劣，但不容易直接写出解析求法”的问题。</a:t>
            </a:r>
          </a:p>
          <a:p>
            <a:endParaRPr lang="zh-CN" altLang="en-US"/>
          </a:p>
        </p:txBody>
      </p:sp>
      <p:sp>
        <p:nvSpPr>
          <p:cNvPr id="4" name="灯片编号占位符 3"/>
          <p:cNvSpPr>
            <a:spLocks noGrp="1"/>
          </p:cNvSpPr>
          <p:nvPr>
            <p:ph type="sldNum" sz="quarter" idx="5"/>
          </p:nvPr>
        </p:nvSpPr>
        <p:spPr/>
        <p:txBody>
          <a:bodyPr/>
          <a:lstStyle/>
          <a:p>
            <a:fld id="{9090AD4A-DEFB-48D6-A8E7-71B831FB3B9D}" type="slidenum">
              <a:rPr lang="zh-CN" altLang="en-US" smtClean="0"/>
              <a:t>18</a:t>
            </a:fld>
            <a:endParaRPr lang="zh-CN" altLang="en-US"/>
          </a:p>
        </p:txBody>
      </p:sp>
    </p:spTree>
    <p:extLst>
      <p:ext uri="{BB962C8B-B14F-4D97-AF65-F5344CB8AC3E}">
        <p14:creationId xmlns:p14="http://schemas.microsoft.com/office/powerpoint/2010/main" val="5035238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我的汇报到这里就结束了。</a:t>
            </a:r>
          </a:p>
        </p:txBody>
      </p:sp>
      <p:sp>
        <p:nvSpPr>
          <p:cNvPr id="4" name="灯片编号占位符 3"/>
          <p:cNvSpPr>
            <a:spLocks noGrp="1"/>
          </p:cNvSpPr>
          <p:nvPr>
            <p:ph type="sldNum" sz="quarter" idx="5"/>
          </p:nvPr>
        </p:nvSpPr>
        <p:spPr/>
        <p:txBody>
          <a:bodyPr/>
          <a:lstStyle/>
          <a:p>
            <a:fld id="{9090AD4A-DEFB-48D6-A8E7-71B831FB3B9D}" type="slidenum">
              <a:rPr lang="zh-CN" altLang="en-US" smtClean="0"/>
              <a:t>19</a:t>
            </a:fld>
            <a:endParaRPr lang="zh-CN" altLang="en-US"/>
          </a:p>
        </p:txBody>
      </p:sp>
    </p:spTree>
    <p:extLst>
      <p:ext uri="{BB962C8B-B14F-4D97-AF65-F5344CB8AC3E}">
        <p14:creationId xmlns:p14="http://schemas.microsoft.com/office/powerpoint/2010/main" val="4109328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12.png"/><Relationship Id="rId4" Type="http://schemas.openxmlformats.org/officeDocument/2006/relationships/image" Target="../media/image32.png"/><Relationship Id="rId9" Type="http://schemas.openxmlformats.org/officeDocument/2006/relationships/image" Target="../media/image37.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3.jpeg"/></Relationships>
</file>

<file path=ppt/slides/_rels/slide1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th 2"/>
          <p:cNvSpPr/>
          <p:nvPr/>
        </p:nvSpPr>
        <p:spPr>
          <a:xfrm>
            <a:off x="9672827" y="3737810"/>
            <a:ext cx="118872" cy="21897"/>
          </a:xfrm>
          <a:custGeom>
            <a:avLst/>
            <a:gdLst/>
            <a:ahLst/>
            <a:cxnLst/>
            <a:rect l="0" t="0" r="0" b="0"/>
            <a:pathLst>
              <a:path w="187" h="34">
                <a:moveTo>
                  <a:pt x="0" y="19"/>
                </a:moveTo>
                <a:cubicBezTo>
                  <a:pt x="46" y="19"/>
                  <a:pt x="187" y="-1"/>
                  <a:pt x="179" y="19"/>
                </a:cubicBezTo>
                <a:cubicBezTo>
                  <a:pt x="140" y="19"/>
                  <a:pt x="46" y="34"/>
                  <a:pt x="0" y="19"/>
                </a:cubicBezTo>
              </a:path>
            </a:pathLst>
          </a:custGeom>
          <a:solidFill>
            <a:srgbClr val="5F7797">
              <a:alpha val="100000"/>
            </a:srgbClr>
          </a:solidFill>
          <a:ln w="0" cap="flat">
            <a:noFill/>
            <a:prstDash val="solid"/>
            <a:miter lim="0"/>
          </a:ln>
        </p:spPr>
        <p:txBody>
          <a:bodyPr rtlCol="0"/>
          <a:lstStyle/>
          <a:p>
            <a:pPr algn="ctr"/>
            <a:endParaRPr lang="zh-CN" altLang="en-US"/>
          </a:p>
        </p:txBody>
      </p:sp>
      <p:sp>
        <p:nvSpPr>
          <p:cNvPr id="4" name="path 4"/>
          <p:cNvSpPr/>
          <p:nvPr/>
        </p:nvSpPr>
        <p:spPr>
          <a:xfrm>
            <a:off x="5398008" y="3736847"/>
            <a:ext cx="1267967" cy="202691"/>
          </a:xfrm>
          <a:custGeom>
            <a:avLst/>
            <a:gdLst/>
            <a:ahLst/>
            <a:cxnLst/>
            <a:rect l="0" t="0" r="0" b="0"/>
            <a:pathLst>
              <a:path w="1996" h="319">
                <a:moveTo>
                  <a:pt x="1934" y="298"/>
                </a:moveTo>
                <a:cubicBezTo>
                  <a:pt x="1957" y="303"/>
                  <a:pt x="1996" y="292"/>
                  <a:pt x="1996" y="303"/>
                </a:cubicBezTo>
                <a:cubicBezTo>
                  <a:pt x="1973" y="308"/>
                  <a:pt x="1949" y="314"/>
                  <a:pt x="1934" y="298"/>
                </a:cubicBezTo>
              </a:path>
              <a:path w="1996" h="319">
                <a:moveTo>
                  <a:pt x="1106" y="227"/>
                </a:moveTo>
                <a:cubicBezTo>
                  <a:pt x="1138" y="227"/>
                  <a:pt x="1170" y="227"/>
                  <a:pt x="1195" y="232"/>
                </a:cubicBezTo>
                <a:cubicBezTo>
                  <a:pt x="1162" y="227"/>
                  <a:pt x="1106" y="247"/>
                  <a:pt x="1106" y="227"/>
                </a:cubicBezTo>
              </a:path>
              <a:path w="1996" h="319">
                <a:moveTo>
                  <a:pt x="984" y="226"/>
                </a:moveTo>
                <a:cubicBezTo>
                  <a:pt x="1006" y="220"/>
                  <a:pt x="1106" y="220"/>
                  <a:pt x="1090" y="237"/>
                </a:cubicBezTo>
                <a:cubicBezTo>
                  <a:pt x="1068" y="226"/>
                  <a:pt x="1014" y="242"/>
                  <a:pt x="984" y="226"/>
                </a:cubicBezTo>
              </a:path>
              <a:path w="1996" h="319">
                <a:moveTo>
                  <a:pt x="395" y="226"/>
                </a:moveTo>
                <a:cubicBezTo>
                  <a:pt x="584" y="226"/>
                  <a:pt x="789" y="220"/>
                  <a:pt x="962" y="231"/>
                </a:cubicBezTo>
                <a:cubicBezTo>
                  <a:pt x="891" y="236"/>
                  <a:pt x="812" y="231"/>
                  <a:pt x="726" y="231"/>
                </a:cubicBezTo>
                <a:cubicBezTo>
                  <a:pt x="608" y="231"/>
                  <a:pt x="474" y="251"/>
                  <a:pt x="395" y="226"/>
                </a:cubicBezTo>
              </a:path>
              <a:path w="1996" h="319">
                <a:moveTo>
                  <a:pt x="374" y="241"/>
                </a:moveTo>
                <a:cubicBezTo>
                  <a:pt x="358" y="241"/>
                  <a:pt x="320" y="251"/>
                  <a:pt x="312" y="236"/>
                </a:cubicBezTo>
                <a:cubicBezTo>
                  <a:pt x="320" y="236"/>
                  <a:pt x="328" y="236"/>
                  <a:pt x="320" y="231"/>
                </a:cubicBezTo>
                <a:cubicBezTo>
                  <a:pt x="312" y="231"/>
                  <a:pt x="297" y="236"/>
                  <a:pt x="297" y="231"/>
                </a:cubicBezTo>
                <a:cubicBezTo>
                  <a:pt x="312" y="220"/>
                  <a:pt x="366" y="220"/>
                  <a:pt x="374" y="231"/>
                </a:cubicBezTo>
                <a:cubicBezTo>
                  <a:pt x="366" y="231"/>
                  <a:pt x="374" y="236"/>
                  <a:pt x="374" y="241"/>
                </a:cubicBezTo>
              </a:path>
              <a:path w="1996" h="319">
                <a:moveTo>
                  <a:pt x="0" y="10"/>
                </a:moveTo>
                <a:cubicBezTo>
                  <a:pt x="54" y="5"/>
                  <a:pt x="139" y="0"/>
                  <a:pt x="170" y="10"/>
                </a:cubicBezTo>
                <a:cubicBezTo>
                  <a:pt x="85" y="10"/>
                  <a:pt x="62" y="26"/>
                  <a:pt x="0" y="10"/>
                </a:cubicBezTo>
              </a:path>
              <a:path w="1996" h="319">
                <a:moveTo>
                  <a:pt x="170" y="314"/>
                </a:moveTo>
                <a:cubicBezTo>
                  <a:pt x="162" y="319"/>
                  <a:pt x="140" y="319"/>
                  <a:pt x="118" y="319"/>
                </a:cubicBezTo>
                <a:cubicBezTo>
                  <a:pt x="103" y="304"/>
                  <a:pt x="170" y="304"/>
                  <a:pt x="170" y="314"/>
                </a:cubicBezTo>
              </a:path>
            </a:pathLst>
          </a:custGeom>
          <a:solidFill>
            <a:srgbClr val="5F7797">
              <a:alpha val="100000"/>
            </a:srgbClr>
          </a:solidFill>
          <a:ln w="0" cap="flat">
            <a:noFill/>
            <a:prstDash val="solid"/>
            <a:miter lim="0"/>
          </a:ln>
        </p:spPr>
        <p:txBody>
          <a:bodyPr rtlCol="0"/>
          <a:lstStyle/>
          <a:p>
            <a:pPr algn="ctr"/>
            <a:endParaRPr lang="zh-CN" altLang="en-US"/>
          </a:p>
        </p:txBody>
      </p:sp>
      <p:sp>
        <p:nvSpPr>
          <p:cNvPr id="6" name="path 6"/>
          <p:cNvSpPr/>
          <p:nvPr/>
        </p:nvSpPr>
        <p:spPr>
          <a:xfrm>
            <a:off x="7057644" y="3630167"/>
            <a:ext cx="2450591" cy="325059"/>
          </a:xfrm>
          <a:custGeom>
            <a:avLst/>
            <a:gdLst/>
            <a:ahLst/>
            <a:cxnLst/>
            <a:rect l="0" t="0" r="0" b="0"/>
            <a:pathLst>
              <a:path w="3859" h="511">
                <a:moveTo>
                  <a:pt x="3859" y="266"/>
                </a:moveTo>
                <a:cubicBezTo>
                  <a:pt x="3820" y="261"/>
                  <a:pt x="3851" y="280"/>
                  <a:pt x="3828" y="280"/>
                </a:cubicBezTo>
                <a:cubicBezTo>
                  <a:pt x="3813" y="276"/>
                  <a:pt x="3775" y="280"/>
                  <a:pt x="3775" y="266"/>
                </a:cubicBezTo>
                <a:cubicBezTo>
                  <a:pt x="3798" y="266"/>
                  <a:pt x="3844" y="256"/>
                  <a:pt x="3859" y="266"/>
                </a:cubicBezTo>
              </a:path>
              <a:path w="3859" h="511">
                <a:moveTo>
                  <a:pt x="3633" y="238"/>
                </a:moveTo>
                <a:cubicBezTo>
                  <a:pt x="3587" y="238"/>
                  <a:pt x="3470" y="249"/>
                  <a:pt x="3463" y="238"/>
                </a:cubicBezTo>
                <a:cubicBezTo>
                  <a:pt x="3509" y="238"/>
                  <a:pt x="3633" y="228"/>
                  <a:pt x="3633" y="238"/>
                </a:cubicBezTo>
              </a:path>
              <a:path w="3859" h="511">
                <a:moveTo>
                  <a:pt x="3400" y="213"/>
                </a:moveTo>
                <a:cubicBezTo>
                  <a:pt x="3424" y="208"/>
                  <a:pt x="3518" y="204"/>
                  <a:pt x="3542" y="213"/>
                </a:cubicBezTo>
                <a:cubicBezTo>
                  <a:pt x="3487" y="218"/>
                  <a:pt x="3432" y="218"/>
                  <a:pt x="3400" y="213"/>
                </a:cubicBezTo>
              </a:path>
              <a:path w="3859" h="511">
                <a:moveTo>
                  <a:pt x="3298" y="213"/>
                </a:moveTo>
                <a:cubicBezTo>
                  <a:pt x="3298" y="218"/>
                  <a:pt x="3314" y="218"/>
                  <a:pt x="3314" y="223"/>
                </a:cubicBezTo>
                <a:cubicBezTo>
                  <a:pt x="3221" y="228"/>
                  <a:pt x="3213" y="223"/>
                  <a:pt x="3298" y="213"/>
                </a:cubicBezTo>
              </a:path>
              <a:path w="3859" h="511">
                <a:moveTo>
                  <a:pt x="3019" y="249"/>
                </a:moveTo>
                <a:cubicBezTo>
                  <a:pt x="3035" y="237"/>
                  <a:pt x="3176" y="249"/>
                  <a:pt x="3191" y="249"/>
                </a:cubicBezTo>
                <a:cubicBezTo>
                  <a:pt x="3136" y="249"/>
                  <a:pt x="3058" y="261"/>
                  <a:pt x="3019" y="249"/>
                </a:cubicBezTo>
              </a:path>
              <a:path w="3859" h="511">
                <a:moveTo>
                  <a:pt x="3058" y="223"/>
                </a:moveTo>
                <a:cubicBezTo>
                  <a:pt x="3089" y="228"/>
                  <a:pt x="3175" y="218"/>
                  <a:pt x="3159" y="228"/>
                </a:cubicBezTo>
                <a:cubicBezTo>
                  <a:pt x="3136" y="223"/>
                  <a:pt x="3043" y="232"/>
                  <a:pt x="3058" y="223"/>
                </a:cubicBezTo>
              </a:path>
              <a:path w="3859" h="511">
                <a:moveTo>
                  <a:pt x="2774" y="234"/>
                </a:moveTo>
                <a:cubicBezTo>
                  <a:pt x="2852" y="229"/>
                  <a:pt x="2907" y="218"/>
                  <a:pt x="2978" y="234"/>
                </a:cubicBezTo>
                <a:cubicBezTo>
                  <a:pt x="2931" y="234"/>
                  <a:pt x="2829" y="244"/>
                  <a:pt x="2774" y="234"/>
                </a:cubicBezTo>
              </a:path>
              <a:path w="3859" h="511">
                <a:moveTo>
                  <a:pt x="2809" y="48"/>
                </a:moveTo>
                <a:cubicBezTo>
                  <a:pt x="2770" y="52"/>
                  <a:pt x="2746" y="43"/>
                  <a:pt x="2715" y="52"/>
                </a:cubicBezTo>
                <a:cubicBezTo>
                  <a:pt x="2707" y="38"/>
                  <a:pt x="2817" y="33"/>
                  <a:pt x="2809" y="48"/>
                </a:cubicBezTo>
              </a:path>
              <a:path w="3859" h="511">
                <a:moveTo>
                  <a:pt x="2691" y="126"/>
                </a:moveTo>
                <a:cubicBezTo>
                  <a:pt x="2667" y="126"/>
                  <a:pt x="2572" y="136"/>
                  <a:pt x="2596" y="126"/>
                </a:cubicBezTo>
                <a:cubicBezTo>
                  <a:pt x="2620" y="126"/>
                  <a:pt x="2707" y="115"/>
                  <a:pt x="2691" y="126"/>
                </a:cubicBezTo>
              </a:path>
              <a:path w="3859" h="511">
                <a:moveTo>
                  <a:pt x="2520" y="239"/>
                </a:moveTo>
                <a:cubicBezTo>
                  <a:pt x="2574" y="239"/>
                  <a:pt x="2652" y="223"/>
                  <a:pt x="2675" y="245"/>
                </a:cubicBezTo>
                <a:cubicBezTo>
                  <a:pt x="2636" y="234"/>
                  <a:pt x="2551" y="261"/>
                  <a:pt x="2520" y="239"/>
                </a:cubicBezTo>
              </a:path>
              <a:path w="3859" h="511">
                <a:moveTo>
                  <a:pt x="2371" y="250"/>
                </a:moveTo>
                <a:cubicBezTo>
                  <a:pt x="2378" y="232"/>
                  <a:pt x="2489" y="238"/>
                  <a:pt x="2512" y="244"/>
                </a:cubicBezTo>
                <a:cubicBezTo>
                  <a:pt x="2465" y="256"/>
                  <a:pt x="2434" y="244"/>
                  <a:pt x="2371" y="250"/>
                </a:cubicBezTo>
              </a:path>
              <a:path w="3859" h="511">
                <a:moveTo>
                  <a:pt x="2331" y="271"/>
                </a:moveTo>
                <a:cubicBezTo>
                  <a:pt x="2354" y="276"/>
                  <a:pt x="2431" y="266"/>
                  <a:pt x="2400" y="276"/>
                </a:cubicBezTo>
                <a:cubicBezTo>
                  <a:pt x="2385" y="276"/>
                  <a:pt x="2308" y="280"/>
                  <a:pt x="2331" y="271"/>
                </a:cubicBezTo>
              </a:path>
              <a:path w="3859" h="511">
                <a:moveTo>
                  <a:pt x="1202" y="68"/>
                </a:moveTo>
                <a:cubicBezTo>
                  <a:pt x="1553" y="73"/>
                  <a:pt x="2052" y="43"/>
                  <a:pt x="2364" y="58"/>
                </a:cubicBezTo>
                <a:cubicBezTo>
                  <a:pt x="2184" y="68"/>
                  <a:pt x="1981" y="73"/>
                  <a:pt x="1779" y="73"/>
                </a:cubicBezTo>
                <a:cubicBezTo>
                  <a:pt x="1600" y="78"/>
                  <a:pt x="1405" y="84"/>
                  <a:pt x="1202" y="68"/>
                </a:cubicBezTo>
              </a:path>
              <a:path w="3859" h="511">
                <a:moveTo>
                  <a:pt x="2073" y="276"/>
                </a:moveTo>
                <a:cubicBezTo>
                  <a:pt x="2151" y="276"/>
                  <a:pt x="2254" y="271"/>
                  <a:pt x="2308" y="280"/>
                </a:cubicBezTo>
                <a:cubicBezTo>
                  <a:pt x="2230" y="276"/>
                  <a:pt x="2097" y="295"/>
                  <a:pt x="2073" y="276"/>
                </a:cubicBezTo>
              </a:path>
              <a:path w="3859" h="511">
                <a:moveTo>
                  <a:pt x="1636" y="260"/>
                </a:moveTo>
                <a:cubicBezTo>
                  <a:pt x="1730" y="249"/>
                  <a:pt x="1776" y="249"/>
                  <a:pt x="1869" y="255"/>
                </a:cubicBezTo>
                <a:cubicBezTo>
                  <a:pt x="1799" y="266"/>
                  <a:pt x="1745" y="266"/>
                  <a:pt x="1636" y="260"/>
                </a:cubicBezTo>
              </a:path>
              <a:path w="3859" h="511">
                <a:moveTo>
                  <a:pt x="1382" y="266"/>
                </a:moveTo>
                <a:cubicBezTo>
                  <a:pt x="1428" y="261"/>
                  <a:pt x="1489" y="256"/>
                  <a:pt x="1543" y="261"/>
                </a:cubicBezTo>
                <a:cubicBezTo>
                  <a:pt x="1497" y="271"/>
                  <a:pt x="1435" y="276"/>
                  <a:pt x="1382" y="266"/>
                </a:cubicBezTo>
              </a:path>
              <a:path w="3859" h="511">
                <a:moveTo>
                  <a:pt x="1510" y="12"/>
                </a:moveTo>
                <a:cubicBezTo>
                  <a:pt x="1480" y="18"/>
                  <a:pt x="1450" y="12"/>
                  <a:pt x="1435" y="24"/>
                </a:cubicBezTo>
                <a:cubicBezTo>
                  <a:pt x="1420" y="0"/>
                  <a:pt x="1533" y="6"/>
                  <a:pt x="1510" y="12"/>
                </a:cubicBezTo>
              </a:path>
              <a:path w="3859" h="511">
                <a:moveTo>
                  <a:pt x="1375" y="270"/>
                </a:moveTo>
                <a:cubicBezTo>
                  <a:pt x="1295" y="276"/>
                  <a:pt x="1248" y="270"/>
                  <a:pt x="1168" y="265"/>
                </a:cubicBezTo>
                <a:cubicBezTo>
                  <a:pt x="1232" y="260"/>
                  <a:pt x="1359" y="249"/>
                  <a:pt x="1375" y="270"/>
                </a:cubicBezTo>
              </a:path>
              <a:path w="3859" h="511">
                <a:moveTo>
                  <a:pt x="1199" y="285"/>
                </a:moveTo>
                <a:cubicBezTo>
                  <a:pt x="1223" y="285"/>
                  <a:pt x="1331" y="290"/>
                  <a:pt x="1246" y="295"/>
                </a:cubicBezTo>
                <a:cubicBezTo>
                  <a:pt x="1223" y="295"/>
                  <a:pt x="1176" y="300"/>
                  <a:pt x="1137" y="290"/>
                </a:cubicBezTo>
                <a:cubicBezTo>
                  <a:pt x="1160" y="290"/>
                  <a:pt x="1176" y="285"/>
                  <a:pt x="1199" y="285"/>
                </a:cubicBezTo>
              </a:path>
              <a:path w="3859" h="511">
                <a:moveTo>
                  <a:pt x="1053" y="79"/>
                </a:moveTo>
                <a:cubicBezTo>
                  <a:pt x="1068" y="74"/>
                  <a:pt x="1145" y="62"/>
                  <a:pt x="1175" y="79"/>
                </a:cubicBezTo>
                <a:cubicBezTo>
                  <a:pt x="1137" y="79"/>
                  <a:pt x="1076" y="91"/>
                  <a:pt x="1053" y="79"/>
                </a:cubicBezTo>
              </a:path>
              <a:path w="3859" h="511">
                <a:moveTo>
                  <a:pt x="1003" y="266"/>
                </a:moveTo>
                <a:cubicBezTo>
                  <a:pt x="933" y="280"/>
                  <a:pt x="880" y="280"/>
                  <a:pt x="818" y="271"/>
                </a:cubicBezTo>
                <a:cubicBezTo>
                  <a:pt x="872" y="271"/>
                  <a:pt x="956" y="261"/>
                  <a:pt x="1003" y="266"/>
                </a:cubicBezTo>
              </a:path>
              <a:path w="3859" h="511">
                <a:moveTo>
                  <a:pt x="0" y="67"/>
                </a:moveTo>
                <a:cubicBezTo>
                  <a:pt x="335" y="67"/>
                  <a:pt x="624" y="67"/>
                  <a:pt x="959" y="72"/>
                </a:cubicBezTo>
                <a:cubicBezTo>
                  <a:pt x="967" y="72"/>
                  <a:pt x="967" y="84"/>
                  <a:pt x="959" y="84"/>
                </a:cubicBezTo>
                <a:cubicBezTo>
                  <a:pt x="701" y="84"/>
                  <a:pt x="413" y="84"/>
                  <a:pt x="171" y="84"/>
                </a:cubicBezTo>
                <a:cubicBezTo>
                  <a:pt x="116" y="84"/>
                  <a:pt x="38" y="100"/>
                  <a:pt x="0" y="67"/>
                </a:cubicBezTo>
              </a:path>
              <a:path w="3859" h="511">
                <a:moveTo>
                  <a:pt x="717" y="204"/>
                </a:moveTo>
                <a:cubicBezTo>
                  <a:pt x="748" y="204"/>
                  <a:pt x="779" y="199"/>
                  <a:pt x="787" y="208"/>
                </a:cubicBezTo>
                <a:cubicBezTo>
                  <a:pt x="756" y="208"/>
                  <a:pt x="725" y="213"/>
                  <a:pt x="717" y="204"/>
                </a:cubicBezTo>
              </a:path>
              <a:path w="3859" h="511">
                <a:moveTo>
                  <a:pt x="645" y="130"/>
                </a:moveTo>
                <a:cubicBezTo>
                  <a:pt x="669" y="130"/>
                  <a:pt x="724" y="120"/>
                  <a:pt x="716" y="135"/>
                </a:cubicBezTo>
                <a:cubicBezTo>
                  <a:pt x="677" y="130"/>
                  <a:pt x="661" y="146"/>
                  <a:pt x="645" y="130"/>
                </a:cubicBezTo>
              </a:path>
              <a:path w="3859" h="511">
                <a:moveTo>
                  <a:pt x="523" y="492"/>
                </a:moveTo>
                <a:cubicBezTo>
                  <a:pt x="561" y="487"/>
                  <a:pt x="591" y="492"/>
                  <a:pt x="614" y="497"/>
                </a:cubicBezTo>
                <a:cubicBezTo>
                  <a:pt x="584" y="492"/>
                  <a:pt x="523" y="513"/>
                  <a:pt x="523" y="492"/>
                </a:cubicBezTo>
              </a:path>
              <a:path w="3859" h="511">
                <a:moveTo>
                  <a:pt x="335" y="151"/>
                </a:moveTo>
                <a:cubicBezTo>
                  <a:pt x="280" y="156"/>
                  <a:pt x="225" y="160"/>
                  <a:pt x="194" y="146"/>
                </a:cubicBezTo>
                <a:cubicBezTo>
                  <a:pt x="233" y="151"/>
                  <a:pt x="328" y="146"/>
                  <a:pt x="335" y="151"/>
                </a:cubicBezTo>
              </a:path>
            </a:pathLst>
          </a:custGeom>
          <a:solidFill>
            <a:srgbClr val="5F7797">
              <a:alpha val="100000"/>
            </a:srgbClr>
          </a:solidFill>
          <a:ln w="0" cap="flat">
            <a:noFill/>
            <a:prstDash val="solid"/>
            <a:miter lim="0"/>
          </a:ln>
        </p:spPr>
        <p:txBody>
          <a:bodyPr rtlCol="0"/>
          <a:lstStyle/>
          <a:p>
            <a:pPr algn="ctr"/>
            <a:endParaRPr lang="zh-CN" altLang="en-US"/>
          </a:p>
        </p:txBody>
      </p:sp>
      <p:sp>
        <p:nvSpPr>
          <p:cNvPr id="8" name="path 8"/>
          <p:cNvSpPr/>
          <p:nvPr/>
        </p:nvSpPr>
        <p:spPr>
          <a:xfrm>
            <a:off x="5372608" y="3680459"/>
            <a:ext cx="4830572" cy="179450"/>
          </a:xfrm>
          <a:custGeom>
            <a:avLst/>
            <a:gdLst/>
            <a:ahLst/>
            <a:cxnLst/>
            <a:rect l="0" t="0" r="0" b="0"/>
            <a:pathLst>
              <a:path w="7607" h="282">
                <a:moveTo>
                  <a:pt x="7357" y="156"/>
                </a:moveTo>
                <a:cubicBezTo>
                  <a:pt x="7404" y="150"/>
                  <a:pt x="7381" y="145"/>
                  <a:pt x="7427" y="156"/>
                </a:cubicBezTo>
                <a:cubicBezTo>
                  <a:pt x="7420" y="150"/>
                  <a:pt x="7412" y="145"/>
                  <a:pt x="7420" y="140"/>
                </a:cubicBezTo>
                <a:cubicBezTo>
                  <a:pt x="7474" y="145"/>
                  <a:pt x="7544" y="129"/>
                  <a:pt x="7607" y="140"/>
                </a:cubicBezTo>
                <a:cubicBezTo>
                  <a:pt x="7599" y="140"/>
                  <a:pt x="7591" y="140"/>
                  <a:pt x="7599" y="145"/>
                </a:cubicBezTo>
                <a:cubicBezTo>
                  <a:pt x="7599" y="145"/>
                  <a:pt x="7607" y="145"/>
                  <a:pt x="7607" y="150"/>
                </a:cubicBezTo>
                <a:cubicBezTo>
                  <a:pt x="7583" y="150"/>
                  <a:pt x="7552" y="140"/>
                  <a:pt x="7568" y="156"/>
                </a:cubicBezTo>
                <a:cubicBezTo>
                  <a:pt x="7513" y="156"/>
                  <a:pt x="7498" y="140"/>
                  <a:pt x="7459" y="166"/>
                </a:cubicBezTo>
                <a:cubicBezTo>
                  <a:pt x="7451" y="156"/>
                  <a:pt x="7490" y="145"/>
                  <a:pt x="7459" y="145"/>
                </a:cubicBezTo>
                <a:cubicBezTo>
                  <a:pt x="7451" y="145"/>
                  <a:pt x="7435" y="150"/>
                  <a:pt x="7435" y="156"/>
                </a:cubicBezTo>
                <a:cubicBezTo>
                  <a:pt x="7443" y="156"/>
                  <a:pt x="7451" y="156"/>
                  <a:pt x="7451" y="166"/>
                </a:cubicBezTo>
                <a:cubicBezTo>
                  <a:pt x="7365" y="182"/>
                  <a:pt x="7202" y="182"/>
                  <a:pt x="7131" y="156"/>
                </a:cubicBezTo>
                <a:cubicBezTo>
                  <a:pt x="7217" y="156"/>
                  <a:pt x="7350" y="134"/>
                  <a:pt x="7357" y="156"/>
                </a:cubicBezTo>
              </a:path>
              <a:path w="7607" h="282">
                <a:moveTo>
                  <a:pt x="251" y="113"/>
                </a:moveTo>
                <a:cubicBezTo>
                  <a:pt x="290" y="113"/>
                  <a:pt x="314" y="102"/>
                  <a:pt x="368" y="102"/>
                </a:cubicBezTo>
                <a:cubicBezTo>
                  <a:pt x="360" y="133"/>
                  <a:pt x="259" y="118"/>
                  <a:pt x="228" y="128"/>
                </a:cubicBezTo>
                <a:cubicBezTo>
                  <a:pt x="220" y="123"/>
                  <a:pt x="228" y="118"/>
                  <a:pt x="236" y="118"/>
                </a:cubicBezTo>
                <a:cubicBezTo>
                  <a:pt x="212" y="113"/>
                  <a:pt x="142" y="113"/>
                  <a:pt x="158" y="138"/>
                </a:cubicBezTo>
                <a:cubicBezTo>
                  <a:pt x="95" y="143"/>
                  <a:pt x="48" y="133"/>
                  <a:pt x="33" y="159"/>
                </a:cubicBezTo>
                <a:cubicBezTo>
                  <a:pt x="41" y="180"/>
                  <a:pt x="87" y="180"/>
                  <a:pt x="126" y="185"/>
                </a:cubicBezTo>
                <a:cubicBezTo>
                  <a:pt x="95" y="200"/>
                  <a:pt x="10" y="190"/>
                  <a:pt x="10" y="221"/>
                </a:cubicBezTo>
                <a:cubicBezTo>
                  <a:pt x="56" y="200"/>
                  <a:pt x="-5" y="257"/>
                  <a:pt x="41" y="272"/>
                </a:cubicBezTo>
                <a:cubicBezTo>
                  <a:pt x="407" y="267"/>
                  <a:pt x="828" y="262"/>
                  <a:pt x="1148" y="262"/>
                </a:cubicBezTo>
                <a:cubicBezTo>
                  <a:pt x="1140" y="272"/>
                  <a:pt x="1133" y="262"/>
                  <a:pt x="1117" y="262"/>
                </a:cubicBezTo>
                <a:cubicBezTo>
                  <a:pt x="1133" y="287"/>
                  <a:pt x="1273" y="231"/>
                  <a:pt x="1288" y="272"/>
                </a:cubicBezTo>
                <a:cubicBezTo>
                  <a:pt x="1663" y="251"/>
                  <a:pt x="2256" y="282"/>
                  <a:pt x="2669" y="267"/>
                </a:cubicBezTo>
                <a:cubicBezTo>
                  <a:pt x="2685" y="262"/>
                  <a:pt x="2692" y="272"/>
                  <a:pt x="2677" y="272"/>
                </a:cubicBezTo>
                <a:cubicBezTo>
                  <a:pt x="3176" y="272"/>
                  <a:pt x="3730" y="267"/>
                  <a:pt x="4205" y="262"/>
                </a:cubicBezTo>
                <a:cubicBezTo>
                  <a:pt x="4455" y="257"/>
                  <a:pt x="4767" y="267"/>
                  <a:pt x="5017" y="251"/>
                </a:cubicBezTo>
                <a:cubicBezTo>
                  <a:pt x="5079" y="246"/>
                  <a:pt x="5134" y="226"/>
                  <a:pt x="5141" y="246"/>
                </a:cubicBezTo>
                <a:cubicBezTo>
                  <a:pt x="5492" y="226"/>
                  <a:pt x="5765" y="226"/>
                  <a:pt x="6101" y="210"/>
                </a:cubicBezTo>
                <a:cubicBezTo>
                  <a:pt x="6101" y="205"/>
                  <a:pt x="6085" y="210"/>
                  <a:pt x="6085" y="205"/>
                </a:cubicBezTo>
                <a:cubicBezTo>
                  <a:pt x="6257" y="221"/>
                  <a:pt x="6288" y="195"/>
                  <a:pt x="6436" y="200"/>
                </a:cubicBezTo>
                <a:cubicBezTo>
                  <a:pt x="6444" y="185"/>
                  <a:pt x="6397" y="200"/>
                  <a:pt x="6413" y="185"/>
                </a:cubicBezTo>
                <a:cubicBezTo>
                  <a:pt x="5875" y="200"/>
                  <a:pt x="5469" y="221"/>
                  <a:pt x="5025" y="231"/>
                </a:cubicBezTo>
                <a:cubicBezTo>
                  <a:pt x="4104" y="251"/>
                  <a:pt x="3114" y="251"/>
                  <a:pt x="2256" y="236"/>
                </a:cubicBezTo>
                <a:cubicBezTo>
                  <a:pt x="2240" y="236"/>
                  <a:pt x="2240" y="226"/>
                  <a:pt x="2232" y="226"/>
                </a:cubicBezTo>
                <a:cubicBezTo>
                  <a:pt x="2022" y="226"/>
                  <a:pt x="1803" y="216"/>
                  <a:pt x="1600" y="210"/>
                </a:cubicBezTo>
                <a:cubicBezTo>
                  <a:pt x="2139" y="200"/>
                  <a:pt x="2583" y="226"/>
                  <a:pt x="3161" y="216"/>
                </a:cubicBezTo>
                <a:cubicBezTo>
                  <a:pt x="3114" y="200"/>
                  <a:pt x="2997" y="216"/>
                  <a:pt x="2942" y="205"/>
                </a:cubicBezTo>
                <a:cubicBezTo>
                  <a:pt x="2950" y="185"/>
                  <a:pt x="2981" y="205"/>
                  <a:pt x="3005" y="190"/>
                </a:cubicBezTo>
                <a:cubicBezTo>
                  <a:pt x="2989" y="180"/>
                  <a:pt x="2934" y="190"/>
                  <a:pt x="2903" y="190"/>
                </a:cubicBezTo>
                <a:cubicBezTo>
                  <a:pt x="2903" y="195"/>
                  <a:pt x="2903" y="205"/>
                  <a:pt x="2903" y="210"/>
                </a:cubicBezTo>
                <a:cubicBezTo>
                  <a:pt x="2849" y="205"/>
                  <a:pt x="2786" y="205"/>
                  <a:pt x="2739" y="195"/>
                </a:cubicBezTo>
                <a:cubicBezTo>
                  <a:pt x="2708" y="190"/>
                  <a:pt x="2731" y="210"/>
                  <a:pt x="2716" y="210"/>
                </a:cubicBezTo>
                <a:cubicBezTo>
                  <a:pt x="2459" y="200"/>
                  <a:pt x="2154" y="216"/>
                  <a:pt x="1912" y="185"/>
                </a:cubicBezTo>
                <a:cubicBezTo>
                  <a:pt x="1827" y="205"/>
                  <a:pt x="1632" y="185"/>
                  <a:pt x="1499" y="195"/>
                </a:cubicBezTo>
                <a:cubicBezTo>
                  <a:pt x="1312" y="200"/>
                  <a:pt x="1086" y="180"/>
                  <a:pt x="945" y="180"/>
                </a:cubicBezTo>
                <a:cubicBezTo>
                  <a:pt x="945" y="180"/>
                  <a:pt x="906" y="190"/>
                  <a:pt x="891" y="190"/>
                </a:cubicBezTo>
                <a:cubicBezTo>
                  <a:pt x="821" y="195"/>
                  <a:pt x="743" y="185"/>
                  <a:pt x="688" y="180"/>
                </a:cubicBezTo>
                <a:cubicBezTo>
                  <a:pt x="1125" y="143"/>
                  <a:pt x="1702" y="180"/>
                  <a:pt x="2053" y="149"/>
                </a:cubicBezTo>
                <a:cubicBezTo>
                  <a:pt x="1967" y="149"/>
                  <a:pt x="1912" y="149"/>
                  <a:pt x="1873" y="133"/>
                </a:cubicBezTo>
                <a:cubicBezTo>
                  <a:pt x="1991" y="143"/>
                  <a:pt x="2006" y="118"/>
                  <a:pt x="2185" y="128"/>
                </a:cubicBezTo>
                <a:cubicBezTo>
                  <a:pt x="2217" y="138"/>
                  <a:pt x="2154" y="154"/>
                  <a:pt x="2178" y="159"/>
                </a:cubicBezTo>
                <a:cubicBezTo>
                  <a:pt x="2271" y="154"/>
                  <a:pt x="2341" y="169"/>
                  <a:pt x="2443" y="159"/>
                </a:cubicBezTo>
                <a:cubicBezTo>
                  <a:pt x="2388" y="149"/>
                  <a:pt x="2326" y="143"/>
                  <a:pt x="2263" y="143"/>
                </a:cubicBezTo>
                <a:cubicBezTo>
                  <a:pt x="2256" y="133"/>
                  <a:pt x="2295" y="143"/>
                  <a:pt x="2302" y="138"/>
                </a:cubicBezTo>
                <a:cubicBezTo>
                  <a:pt x="2193" y="118"/>
                  <a:pt x="2451" y="128"/>
                  <a:pt x="2482" y="128"/>
                </a:cubicBezTo>
                <a:cubicBezTo>
                  <a:pt x="2513" y="128"/>
                  <a:pt x="2544" y="118"/>
                  <a:pt x="2560" y="118"/>
                </a:cubicBezTo>
                <a:cubicBezTo>
                  <a:pt x="2638" y="113"/>
                  <a:pt x="2809" y="113"/>
                  <a:pt x="2895" y="118"/>
                </a:cubicBezTo>
                <a:cubicBezTo>
                  <a:pt x="2895" y="102"/>
                  <a:pt x="2919" y="102"/>
                  <a:pt x="2934" y="97"/>
                </a:cubicBezTo>
                <a:cubicBezTo>
                  <a:pt x="2965" y="97"/>
                  <a:pt x="2989" y="107"/>
                  <a:pt x="3020" y="113"/>
                </a:cubicBezTo>
                <a:cubicBezTo>
                  <a:pt x="3371" y="97"/>
                  <a:pt x="3784" y="92"/>
                  <a:pt x="4127" y="102"/>
                </a:cubicBezTo>
                <a:cubicBezTo>
                  <a:pt x="4127" y="97"/>
                  <a:pt x="4120" y="97"/>
                  <a:pt x="4127" y="92"/>
                </a:cubicBezTo>
                <a:cubicBezTo>
                  <a:pt x="5048" y="82"/>
                  <a:pt x="6241" y="46"/>
                  <a:pt x="7177" y="0"/>
                </a:cubicBezTo>
                <a:cubicBezTo>
                  <a:pt x="6413" y="10"/>
                  <a:pt x="5672" y="51"/>
                  <a:pt x="4947" y="66"/>
                </a:cubicBezTo>
                <a:cubicBezTo>
                  <a:pt x="4915" y="51"/>
                  <a:pt x="4869" y="51"/>
                  <a:pt x="4814" y="56"/>
                </a:cubicBezTo>
                <a:cubicBezTo>
                  <a:pt x="4837" y="61"/>
                  <a:pt x="4892" y="56"/>
                  <a:pt x="4923" y="61"/>
                </a:cubicBezTo>
                <a:cubicBezTo>
                  <a:pt x="4697" y="71"/>
                  <a:pt x="4330" y="71"/>
                  <a:pt x="4089" y="82"/>
                </a:cubicBezTo>
                <a:cubicBezTo>
                  <a:pt x="4057" y="82"/>
                  <a:pt x="4112" y="61"/>
                  <a:pt x="4081" y="66"/>
                </a:cubicBezTo>
                <a:cubicBezTo>
                  <a:pt x="3979" y="71"/>
                  <a:pt x="3932" y="66"/>
                  <a:pt x="3855" y="66"/>
                </a:cubicBezTo>
                <a:cubicBezTo>
                  <a:pt x="3886" y="77"/>
                  <a:pt x="3932" y="77"/>
                  <a:pt x="3979" y="71"/>
                </a:cubicBezTo>
                <a:cubicBezTo>
                  <a:pt x="3808" y="87"/>
                  <a:pt x="3636" y="87"/>
                  <a:pt x="3480" y="82"/>
                </a:cubicBezTo>
                <a:cubicBezTo>
                  <a:pt x="3465" y="71"/>
                  <a:pt x="3449" y="66"/>
                  <a:pt x="3363" y="71"/>
                </a:cubicBezTo>
                <a:cubicBezTo>
                  <a:pt x="3355" y="71"/>
                  <a:pt x="3324" y="71"/>
                  <a:pt x="3324" y="71"/>
                </a:cubicBezTo>
                <a:cubicBezTo>
                  <a:pt x="3317" y="77"/>
                  <a:pt x="3301" y="87"/>
                  <a:pt x="3254" y="82"/>
                </a:cubicBezTo>
                <a:cubicBezTo>
                  <a:pt x="3270" y="61"/>
                  <a:pt x="3114" y="71"/>
                  <a:pt x="3043" y="66"/>
                </a:cubicBezTo>
                <a:cubicBezTo>
                  <a:pt x="3043" y="71"/>
                  <a:pt x="3059" y="71"/>
                  <a:pt x="3059" y="77"/>
                </a:cubicBezTo>
                <a:cubicBezTo>
                  <a:pt x="2942" y="82"/>
                  <a:pt x="2825" y="87"/>
                  <a:pt x="2700" y="82"/>
                </a:cubicBezTo>
                <a:cubicBezTo>
                  <a:pt x="2716" y="71"/>
                  <a:pt x="2771" y="77"/>
                  <a:pt x="2786" y="71"/>
                </a:cubicBezTo>
                <a:cubicBezTo>
                  <a:pt x="2755" y="56"/>
                  <a:pt x="2685" y="77"/>
                  <a:pt x="2653" y="66"/>
                </a:cubicBezTo>
                <a:cubicBezTo>
                  <a:pt x="2653" y="77"/>
                  <a:pt x="2692" y="66"/>
                  <a:pt x="2692" y="77"/>
                </a:cubicBezTo>
                <a:cubicBezTo>
                  <a:pt x="2646" y="87"/>
                  <a:pt x="2615" y="82"/>
                  <a:pt x="2560" y="82"/>
                </a:cubicBezTo>
                <a:cubicBezTo>
                  <a:pt x="2599" y="66"/>
                  <a:pt x="2529" y="51"/>
                  <a:pt x="2583" y="51"/>
                </a:cubicBezTo>
                <a:cubicBezTo>
                  <a:pt x="2537" y="41"/>
                  <a:pt x="2497" y="46"/>
                  <a:pt x="2474" y="66"/>
                </a:cubicBezTo>
                <a:cubicBezTo>
                  <a:pt x="2482" y="77"/>
                  <a:pt x="2513" y="71"/>
                  <a:pt x="2544" y="71"/>
                </a:cubicBezTo>
                <a:cubicBezTo>
                  <a:pt x="2474" y="87"/>
                  <a:pt x="2396" y="82"/>
                  <a:pt x="2302" y="77"/>
                </a:cubicBezTo>
                <a:cubicBezTo>
                  <a:pt x="2310" y="61"/>
                  <a:pt x="2349" y="71"/>
                  <a:pt x="2373" y="66"/>
                </a:cubicBezTo>
                <a:cubicBezTo>
                  <a:pt x="2318" y="56"/>
                  <a:pt x="2248" y="61"/>
                  <a:pt x="2162" y="61"/>
                </a:cubicBezTo>
                <a:cubicBezTo>
                  <a:pt x="2154" y="56"/>
                  <a:pt x="2185" y="51"/>
                  <a:pt x="2154" y="41"/>
                </a:cubicBezTo>
                <a:cubicBezTo>
                  <a:pt x="1507" y="10"/>
                  <a:pt x="844" y="61"/>
                  <a:pt x="220" y="87"/>
                </a:cubicBezTo>
                <a:cubicBezTo>
                  <a:pt x="212" y="107"/>
                  <a:pt x="259" y="92"/>
                  <a:pt x="275" y="97"/>
                </a:cubicBezTo>
                <a:cubicBezTo>
                  <a:pt x="282" y="107"/>
                  <a:pt x="236" y="92"/>
                  <a:pt x="251" y="113"/>
                </a:cubicBezTo>
                <a:moveTo>
                  <a:pt x="1257" y="210"/>
                </a:moveTo>
                <a:cubicBezTo>
                  <a:pt x="1304" y="205"/>
                  <a:pt x="1374" y="195"/>
                  <a:pt x="1398" y="216"/>
                </a:cubicBezTo>
                <a:cubicBezTo>
                  <a:pt x="1351" y="216"/>
                  <a:pt x="1281" y="226"/>
                  <a:pt x="1257" y="210"/>
                </a:cubicBezTo>
                <a:moveTo>
                  <a:pt x="1047" y="210"/>
                </a:moveTo>
                <a:cubicBezTo>
                  <a:pt x="1148" y="210"/>
                  <a:pt x="1180" y="205"/>
                  <a:pt x="1250" y="216"/>
                </a:cubicBezTo>
                <a:cubicBezTo>
                  <a:pt x="1180" y="216"/>
                  <a:pt x="1094" y="226"/>
                  <a:pt x="1047" y="210"/>
                </a:cubicBezTo>
                <a:moveTo>
                  <a:pt x="1811" y="128"/>
                </a:moveTo>
                <a:cubicBezTo>
                  <a:pt x="1811" y="133"/>
                  <a:pt x="1811" y="138"/>
                  <a:pt x="1811" y="143"/>
                </a:cubicBezTo>
                <a:cubicBezTo>
                  <a:pt x="1749" y="154"/>
                  <a:pt x="1678" y="138"/>
                  <a:pt x="1616" y="128"/>
                </a:cubicBezTo>
                <a:cubicBezTo>
                  <a:pt x="1694" y="118"/>
                  <a:pt x="1749" y="133"/>
                  <a:pt x="1811" y="128"/>
                </a:cubicBezTo>
              </a:path>
            </a:pathLst>
          </a:custGeom>
          <a:solidFill>
            <a:srgbClr val="5F7797">
              <a:alpha val="100000"/>
            </a:srgbClr>
          </a:solidFill>
          <a:ln w="0" cap="flat">
            <a:noFill/>
            <a:prstDash val="solid"/>
            <a:miter lim="0"/>
          </a:ln>
        </p:spPr>
        <p:txBody>
          <a:bodyPr rtlCol="0"/>
          <a:lstStyle/>
          <a:p>
            <a:pPr algn="ctr"/>
            <a:endParaRPr lang="zh-CN" altLang="en-US"/>
          </a:p>
        </p:txBody>
      </p:sp>
      <p:sp>
        <p:nvSpPr>
          <p:cNvPr id="10" name="path 10"/>
          <p:cNvSpPr/>
          <p:nvPr/>
        </p:nvSpPr>
        <p:spPr>
          <a:xfrm>
            <a:off x="5353811" y="3700653"/>
            <a:ext cx="1054608" cy="243459"/>
          </a:xfrm>
          <a:custGeom>
            <a:avLst/>
            <a:gdLst/>
            <a:ahLst/>
            <a:cxnLst/>
            <a:rect l="0" t="0" r="0" b="0"/>
            <a:pathLst>
              <a:path w="1660" h="383">
                <a:moveTo>
                  <a:pt x="107" y="10"/>
                </a:moveTo>
                <a:cubicBezTo>
                  <a:pt x="100" y="15"/>
                  <a:pt x="100" y="15"/>
                  <a:pt x="107" y="20"/>
                </a:cubicBezTo>
                <a:cubicBezTo>
                  <a:pt x="69" y="10"/>
                  <a:pt x="54" y="25"/>
                  <a:pt x="7" y="25"/>
                </a:cubicBezTo>
                <a:cubicBezTo>
                  <a:pt x="0" y="0"/>
                  <a:pt x="92" y="20"/>
                  <a:pt x="107" y="10"/>
                </a:cubicBezTo>
              </a:path>
              <a:path w="1660" h="383">
                <a:moveTo>
                  <a:pt x="732" y="335"/>
                </a:moveTo>
                <a:cubicBezTo>
                  <a:pt x="982" y="378"/>
                  <a:pt x="1231" y="340"/>
                  <a:pt x="1457" y="356"/>
                </a:cubicBezTo>
                <a:cubicBezTo>
                  <a:pt x="1473" y="335"/>
                  <a:pt x="1606" y="351"/>
                  <a:pt x="1660" y="356"/>
                </a:cubicBezTo>
                <a:cubicBezTo>
                  <a:pt x="1528" y="383"/>
                  <a:pt x="1333" y="362"/>
                  <a:pt x="1130" y="362"/>
                </a:cubicBezTo>
                <a:cubicBezTo>
                  <a:pt x="1036" y="367"/>
                  <a:pt x="951" y="378"/>
                  <a:pt x="873" y="378"/>
                </a:cubicBezTo>
                <a:cubicBezTo>
                  <a:pt x="779" y="372"/>
                  <a:pt x="693" y="367"/>
                  <a:pt x="576" y="367"/>
                </a:cubicBezTo>
                <a:cubicBezTo>
                  <a:pt x="467" y="367"/>
                  <a:pt x="319" y="378"/>
                  <a:pt x="225" y="346"/>
                </a:cubicBezTo>
                <a:cubicBezTo>
                  <a:pt x="373" y="313"/>
                  <a:pt x="568" y="372"/>
                  <a:pt x="732" y="335"/>
                </a:cubicBezTo>
              </a:path>
            </a:pathLst>
          </a:custGeom>
          <a:solidFill>
            <a:srgbClr val="5F7797">
              <a:alpha val="100000"/>
            </a:srgbClr>
          </a:solidFill>
          <a:ln w="0" cap="flat">
            <a:noFill/>
            <a:prstDash val="solid"/>
            <a:miter lim="0"/>
          </a:ln>
        </p:spPr>
        <p:txBody>
          <a:bodyPr rtlCol="0"/>
          <a:lstStyle/>
          <a:p>
            <a:pPr algn="ctr"/>
            <a:endParaRPr lang="zh-CN" altLang="en-US"/>
          </a:p>
        </p:txBody>
      </p:sp>
      <p:pic>
        <p:nvPicPr>
          <p:cNvPr id="12" name="picture 12"/>
          <p:cNvPicPr>
            <a:picLocks noChangeAspect="1"/>
          </p:cNvPicPr>
          <p:nvPr/>
        </p:nvPicPr>
        <p:blipFill>
          <a:blip r:embed="rId3"/>
          <a:stretch>
            <a:fillRect/>
          </a:stretch>
        </p:blipFill>
        <p:spPr>
          <a:xfrm rot="21600000">
            <a:off x="50292" y="978408"/>
            <a:ext cx="5323332" cy="4989575"/>
          </a:xfrm>
          <a:prstGeom prst="rect">
            <a:avLst/>
          </a:prstGeom>
        </p:spPr>
      </p:pic>
      <p:sp>
        <p:nvSpPr>
          <p:cNvPr id="14" name="textbox 14"/>
          <p:cNvSpPr/>
          <p:nvPr/>
        </p:nvSpPr>
        <p:spPr>
          <a:xfrm>
            <a:off x="5987872" y="2450947"/>
            <a:ext cx="5137784" cy="1002030"/>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7000"/>
              </a:lnSpc>
            </a:pPr>
            <a:r>
              <a:rPr sz="6600" b="1" kern="0" spc="100" dirty="0">
                <a:solidFill>
                  <a:srgbClr val="5F7797">
                    <a:alpha val="100000"/>
                  </a:srgbClr>
                </a:solidFill>
                <a:latin typeface="微软雅黑" panose="020B0503020204020204" charset="-122"/>
                <a:ea typeface="微软雅黑" panose="020B0503020204020204" charset="-122"/>
                <a:cs typeface="微软雅黑" panose="020B0503020204020204" charset="-122"/>
              </a:rPr>
              <a:t>智能优化算法</a:t>
            </a:r>
            <a:endParaRPr sz="6600" dirty="0">
              <a:latin typeface="微软雅黑" panose="020B0503020204020204" charset="-122"/>
              <a:ea typeface="微软雅黑" panose="020B0503020204020204" charset="-122"/>
              <a:cs typeface="微软雅黑" panose="020B0503020204020204" charset="-122"/>
            </a:endParaRPr>
          </a:p>
        </p:txBody>
      </p:sp>
      <p:sp>
        <p:nvSpPr>
          <p:cNvPr id="16" name="textbox 16"/>
          <p:cNvSpPr/>
          <p:nvPr/>
        </p:nvSpPr>
        <p:spPr>
          <a:xfrm>
            <a:off x="6458006" y="4246874"/>
            <a:ext cx="4099559" cy="659130"/>
          </a:xfrm>
          <a:prstGeom prst="rect">
            <a:avLst/>
          </a:prstGeom>
          <a:noFill/>
          <a:ln w="0" cap="flat">
            <a:noFill/>
            <a:prstDash val="solid"/>
            <a:miter lim="0"/>
          </a:ln>
        </p:spPr>
        <p:txBody>
          <a:bodyPr vert="horz" wrap="square" lIns="0" tIns="0" rIns="0" bIns="0"/>
          <a:lstStyle/>
          <a:p>
            <a:pPr algn="l" rtl="0" eaLnBrk="0">
              <a:lnSpc>
                <a:spcPct val="62000"/>
              </a:lnSpc>
            </a:pPr>
            <a:endParaRPr sz="100" dirty="0">
              <a:latin typeface="Arial" panose="020B0604020202020204"/>
              <a:ea typeface="Arial" panose="020B0604020202020204"/>
              <a:cs typeface="Arial" panose="020B0604020202020204"/>
            </a:endParaRPr>
          </a:p>
          <a:p>
            <a:pPr algn="r" rtl="0" eaLnBrk="0">
              <a:lnSpc>
                <a:spcPct val="95000"/>
              </a:lnSpc>
            </a:pPr>
            <a:r>
              <a:rPr sz="4400" kern="0" spc="-370" dirty="0">
                <a:solidFill>
                  <a:srgbClr val="5F7797">
                    <a:alpha val="100000"/>
                  </a:srgbClr>
                </a:solidFill>
                <a:latin typeface="微软雅黑" panose="020B0503020204020204" charset="-122"/>
                <a:ea typeface="微软雅黑" panose="020B0503020204020204" charset="-122"/>
                <a:cs typeface="微软雅黑" panose="020B0503020204020204" charset="-122"/>
              </a:rPr>
              <a:t>遗传算法（GA）</a:t>
            </a:r>
            <a:endParaRPr sz="4400" dirty="0">
              <a:latin typeface="微软雅黑" panose="020B0503020204020204" charset="-122"/>
              <a:ea typeface="微软雅黑" panose="020B0503020204020204" charset="-122"/>
              <a:cs typeface="微软雅黑" panose="020B0503020204020204" charset="-122"/>
            </a:endParaRPr>
          </a:p>
        </p:txBody>
      </p:sp>
      <p:sp>
        <p:nvSpPr>
          <p:cNvPr id="18" name="path 18"/>
          <p:cNvSpPr/>
          <p:nvPr/>
        </p:nvSpPr>
        <p:spPr>
          <a:xfrm>
            <a:off x="6478523" y="3648372"/>
            <a:ext cx="2293620" cy="301835"/>
          </a:xfrm>
          <a:custGeom>
            <a:avLst/>
            <a:gdLst/>
            <a:ahLst/>
            <a:cxnLst/>
            <a:rect l="0" t="0" r="0" b="0"/>
            <a:pathLst>
              <a:path w="3612" h="475">
                <a:moveTo>
                  <a:pt x="3283" y="24"/>
                </a:moveTo>
                <a:cubicBezTo>
                  <a:pt x="3345" y="9"/>
                  <a:pt x="3463" y="19"/>
                  <a:pt x="3549" y="19"/>
                </a:cubicBezTo>
                <a:cubicBezTo>
                  <a:pt x="3565" y="19"/>
                  <a:pt x="3612" y="-4"/>
                  <a:pt x="3612" y="24"/>
                </a:cubicBezTo>
                <a:cubicBezTo>
                  <a:pt x="3510" y="24"/>
                  <a:pt x="3314" y="38"/>
                  <a:pt x="3283" y="24"/>
                </a:cubicBezTo>
              </a:path>
              <a:path w="3612" h="475">
                <a:moveTo>
                  <a:pt x="2963" y="220"/>
                </a:moveTo>
                <a:cubicBezTo>
                  <a:pt x="2970" y="220"/>
                  <a:pt x="3048" y="208"/>
                  <a:pt x="3072" y="226"/>
                </a:cubicBezTo>
                <a:cubicBezTo>
                  <a:pt x="3056" y="232"/>
                  <a:pt x="2940" y="226"/>
                  <a:pt x="2963" y="220"/>
                </a:cubicBezTo>
              </a:path>
              <a:path w="3612" h="475">
                <a:moveTo>
                  <a:pt x="2877" y="256"/>
                </a:moveTo>
                <a:cubicBezTo>
                  <a:pt x="2644" y="261"/>
                  <a:pt x="2550" y="266"/>
                  <a:pt x="2332" y="261"/>
                </a:cubicBezTo>
                <a:cubicBezTo>
                  <a:pt x="2504" y="256"/>
                  <a:pt x="2729" y="252"/>
                  <a:pt x="2877" y="256"/>
                </a:cubicBezTo>
              </a:path>
              <a:path w="3612" h="475">
                <a:moveTo>
                  <a:pt x="1537" y="247"/>
                </a:moveTo>
                <a:cubicBezTo>
                  <a:pt x="1552" y="256"/>
                  <a:pt x="1568" y="261"/>
                  <a:pt x="1591" y="261"/>
                </a:cubicBezTo>
                <a:cubicBezTo>
                  <a:pt x="1700" y="261"/>
                  <a:pt x="1794" y="261"/>
                  <a:pt x="1911" y="261"/>
                </a:cubicBezTo>
                <a:cubicBezTo>
                  <a:pt x="2028" y="266"/>
                  <a:pt x="1864" y="271"/>
                  <a:pt x="1840" y="271"/>
                </a:cubicBezTo>
                <a:cubicBezTo>
                  <a:pt x="1747" y="271"/>
                  <a:pt x="1521" y="271"/>
                  <a:pt x="1428" y="261"/>
                </a:cubicBezTo>
                <a:cubicBezTo>
                  <a:pt x="1490" y="261"/>
                  <a:pt x="1521" y="271"/>
                  <a:pt x="1537" y="247"/>
                </a:cubicBezTo>
              </a:path>
              <a:path w="3612" h="475">
                <a:moveTo>
                  <a:pt x="1022" y="459"/>
                </a:moveTo>
                <a:cubicBezTo>
                  <a:pt x="1014" y="459"/>
                  <a:pt x="1014" y="459"/>
                  <a:pt x="1014" y="464"/>
                </a:cubicBezTo>
                <a:cubicBezTo>
                  <a:pt x="1022" y="464"/>
                  <a:pt x="1030" y="464"/>
                  <a:pt x="1030" y="470"/>
                </a:cubicBezTo>
                <a:cubicBezTo>
                  <a:pt x="1006" y="475"/>
                  <a:pt x="957" y="464"/>
                  <a:pt x="981" y="454"/>
                </a:cubicBezTo>
                <a:cubicBezTo>
                  <a:pt x="989" y="470"/>
                  <a:pt x="1046" y="444"/>
                  <a:pt x="1022" y="459"/>
                </a:cubicBezTo>
              </a:path>
              <a:path w="3612" h="475">
                <a:moveTo>
                  <a:pt x="0" y="447"/>
                </a:moveTo>
                <a:cubicBezTo>
                  <a:pt x="62" y="436"/>
                  <a:pt x="170" y="447"/>
                  <a:pt x="232" y="458"/>
                </a:cubicBezTo>
                <a:cubicBezTo>
                  <a:pt x="155" y="453"/>
                  <a:pt x="62" y="458"/>
                  <a:pt x="0" y="447"/>
                </a:cubicBezTo>
              </a:path>
            </a:pathLst>
          </a:custGeom>
          <a:solidFill>
            <a:srgbClr val="5F7797">
              <a:alpha val="100000"/>
            </a:srgbClr>
          </a:solidFill>
          <a:ln w="0" cap="flat">
            <a:noFill/>
            <a:prstDash val="solid"/>
            <a:miter lim="0"/>
          </a:ln>
        </p:spPr>
        <p:txBody>
          <a:bodyPr rtlCol="0"/>
          <a:lstStyle/>
          <a:p>
            <a:pPr algn="ctr"/>
            <a:endParaRPr lang="zh-CN" altLang="en-US"/>
          </a:p>
        </p:txBody>
      </p:sp>
      <p:sp>
        <p:nvSpPr>
          <p:cNvPr id="20" name="path 20"/>
          <p:cNvSpPr/>
          <p:nvPr/>
        </p:nvSpPr>
        <p:spPr>
          <a:xfrm>
            <a:off x="11172444" y="3660647"/>
            <a:ext cx="565403" cy="76200"/>
          </a:xfrm>
          <a:custGeom>
            <a:avLst/>
            <a:gdLst/>
            <a:ahLst/>
            <a:cxnLst/>
            <a:rect l="0" t="0" r="0" b="0"/>
            <a:pathLst>
              <a:path w="890" h="120">
                <a:moveTo>
                  <a:pt x="765" y="10"/>
                </a:moveTo>
                <a:cubicBezTo>
                  <a:pt x="796" y="20"/>
                  <a:pt x="851" y="0"/>
                  <a:pt x="890" y="15"/>
                </a:cubicBezTo>
                <a:cubicBezTo>
                  <a:pt x="851" y="15"/>
                  <a:pt x="741" y="31"/>
                  <a:pt x="765" y="10"/>
                </a:cubicBezTo>
              </a:path>
              <a:path w="890" h="120">
                <a:moveTo>
                  <a:pt x="640" y="25"/>
                </a:moveTo>
                <a:cubicBezTo>
                  <a:pt x="625" y="25"/>
                  <a:pt x="547" y="31"/>
                  <a:pt x="570" y="20"/>
                </a:cubicBezTo>
                <a:cubicBezTo>
                  <a:pt x="594" y="20"/>
                  <a:pt x="671" y="14"/>
                  <a:pt x="640" y="25"/>
                </a:cubicBezTo>
              </a:path>
              <a:path w="890" h="120">
                <a:moveTo>
                  <a:pt x="0" y="109"/>
                </a:moveTo>
                <a:cubicBezTo>
                  <a:pt x="62" y="103"/>
                  <a:pt x="94" y="98"/>
                  <a:pt x="148" y="109"/>
                </a:cubicBezTo>
                <a:cubicBezTo>
                  <a:pt x="101" y="109"/>
                  <a:pt x="31" y="120"/>
                  <a:pt x="0" y="109"/>
                </a:cubicBezTo>
              </a:path>
              <a:path w="890" h="120">
                <a:moveTo>
                  <a:pt x="211" y="102"/>
                </a:moveTo>
                <a:cubicBezTo>
                  <a:pt x="289" y="92"/>
                  <a:pt x="453" y="81"/>
                  <a:pt x="515" y="97"/>
                </a:cubicBezTo>
                <a:cubicBezTo>
                  <a:pt x="430" y="97"/>
                  <a:pt x="265" y="107"/>
                  <a:pt x="211" y="102"/>
                </a:cubicBezTo>
              </a:path>
              <a:path w="890" h="120">
                <a:moveTo>
                  <a:pt x="291" y="31"/>
                </a:moveTo>
                <a:cubicBezTo>
                  <a:pt x="306" y="31"/>
                  <a:pt x="330" y="31"/>
                  <a:pt x="345" y="31"/>
                </a:cubicBezTo>
                <a:cubicBezTo>
                  <a:pt x="260" y="41"/>
                  <a:pt x="128" y="52"/>
                  <a:pt x="81" y="36"/>
                </a:cubicBezTo>
                <a:cubicBezTo>
                  <a:pt x="135" y="36"/>
                  <a:pt x="221" y="36"/>
                  <a:pt x="291" y="31"/>
                </a:cubicBezTo>
              </a:path>
            </a:pathLst>
          </a:custGeom>
          <a:solidFill>
            <a:srgbClr val="5F7797">
              <a:alpha val="100000"/>
            </a:srgbClr>
          </a:solidFill>
          <a:ln w="0" cap="flat">
            <a:noFill/>
            <a:prstDash val="solid"/>
            <a:miter lim="0"/>
          </a:ln>
        </p:spPr>
        <p:txBody>
          <a:bodyPr rtlCol="0"/>
          <a:lstStyle/>
          <a:p>
            <a:pPr algn="ctr"/>
            <a:endParaRPr lang="zh-CN" altLang="en-US"/>
          </a:p>
        </p:txBody>
      </p:sp>
      <p:sp>
        <p:nvSpPr>
          <p:cNvPr id="22" name="path 22"/>
          <p:cNvSpPr/>
          <p:nvPr/>
        </p:nvSpPr>
        <p:spPr>
          <a:xfrm>
            <a:off x="9482546" y="3749040"/>
            <a:ext cx="394498" cy="62483"/>
          </a:xfrm>
          <a:custGeom>
            <a:avLst/>
            <a:gdLst/>
            <a:ahLst/>
            <a:cxnLst/>
            <a:rect l="0" t="0" r="0" b="0"/>
            <a:pathLst>
              <a:path w="621" h="98">
                <a:moveTo>
                  <a:pt x="621" y="51"/>
                </a:moveTo>
                <a:cubicBezTo>
                  <a:pt x="613" y="51"/>
                  <a:pt x="596" y="51"/>
                  <a:pt x="596" y="57"/>
                </a:cubicBezTo>
                <a:cubicBezTo>
                  <a:pt x="604" y="57"/>
                  <a:pt x="604" y="62"/>
                  <a:pt x="596" y="62"/>
                </a:cubicBezTo>
                <a:cubicBezTo>
                  <a:pt x="579" y="57"/>
                  <a:pt x="579" y="62"/>
                  <a:pt x="546" y="62"/>
                </a:cubicBezTo>
                <a:cubicBezTo>
                  <a:pt x="546" y="57"/>
                  <a:pt x="546" y="51"/>
                  <a:pt x="546" y="46"/>
                </a:cubicBezTo>
                <a:cubicBezTo>
                  <a:pt x="579" y="57"/>
                  <a:pt x="596" y="40"/>
                  <a:pt x="621" y="51"/>
                </a:cubicBezTo>
              </a:path>
              <a:path w="621" h="98">
                <a:moveTo>
                  <a:pt x="174" y="10"/>
                </a:moveTo>
                <a:cubicBezTo>
                  <a:pt x="127" y="21"/>
                  <a:pt x="-5" y="21"/>
                  <a:pt x="10" y="10"/>
                </a:cubicBezTo>
                <a:cubicBezTo>
                  <a:pt x="34" y="10"/>
                  <a:pt x="151" y="0"/>
                  <a:pt x="174" y="10"/>
                </a:cubicBezTo>
              </a:path>
              <a:path w="621" h="98">
                <a:moveTo>
                  <a:pt x="48" y="83"/>
                </a:moveTo>
                <a:cubicBezTo>
                  <a:pt x="40" y="93"/>
                  <a:pt x="89" y="88"/>
                  <a:pt x="89" y="83"/>
                </a:cubicBezTo>
                <a:cubicBezTo>
                  <a:pt x="73" y="83"/>
                  <a:pt x="73" y="74"/>
                  <a:pt x="81" y="74"/>
                </a:cubicBezTo>
                <a:cubicBezTo>
                  <a:pt x="81" y="88"/>
                  <a:pt x="105" y="83"/>
                  <a:pt x="105" y="93"/>
                </a:cubicBezTo>
                <a:cubicBezTo>
                  <a:pt x="81" y="93"/>
                  <a:pt x="16" y="98"/>
                  <a:pt x="48" y="83"/>
                </a:cubicBezTo>
              </a:path>
              <a:path w="621" h="98">
                <a:moveTo>
                  <a:pt x="494" y="62"/>
                </a:moveTo>
                <a:cubicBezTo>
                  <a:pt x="479" y="73"/>
                  <a:pt x="471" y="62"/>
                  <a:pt x="449" y="79"/>
                </a:cubicBezTo>
                <a:cubicBezTo>
                  <a:pt x="449" y="68"/>
                  <a:pt x="441" y="62"/>
                  <a:pt x="434" y="56"/>
                </a:cubicBezTo>
                <a:cubicBezTo>
                  <a:pt x="449" y="56"/>
                  <a:pt x="486" y="45"/>
                  <a:pt x="494" y="62"/>
                </a:cubicBezTo>
              </a:path>
              <a:path w="621" h="98">
                <a:moveTo>
                  <a:pt x="390" y="61"/>
                </a:moveTo>
                <a:cubicBezTo>
                  <a:pt x="383" y="61"/>
                  <a:pt x="390" y="66"/>
                  <a:pt x="390" y="72"/>
                </a:cubicBezTo>
                <a:cubicBezTo>
                  <a:pt x="336" y="77"/>
                  <a:pt x="274" y="77"/>
                  <a:pt x="220" y="88"/>
                </a:cubicBezTo>
                <a:cubicBezTo>
                  <a:pt x="220" y="77"/>
                  <a:pt x="220" y="72"/>
                  <a:pt x="220" y="61"/>
                </a:cubicBezTo>
                <a:cubicBezTo>
                  <a:pt x="259" y="72"/>
                  <a:pt x="344" y="50"/>
                  <a:pt x="390" y="61"/>
                </a:cubicBezTo>
              </a:path>
            </a:pathLst>
          </a:custGeom>
          <a:solidFill>
            <a:srgbClr val="5F7797">
              <a:alpha val="100000"/>
            </a:srgbClr>
          </a:solidFill>
          <a:ln w="0" cap="flat">
            <a:noFill/>
            <a:prstDash val="solid"/>
            <a:miter lim="0"/>
          </a:ln>
        </p:spPr>
        <p:txBody>
          <a:bodyPr rtlCol="0"/>
          <a:lstStyle/>
          <a:p>
            <a:pPr algn="ctr"/>
            <a:endParaRPr lang="zh-CN" altLang="en-US"/>
          </a:p>
        </p:txBody>
      </p:sp>
      <p:sp>
        <p:nvSpPr>
          <p:cNvPr id="24" name="path 24"/>
          <p:cNvSpPr/>
          <p:nvPr/>
        </p:nvSpPr>
        <p:spPr>
          <a:xfrm>
            <a:off x="10446728" y="3721160"/>
            <a:ext cx="241083" cy="35499"/>
          </a:xfrm>
          <a:custGeom>
            <a:avLst/>
            <a:gdLst/>
            <a:ahLst/>
            <a:cxnLst/>
            <a:rect l="0" t="0" r="0" b="0"/>
            <a:pathLst>
              <a:path w="379" h="55">
                <a:moveTo>
                  <a:pt x="184" y="19"/>
                </a:moveTo>
                <a:cubicBezTo>
                  <a:pt x="168" y="14"/>
                  <a:pt x="120" y="24"/>
                  <a:pt x="120" y="14"/>
                </a:cubicBezTo>
                <a:cubicBezTo>
                  <a:pt x="144" y="14"/>
                  <a:pt x="176" y="14"/>
                  <a:pt x="200" y="14"/>
                </a:cubicBezTo>
                <a:cubicBezTo>
                  <a:pt x="248" y="19"/>
                  <a:pt x="327" y="-1"/>
                  <a:pt x="343" y="19"/>
                </a:cubicBezTo>
                <a:cubicBezTo>
                  <a:pt x="295" y="14"/>
                  <a:pt x="248" y="24"/>
                  <a:pt x="184" y="19"/>
                </a:cubicBezTo>
              </a:path>
              <a:path w="379" h="55">
                <a:moveTo>
                  <a:pt x="13" y="18"/>
                </a:moveTo>
                <a:cubicBezTo>
                  <a:pt x="36" y="18"/>
                  <a:pt x="113" y="12"/>
                  <a:pt x="90" y="18"/>
                </a:cubicBezTo>
                <a:cubicBezTo>
                  <a:pt x="75" y="18"/>
                  <a:pt x="-9" y="29"/>
                  <a:pt x="13" y="18"/>
                </a:cubicBezTo>
              </a:path>
              <a:path w="379" h="55">
                <a:moveTo>
                  <a:pt x="286" y="45"/>
                </a:moveTo>
                <a:cubicBezTo>
                  <a:pt x="317" y="55"/>
                  <a:pt x="348" y="34"/>
                  <a:pt x="379" y="50"/>
                </a:cubicBezTo>
                <a:cubicBezTo>
                  <a:pt x="348" y="55"/>
                  <a:pt x="293" y="55"/>
                  <a:pt x="286" y="45"/>
                </a:cubicBezTo>
              </a:path>
            </a:pathLst>
          </a:custGeom>
          <a:solidFill>
            <a:srgbClr val="5F7797">
              <a:alpha val="100000"/>
            </a:srgbClr>
          </a:solidFill>
          <a:ln w="0" cap="flat">
            <a:noFill/>
            <a:prstDash val="solid"/>
            <a:miter lim="0"/>
          </a:ln>
        </p:spPr>
        <p:txBody>
          <a:bodyPr rtlCol="0"/>
          <a:lstStyle/>
          <a:p>
            <a:pPr algn="ctr"/>
            <a:endParaRPr lang="zh-CN" altLang="en-US"/>
          </a:p>
        </p:txBody>
      </p:sp>
      <p:sp>
        <p:nvSpPr>
          <p:cNvPr id="26" name="path 26"/>
          <p:cNvSpPr/>
          <p:nvPr/>
        </p:nvSpPr>
        <p:spPr>
          <a:xfrm>
            <a:off x="10234121" y="3756786"/>
            <a:ext cx="151938" cy="18161"/>
          </a:xfrm>
          <a:custGeom>
            <a:avLst/>
            <a:gdLst/>
            <a:ahLst/>
            <a:cxnLst/>
            <a:rect l="0" t="0" r="0" b="0"/>
            <a:pathLst>
              <a:path w="239" h="28">
                <a:moveTo>
                  <a:pt x="193" y="14"/>
                </a:moveTo>
                <a:cubicBezTo>
                  <a:pt x="201" y="14"/>
                  <a:pt x="216" y="14"/>
                  <a:pt x="216" y="9"/>
                </a:cubicBezTo>
                <a:cubicBezTo>
                  <a:pt x="208" y="9"/>
                  <a:pt x="201" y="9"/>
                  <a:pt x="201" y="4"/>
                </a:cubicBezTo>
                <a:cubicBezTo>
                  <a:pt x="216" y="9"/>
                  <a:pt x="239" y="4"/>
                  <a:pt x="239" y="9"/>
                </a:cubicBezTo>
                <a:cubicBezTo>
                  <a:pt x="231" y="9"/>
                  <a:pt x="231" y="14"/>
                  <a:pt x="231" y="19"/>
                </a:cubicBezTo>
                <a:cubicBezTo>
                  <a:pt x="216" y="19"/>
                  <a:pt x="201" y="23"/>
                  <a:pt x="193" y="14"/>
                </a:cubicBezTo>
              </a:path>
              <a:path w="239" h="28">
                <a:moveTo>
                  <a:pt x="82" y="23"/>
                </a:moveTo>
                <a:cubicBezTo>
                  <a:pt x="52" y="28"/>
                  <a:pt x="59" y="14"/>
                  <a:pt x="29" y="14"/>
                </a:cubicBezTo>
                <a:cubicBezTo>
                  <a:pt x="-39" y="14"/>
                  <a:pt x="97" y="0"/>
                  <a:pt x="82" y="23"/>
                </a:cubicBezTo>
              </a:path>
              <a:path w="239" h="28">
                <a:moveTo>
                  <a:pt x="106" y="14"/>
                </a:moveTo>
                <a:cubicBezTo>
                  <a:pt x="90" y="14"/>
                  <a:pt x="66" y="14"/>
                  <a:pt x="82" y="9"/>
                </a:cubicBezTo>
                <a:cubicBezTo>
                  <a:pt x="106" y="14"/>
                  <a:pt x="161" y="4"/>
                  <a:pt x="169" y="14"/>
                </a:cubicBezTo>
                <a:cubicBezTo>
                  <a:pt x="130" y="14"/>
                  <a:pt x="122" y="28"/>
                  <a:pt x="98" y="23"/>
                </a:cubicBezTo>
                <a:cubicBezTo>
                  <a:pt x="98" y="23"/>
                  <a:pt x="106" y="19"/>
                  <a:pt x="106" y="14"/>
                </a:cubicBezTo>
              </a:path>
            </a:pathLst>
          </a:custGeom>
          <a:solidFill>
            <a:srgbClr val="5F7797">
              <a:alpha val="100000"/>
            </a:srgbClr>
          </a:solidFill>
          <a:ln w="0" cap="flat">
            <a:noFill/>
            <a:prstDash val="solid"/>
            <a:miter lim="0"/>
          </a:ln>
        </p:spPr>
        <p:txBody>
          <a:bodyPr rtlCol="0"/>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path 28"/>
          <p:cNvSpPr/>
          <p:nvPr/>
        </p:nvSpPr>
        <p:spPr>
          <a:xfrm>
            <a:off x="1447800" y="1380744"/>
            <a:ext cx="3873753" cy="4684776"/>
          </a:xfrm>
          <a:custGeom>
            <a:avLst/>
            <a:gdLst/>
            <a:ahLst/>
            <a:cxnLst/>
            <a:rect l="0" t="0" r="0" b="0"/>
            <a:pathLst>
              <a:path w="6100" h="7377">
                <a:moveTo>
                  <a:pt x="2151" y="943"/>
                </a:moveTo>
                <a:cubicBezTo>
                  <a:pt x="2167" y="981"/>
                  <a:pt x="2197" y="1042"/>
                  <a:pt x="2227" y="1034"/>
                </a:cubicBezTo>
                <a:cubicBezTo>
                  <a:pt x="2258" y="1026"/>
                  <a:pt x="2243" y="943"/>
                  <a:pt x="2243" y="928"/>
                </a:cubicBezTo>
                <a:cubicBezTo>
                  <a:pt x="2235" y="882"/>
                  <a:pt x="2227" y="844"/>
                  <a:pt x="2220" y="813"/>
                </a:cubicBezTo>
                <a:cubicBezTo>
                  <a:pt x="2159" y="585"/>
                  <a:pt x="2121" y="410"/>
                  <a:pt x="2083" y="197"/>
                </a:cubicBezTo>
                <a:cubicBezTo>
                  <a:pt x="2075" y="159"/>
                  <a:pt x="2068" y="91"/>
                  <a:pt x="2045" y="76"/>
                </a:cubicBezTo>
                <a:cubicBezTo>
                  <a:pt x="2015" y="38"/>
                  <a:pt x="1923" y="76"/>
                  <a:pt x="1870" y="91"/>
                </a:cubicBezTo>
                <a:cubicBezTo>
                  <a:pt x="1855" y="106"/>
                  <a:pt x="1855" y="129"/>
                  <a:pt x="1840" y="144"/>
                </a:cubicBezTo>
                <a:cubicBezTo>
                  <a:pt x="1877" y="266"/>
                  <a:pt x="1938" y="410"/>
                  <a:pt x="1999" y="547"/>
                </a:cubicBezTo>
                <a:cubicBezTo>
                  <a:pt x="2068" y="699"/>
                  <a:pt x="2098" y="829"/>
                  <a:pt x="2151" y="943"/>
                </a:cubicBezTo>
                <a:moveTo>
                  <a:pt x="6044" y="2281"/>
                </a:moveTo>
                <a:cubicBezTo>
                  <a:pt x="6006" y="2266"/>
                  <a:pt x="5915" y="2304"/>
                  <a:pt x="5862" y="2327"/>
                </a:cubicBezTo>
                <a:cubicBezTo>
                  <a:pt x="5793" y="2350"/>
                  <a:pt x="5732" y="2372"/>
                  <a:pt x="5672" y="2395"/>
                </a:cubicBezTo>
                <a:cubicBezTo>
                  <a:pt x="5520" y="2456"/>
                  <a:pt x="5405" y="2449"/>
                  <a:pt x="5299" y="2510"/>
                </a:cubicBezTo>
                <a:cubicBezTo>
                  <a:pt x="5261" y="2532"/>
                  <a:pt x="5254" y="2540"/>
                  <a:pt x="5254" y="2548"/>
                </a:cubicBezTo>
                <a:cubicBezTo>
                  <a:pt x="5276" y="2608"/>
                  <a:pt x="5398" y="2586"/>
                  <a:pt x="5451" y="2578"/>
                </a:cubicBezTo>
                <a:cubicBezTo>
                  <a:pt x="5664" y="2540"/>
                  <a:pt x="5892" y="2517"/>
                  <a:pt x="6090" y="2494"/>
                </a:cubicBezTo>
                <a:cubicBezTo>
                  <a:pt x="6105" y="2441"/>
                  <a:pt x="6105" y="2312"/>
                  <a:pt x="6044" y="2281"/>
                </a:cubicBezTo>
                <a:moveTo>
                  <a:pt x="1133" y="1559"/>
                </a:moveTo>
                <a:cubicBezTo>
                  <a:pt x="1102" y="1536"/>
                  <a:pt x="1072" y="1506"/>
                  <a:pt x="1049" y="1483"/>
                </a:cubicBezTo>
                <a:cubicBezTo>
                  <a:pt x="920" y="1384"/>
                  <a:pt x="813" y="1292"/>
                  <a:pt x="692" y="1186"/>
                </a:cubicBezTo>
                <a:cubicBezTo>
                  <a:pt x="661" y="1156"/>
                  <a:pt x="555" y="1034"/>
                  <a:pt x="509" y="1049"/>
                </a:cubicBezTo>
                <a:cubicBezTo>
                  <a:pt x="478" y="1057"/>
                  <a:pt x="403" y="1133"/>
                  <a:pt x="403" y="1171"/>
                </a:cubicBezTo>
                <a:cubicBezTo>
                  <a:pt x="403" y="1217"/>
                  <a:pt x="463" y="1239"/>
                  <a:pt x="501" y="1262"/>
                </a:cubicBezTo>
                <a:cubicBezTo>
                  <a:pt x="661" y="1369"/>
                  <a:pt x="836" y="1460"/>
                  <a:pt x="980" y="1559"/>
                </a:cubicBezTo>
                <a:cubicBezTo>
                  <a:pt x="1041" y="1604"/>
                  <a:pt x="1110" y="1658"/>
                  <a:pt x="1186" y="1658"/>
                </a:cubicBezTo>
                <a:cubicBezTo>
                  <a:pt x="1201" y="1620"/>
                  <a:pt x="1155" y="1589"/>
                  <a:pt x="1133" y="1559"/>
                </a:cubicBezTo>
                <a:moveTo>
                  <a:pt x="5999" y="3848"/>
                </a:moveTo>
                <a:cubicBezTo>
                  <a:pt x="5968" y="3810"/>
                  <a:pt x="5877" y="3810"/>
                  <a:pt x="5824" y="3802"/>
                </a:cubicBezTo>
                <a:cubicBezTo>
                  <a:pt x="5755" y="3795"/>
                  <a:pt x="5695" y="3787"/>
                  <a:pt x="5634" y="3780"/>
                </a:cubicBezTo>
                <a:cubicBezTo>
                  <a:pt x="5505" y="3764"/>
                  <a:pt x="5375" y="3719"/>
                  <a:pt x="5254" y="3726"/>
                </a:cubicBezTo>
                <a:cubicBezTo>
                  <a:pt x="5246" y="3734"/>
                  <a:pt x="5246" y="3741"/>
                  <a:pt x="5246" y="3741"/>
                </a:cubicBezTo>
                <a:cubicBezTo>
                  <a:pt x="5276" y="3802"/>
                  <a:pt x="5345" y="3817"/>
                  <a:pt x="5405" y="3841"/>
                </a:cubicBezTo>
                <a:cubicBezTo>
                  <a:pt x="5535" y="3878"/>
                  <a:pt x="5641" y="3917"/>
                  <a:pt x="5770" y="3970"/>
                </a:cubicBezTo>
                <a:cubicBezTo>
                  <a:pt x="5808" y="3977"/>
                  <a:pt x="5923" y="4038"/>
                  <a:pt x="5953" y="4023"/>
                </a:cubicBezTo>
                <a:cubicBezTo>
                  <a:pt x="5991" y="4008"/>
                  <a:pt x="6029" y="3886"/>
                  <a:pt x="5999" y="3848"/>
                </a:cubicBezTo>
                <a:moveTo>
                  <a:pt x="661" y="2760"/>
                </a:moveTo>
                <a:cubicBezTo>
                  <a:pt x="456" y="2730"/>
                  <a:pt x="228" y="2700"/>
                  <a:pt x="45" y="2662"/>
                </a:cubicBezTo>
                <a:cubicBezTo>
                  <a:pt x="0" y="2692"/>
                  <a:pt x="7" y="2768"/>
                  <a:pt x="7" y="2814"/>
                </a:cubicBezTo>
                <a:cubicBezTo>
                  <a:pt x="53" y="2867"/>
                  <a:pt x="235" y="2852"/>
                  <a:pt x="342" y="2844"/>
                </a:cubicBezTo>
                <a:cubicBezTo>
                  <a:pt x="471" y="2837"/>
                  <a:pt x="593" y="2844"/>
                  <a:pt x="692" y="2852"/>
                </a:cubicBezTo>
                <a:cubicBezTo>
                  <a:pt x="745" y="2852"/>
                  <a:pt x="798" y="2852"/>
                  <a:pt x="828" y="2821"/>
                </a:cubicBezTo>
                <a:cubicBezTo>
                  <a:pt x="798" y="2776"/>
                  <a:pt x="722" y="2768"/>
                  <a:pt x="661" y="2760"/>
                </a:cubicBezTo>
                <a:moveTo>
                  <a:pt x="3490" y="517"/>
                </a:moveTo>
                <a:cubicBezTo>
                  <a:pt x="3482" y="638"/>
                  <a:pt x="3444" y="752"/>
                  <a:pt x="3436" y="867"/>
                </a:cubicBezTo>
                <a:cubicBezTo>
                  <a:pt x="3436" y="905"/>
                  <a:pt x="3429" y="973"/>
                  <a:pt x="3459" y="996"/>
                </a:cubicBezTo>
                <a:cubicBezTo>
                  <a:pt x="3505" y="988"/>
                  <a:pt x="3512" y="935"/>
                  <a:pt x="3527" y="905"/>
                </a:cubicBezTo>
                <a:cubicBezTo>
                  <a:pt x="3543" y="867"/>
                  <a:pt x="3550" y="821"/>
                  <a:pt x="3558" y="783"/>
                </a:cubicBezTo>
                <a:cubicBezTo>
                  <a:pt x="3611" y="585"/>
                  <a:pt x="3664" y="387"/>
                  <a:pt x="3725" y="190"/>
                </a:cubicBezTo>
                <a:cubicBezTo>
                  <a:pt x="3733" y="152"/>
                  <a:pt x="3763" y="91"/>
                  <a:pt x="3756" y="68"/>
                </a:cubicBezTo>
                <a:cubicBezTo>
                  <a:pt x="3740" y="7"/>
                  <a:pt x="3626" y="15"/>
                  <a:pt x="3581" y="0"/>
                </a:cubicBezTo>
                <a:cubicBezTo>
                  <a:pt x="3520" y="30"/>
                  <a:pt x="3527" y="83"/>
                  <a:pt x="3520" y="152"/>
                </a:cubicBezTo>
                <a:cubicBezTo>
                  <a:pt x="3505" y="273"/>
                  <a:pt x="3497" y="403"/>
                  <a:pt x="3490" y="517"/>
                </a:cubicBezTo>
                <a:moveTo>
                  <a:pt x="4790" y="1574"/>
                </a:moveTo>
                <a:cubicBezTo>
                  <a:pt x="4820" y="1551"/>
                  <a:pt x="4858" y="1521"/>
                  <a:pt x="4888" y="1498"/>
                </a:cubicBezTo>
                <a:cubicBezTo>
                  <a:pt x="5041" y="1361"/>
                  <a:pt x="5208" y="1232"/>
                  <a:pt x="5375" y="1110"/>
                </a:cubicBezTo>
                <a:cubicBezTo>
                  <a:pt x="5405" y="1087"/>
                  <a:pt x="5451" y="1064"/>
                  <a:pt x="5459" y="1026"/>
                </a:cubicBezTo>
                <a:cubicBezTo>
                  <a:pt x="5444" y="950"/>
                  <a:pt x="5352" y="844"/>
                  <a:pt x="5292" y="897"/>
                </a:cubicBezTo>
                <a:cubicBezTo>
                  <a:pt x="5170" y="996"/>
                  <a:pt x="5071" y="1133"/>
                  <a:pt x="4965" y="1255"/>
                </a:cubicBezTo>
                <a:cubicBezTo>
                  <a:pt x="4881" y="1346"/>
                  <a:pt x="4782" y="1422"/>
                  <a:pt x="4706" y="1513"/>
                </a:cubicBezTo>
                <a:cubicBezTo>
                  <a:pt x="4691" y="1544"/>
                  <a:pt x="4653" y="1582"/>
                  <a:pt x="4668" y="1620"/>
                </a:cubicBezTo>
                <a:cubicBezTo>
                  <a:pt x="4714" y="1627"/>
                  <a:pt x="4759" y="1597"/>
                  <a:pt x="4790" y="1574"/>
                </a:cubicBezTo>
                <a:moveTo>
                  <a:pt x="1338" y="3072"/>
                </a:moveTo>
                <a:cubicBezTo>
                  <a:pt x="1361" y="2753"/>
                  <a:pt x="1444" y="2471"/>
                  <a:pt x="1581" y="2236"/>
                </a:cubicBezTo>
                <a:cubicBezTo>
                  <a:pt x="1566" y="2243"/>
                  <a:pt x="1566" y="2243"/>
                  <a:pt x="1566" y="2243"/>
                </a:cubicBezTo>
                <a:cubicBezTo>
                  <a:pt x="1459" y="2403"/>
                  <a:pt x="1376" y="2578"/>
                  <a:pt x="1338" y="2783"/>
                </a:cubicBezTo>
                <a:cubicBezTo>
                  <a:pt x="1300" y="2981"/>
                  <a:pt x="1285" y="3194"/>
                  <a:pt x="1300" y="3430"/>
                </a:cubicBezTo>
                <a:cubicBezTo>
                  <a:pt x="1338" y="3917"/>
                  <a:pt x="1558" y="4358"/>
                  <a:pt x="1802" y="4700"/>
                </a:cubicBezTo>
                <a:cubicBezTo>
                  <a:pt x="1634" y="4281"/>
                  <a:pt x="1376" y="3901"/>
                  <a:pt x="1330" y="3399"/>
                </a:cubicBezTo>
                <a:cubicBezTo>
                  <a:pt x="1323" y="3293"/>
                  <a:pt x="1338" y="3179"/>
                  <a:pt x="1338" y="3072"/>
                </a:cubicBezTo>
                <a:moveTo>
                  <a:pt x="1338" y="2510"/>
                </a:moveTo>
                <a:cubicBezTo>
                  <a:pt x="1277" y="2608"/>
                  <a:pt x="1231" y="2760"/>
                  <a:pt x="1201" y="2905"/>
                </a:cubicBezTo>
                <a:cubicBezTo>
                  <a:pt x="1155" y="3118"/>
                  <a:pt x="1171" y="3354"/>
                  <a:pt x="1208" y="3612"/>
                </a:cubicBezTo>
                <a:cubicBezTo>
                  <a:pt x="1224" y="3741"/>
                  <a:pt x="1247" y="3886"/>
                  <a:pt x="1323" y="4000"/>
                </a:cubicBezTo>
                <a:cubicBezTo>
                  <a:pt x="1277" y="3825"/>
                  <a:pt x="1193" y="3574"/>
                  <a:pt x="1216" y="3422"/>
                </a:cubicBezTo>
                <a:cubicBezTo>
                  <a:pt x="1186" y="3065"/>
                  <a:pt x="1254" y="2783"/>
                  <a:pt x="1338" y="2510"/>
                </a:cubicBezTo>
                <a:moveTo>
                  <a:pt x="1855" y="6761"/>
                </a:moveTo>
                <a:cubicBezTo>
                  <a:pt x="1840" y="6753"/>
                  <a:pt x="1824" y="6731"/>
                  <a:pt x="1824" y="6761"/>
                </a:cubicBezTo>
                <a:cubicBezTo>
                  <a:pt x="1824" y="6769"/>
                  <a:pt x="1855" y="6753"/>
                  <a:pt x="1862" y="6776"/>
                </a:cubicBezTo>
                <a:cubicBezTo>
                  <a:pt x="1862" y="6791"/>
                  <a:pt x="1840" y="6799"/>
                  <a:pt x="1840" y="6814"/>
                </a:cubicBezTo>
                <a:cubicBezTo>
                  <a:pt x="2151" y="6845"/>
                  <a:pt x="2357" y="7035"/>
                  <a:pt x="2577" y="7202"/>
                </a:cubicBezTo>
                <a:cubicBezTo>
                  <a:pt x="2387" y="6974"/>
                  <a:pt x="2174" y="6784"/>
                  <a:pt x="1855" y="6761"/>
                </a:cubicBezTo>
                <a:moveTo>
                  <a:pt x="1893" y="4951"/>
                </a:moveTo>
                <a:cubicBezTo>
                  <a:pt x="1870" y="4890"/>
                  <a:pt x="1847" y="4837"/>
                  <a:pt x="1817" y="4806"/>
                </a:cubicBezTo>
                <a:cubicBezTo>
                  <a:pt x="1840" y="4928"/>
                  <a:pt x="1946" y="5027"/>
                  <a:pt x="1938" y="5149"/>
                </a:cubicBezTo>
                <a:cubicBezTo>
                  <a:pt x="1969" y="5111"/>
                  <a:pt x="1923" y="5012"/>
                  <a:pt x="1893" y="4951"/>
                </a:cubicBezTo>
                <a:moveTo>
                  <a:pt x="2607" y="3369"/>
                </a:moveTo>
                <a:cubicBezTo>
                  <a:pt x="2607" y="3369"/>
                  <a:pt x="2607" y="3377"/>
                  <a:pt x="2607" y="3377"/>
                </a:cubicBezTo>
                <a:cubicBezTo>
                  <a:pt x="2615" y="3377"/>
                  <a:pt x="2615" y="3377"/>
                  <a:pt x="2607" y="3369"/>
                </a:cubicBezTo>
                <a:moveTo>
                  <a:pt x="2585" y="3567"/>
                </a:moveTo>
                <a:cubicBezTo>
                  <a:pt x="2585" y="3544"/>
                  <a:pt x="2592" y="3521"/>
                  <a:pt x="2592" y="3498"/>
                </a:cubicBezTo>
                <a:cubicBezTo>
                  <a:pt x="2570" y="3741"/>
                  <a:pt x="2729" y="4076"/>
                  <a:pt x="2714" y="4320"/>
                </a:cubicBezTo>
                <a:cubicBezTo>
                  <a:pt x="2729" y="4167"/>
                  <a:pt x="2699" y="4015"/>
                  <a:pt x="2646" y="3848"/>
                </a:cubicBezTo>
                <a:cubicBezTo>
                  <a:pt x="2585" y="3673"/>
                  <a:pt x="2607" y="3513"/>
                  <a:pt x="2607" y="3377"/>
                </a:cubicBezTo>
                <a:cubicBezTo>
                  <a:pt x="2607" y="3377"/>
                  <a:pt x="2607" y="3377"/>
                  <a:pt x="2607" y="3369"/>
                </a:cubicBezTo>
                <a:cubicBezTo>
                  <a:pt x="2615" y="3361"/>
                  <a:pt x="2607" y="3354"/>
                  <a:pt x="2615" y="3361"/>
                </a:cubicBezTo>
                <a:cubicBezTo>
                  <a:pt x="2607" y="3278"/>
                  <a:pt x="2653" y="3179"/>
                  <a:pt x="2683" y="3110"/>
                </a:cubicBezTo>
                <a:cubicBezTo>
                  <a:pt x="2607" y="3240"/>
                  <a:pt x="2577" y="3399"/>
                  <a:pt x="2585" y="3567"/>
                </a:cubicBezTo>
                <a:moveTo>
                  <a:pt x="4835" y="3696"/>
                </a:moveTo>
                <a:cubicBezTo>
                  <a:pt x="4926" y="3475"/>
                  <a:pt x="4949" y="3133"/>
                  <a:pt x="4850" y="2852"/>
                </a:cubicBezTo>
                <a:cubicBezTo>
                  <a:pt x="4896" y="3164"/>
                  <a:pt x="4904" y="3452"/>
                  <a:pt x="4835" y="3696"/>
                </a:cubicBezTo>
                <a:moveTo>
                  <a:pt x="3010" y="4091"/>
                </a:moveTo>
                <a:cubicBezTo>
                  <a:pt x="3056" y="4015"/>
                  <a:pt x="3117" y="3947"/>
                  <a:pt x="3155" y="3863"/>
                </a:cubicBezTo>
                <a:cubicBezTo>
                  <a:pt x="3216" y="3749"/>
                  <a:pt x="3261" y="3612"/>
                  <a:pt x="3292" y="3468"/>
                </a:cubicBezTo>
                <a:cubicBezTo>
                  <a:pt x="3300" y="3430"/>
                  <a:pt x="3322" y="3354"/>
                  <a:pt x="3300" y="3316"/>
                </a:cubicBezTo>
                <a:cubicBezTo>
                  <a:pt x="3261" y="3247"/>
                  <a:pt x="3170" y="3346"/>
                  <a:pt x="3147" y="3377"/>
                </a:cubicBezTo>
                <a:cubicBezTo>
                  <a:pt x="3064" y="3490"/>
                  <a:pt x="3003" y="3620"/>
                  <a:pt x="2935" y="3719"/>
                </a:cubicBezTo>
                <a:cubicBezTo>
                  <a:pt x="2919" y="3643"/>
                  <a:pt x="2927" y="3559"/>
                  <a:pt x="2919" y="3475"/>
                </a:cubicBezTo>
                <a:cubicBezTo>
                  <a:pt x="2912" y="3339"/>
                  <a:pt x="2874" y="3133"/>
                  <a:pt x="2790" y="3080"/>
                </a:cubicBezTo>
                <a:cubicBezTo>
                  <a:pt x="2767" y="3080"/>
                  <a:pt x="2744" y="3088"/>
                  <a:pt x="2729" y="3088"/>
                </a:cubicBezTo>
                <a:cubicBezTo>
                  <a:pt x="2676" y="3126"/>
                  <a:pt x="2646" y="3202"/>
                  <a:pt x="2630" y="3270"/>
                </a:cubicBezTo>
                <a:cubicBezTo>
                  <a:pt x="2615" y="3407"/>
                  <a:pt x="2607" y="3590"/>
                  <a:pt x="2623" y="3749"/>
                </a:cubicBezTo>
                <a:cubicBezTo>
                  <a:pt x="2638" y="3795"/>
                  <a:pt x="2638" y="3795"/>
                  <a:pt x="2638" y="3795"/>
                </a:cubicBezTo>
                <a:cubicBezTo>
                  <a:pt x="2638" y="3757"/>
                  <a:pt x="2623" y="3703"/>
                  <a:pt x="2630" y="3673"/>
                </a:cubicBezTo>
                <a:cubicBezTo>
                  <a:pt x="2630" y="3833"/>
                  <a:pt x="2752" y="3970"/>
                  <a:pt x="2744" y="4130"/>
                </a:cubicBezTo>
                <a:cubicBezTo>
                  <a:pt x="2729" y="4068"/>
                  <a:pt x="2714" y="3970"/>
                  <a:pt x="2683" y="3909"/>
                </a:cubicBezTo>
                <a:cubicBezTo>
                  <a:pt x="2729" y="4068"/>
                  <a:pt x="2744" y="4228"/>
                  <a:pt x="2737" y="4365"/>
                </a:cubicBezTo>
                <a:cubicBezTo>
                  <a:pt x="2706" y="4396"/>
                  <a:pt x="2676" y="4426"/>
                  <a:pt x="2646" y="4464"/>
                </a:cubicBezTo>
                <a:cubicBezTo>
                  <a:pt x="2683" y="4449"/>
                  <a:pt x="2706" y="4403"/>
                  <a:pt x="2737" y="4396"/>
                </a:cubicBezTo>
                <a:cubicBezTo>
                  <a:pt x="2706" y="4631"/>
                  <a:pt x="2653" y="4867"/>
                  <a:pt x="2600" y="5072"/>
                </a:cubicBezTo>
                <a:cubicBezTo>
                  <a:pt x="2676" y="4860"/>
                  <a:pt x="2729" y="4624"/>
                  <a:pt x="2752" y="4373"/>
                </a:cubicBezTo>
                <a:cubicBezTo>
                  <a:pt x="2752" y="4639"/>
                  <a:pt x="2668" y="4882"/>
                  <a:pt x="2607" y="5095"/>
                </a:cubicBezTo>
                <a:cubicBezTo>
                  <a:pt x="2653" y="4981"/>
                  <a:pt x="2676" y="4860"/>
                  <a:pt x="2722" y="4746"/>
                </a:cubicBezTo>
                <a:cubicBezTo>
                  <a:pt x="2683" y="4928"/>
                  <a:pt x="2615" y="5095"/>
                  <a:pt x="2539" y="5263"/>
                </a:cubicBezTo>
                <a:cubicBezTo>
                  <a:pt x="2706" y="5004"/>
                  <a:pt x="2782" y="4685"/>
                  <a:pt x="2797" y="4327"/>
                </a:cubicBezTo>
                <a:cubicBezTo>
                  <a:pt x="2935" y="4190"/>
                  <a:pt x="3026" y="4000"/>
                  <a:pt x="3109" y="3848"/>
                </a:cubicBezTo>
                <a:cubicBezTo>
                  <a:pt x="3048" y="3977"/>
                  <a:pt x="2972" y="4122"/>
                  <a:pt x="2889" y="4236"/>
                </a:cubicBezTo>
                <a:cubicBezTo>
                  <a:pt x="2881" y="4251"/>
                  <a:pt x="2843" y="4281"/>
                  <a:pt x="2858" y="4274"/>
                </a:cubicBezTo>
                <a:cubicBezTo>
                  <a:pt x="2866" y="4274"/>
                  <a:pt x="2866" y="4266"/>
                  <a:pt x="2874" y="4266"/>
                </a:cubicBezTo>
                <a:cubicBezTo>
                  <a:pt x="2874" y="4289"/>
                  <a:pt x="2851" y="4297"/>
                  <a:pt x="2843" y="4312"/>
                </a:cubicBezTo>
                <a:cubicBezTo>
                  <a:pt x="2904" y="4251"/>
                  <a:pt x="2957" y="4175"/>
                  <a:pt x="3010" y="4091"/>
                </a:cubicBezTo>
                <a:moveTo>
                  <a:pt x="3140" y="3802"/>
                </a:moveTo>
                <a:cubicBezTo>
                  <a:pt x="3178" y="3711"/>
                  <a:pt x="3216" y="3605"/>
                  <a:pt x="3238" y="3498"/>
                </a:cubicBezTo>
                <a:cubicBezTo>
                  <a:pt x="3246" y="3460"/>
                  <a:pt x="3246" y="3422"/>
                  <a:pt x="3269" y="3392"/>
                </a:cubicBezTo>
                <a:cubicBezTo>
                  <a:pt x="3238" y="3521"/>
                  <a:pt x="3216" y="3681"/>
                  <a:pt x="3155" y="3795"/>
                </a:cubicBezTo>
                <a:cubicBezTo>
                  <a:pt x="3155" y="3795"/>
                  <a:pt x="3147" y="3817"/>
                  <a:pt x="3140" y="3802"/>
                </a:cubicBezTo>
                <a:moveTo>
                  <a:pt x="2919" y="3970"/>
                </a:moveTo>
                <a:cubicBezTo>
                  <a:pt x="2866" y="3977"/>
                  <a:pt x="2836" y="3924"/>
                  <a:pt x="2889" y="3917"/>
                </a:cubicBezTo>
                <a:cubicBezTo>
                  <a:pt x="2896" y="3932"/>
                  <a:pt x="2881" y="3932"/>
                  <a:pt x="2881" y="3947"/>
                </a:cubicBezTo>
                <a:cubicBezTo>
                  <a:pt x="2881" y="3962"/>
                  <a:pt x="2889" y="3955"/>
                  <a:pt x="2896" y="3962"/>
                </a:cubicBezTo>
                <a:cubicBezTo>
                  <a:pt x="2912" y="3955"/>
                  <a:pt x="2904" y="3947"/>
                  <a:pt x="2912" y="3932"/>
                </a:cubicBezTo>
                <a:cubicBezTo>
                  <a:pt x="2912" y="3924"/>
                  <a:pt x="2919" y="3932"/>
                  <a:pt x="2927" y="3924"/>
                </a:cubicBezTo>
                <a:cubicBezTo>
                  <a:pt x="2927" y="3947"/>
                  <a:pt x="2919" y="3955"/>
                  <a:pt x="2919" y="3970"/>
                </a:cubicBezTo>
                <a:moveTo>
                  <a:pt x="2950" y="3802"/>
                </a:moveTo>
                <a:cubicBezTo>
                  <a:pt x="2957" y="3764"/>
                  <a:pt x="2988" y="3749"/>
                  <a:pt x="2995" y="3719"/>
                </a:cubicBezTo>
                <a:cubicBezTo>
                  <a:pt x="2995" y="3734"/>
                  <a:pt x="2972" y="3780"/>
                  <a:pt x="2950" y="3802"/>
                </a:cubicBezTo>
                <a:moveTo>
                  <a:pt x="2957" y="3772"/>
                </a:moveTo>
                <a:cubicBezTo>
                  <a:pt x="2995" y="3681"/>
                  <a:pt x="3071" y="3559"/>
                  <a:pt x="3140" y="3452"/>
                </a:cubicBezTo>
                <a:cubicBezTo>
                  <a:pt x="3162" y="3407"/>
                  <a:pt x="3208" y="3354"/>
                  <a:pt x="3261" y="3331"/>
                </a:cubicBezTo>
                <a:cubicBezTo>
                  <a:pt x="3277" y="3339"/>
                  <a:pt x="3269" y="3369"/>
                  <a:pt x="3269" y="3384"/>
                </a:cubicBezTo>
                <a:cubicBezTo>
                  <a:pt x="3238" y="3384"/>
                  <a:pt x="3269" y="3361"/>
                  <a:pt x="3254" y="3339"/>
                </a:cubicBezTo>
                <a:cubicBezTo>
                  <a:pt x="3117" y="3460"/>
                  <a:pt x="3048" y="3627"/>
                  <a:pt x="2957" y="3772"/>
                </a:cubicBezTo>
                <a:moveTo>
                  <a:pt x="3155" y="3384"/>
                </a:moveTo>
                <a:cubicBezTo>
                  <a:pt x="3178" y="3354"/>
                  <a:pt x="3216" y="3300"/>
                  <a:pt x="3277" y="3300"/>
                </a:cubicBezTo>
                <a:cubicBezTo>
                  <a:pt x="3315" y="3346"/>
                  <a:pt x="3300" y="3407"/>
                  <a:pt x="3284" y="3460"/>
                </a:cubicBezTo>
                <a:cubicBezTo>
                  <a:pt x="3261" y="3605"/>
                  <a:pt x="3200" y="3749"/>
                  <a:pt x="3140" y="3871"/>
                </a:cubicBezTo>
                <a:cubicBezTo>
                  <a:pt x="3132" y="3878"/>
                  <a:pt x="3132" y="3871"/>
                  <a:pt x="3140" y="3863"/>
                </a:cubicBezTo>
                <a:cubicBezTo>
                  <a:pt x="3193" y="3749"/>
                  <a:pt x="3246" y="3597"/>
                  <a:pt x="3277" y="3452"/>
                </a:cubicBezTo>
                <a:cubicBezTo>
                  <a:pt x="3284" y="3407"/>
                  <a:pt x="3315" y="3339"/>
                  <a:pt x="3254" y="3308"/>
                </a:cubicBezTo>
                <a:cubicBezTo>
                  <a:pt x="3170" y="3354"/>
                  <a:pt x="3125" y="3445"/>
                  <a:pt x="3079" y="3528"/>
                </a:cubicBezTo>
                <a:cubicBezTo>
                  <a:pt x="3033" y="3605"/>
                  <a:pt x="2980" y="3681"/>
                  <a:pt x="2935" y="3764"/>
                </a:cubicBezTo>
                <a:cubicBezTo>
                  <a:pt x="2995" y="3635"/>
                  <a:pt x="3064" y="3506"/>
                  <a:pt x="3155" y="3384"/>
                </a:cubicBezTo>
                <a:moveTo>
                  <a:pt x="2699" y="3217"/>
                </a:moveTo>
                <a:cubicBezTo>
                  <a:pt x="2661" y="3331"/>
                  <a:pt x="2661" y="3460"/>
                  <a:pt x="2646" y="3590"/>
                </a:cubicBezTo>
                <a:cubicBezTo>
                  <a:pt x="2646" y="3468"/>
                  <a:pt x="2661" y="3323"/>
                  <a:pt x="2691" y="3217"/>
                </a:cubicBezTo>
                <a:cubicBezTo>
                  <a:pt x="2699" y="3209"/>
                  <a:pt x="2699" y="3217"/>
                  <a:pt x="2699" y="3217"/>
                </a:cubicBezTo>
                <a:moveTo>
                  <a:pt x="2729" y="3141"/>
                </a:moveTo>
                <a:cubicBezTo>
                  <a:pt x="2729" y="3156"/>
                  <a:pt x="2714" y="3179"/>
                  <a:pt x="2706" y="3186"/>
                </a:cubicBezTo>
                <a:cubicBezTo>
                  <a:pt x="2699" y="3179"/>
                  <a:pt x="2714" y="3156"/>
                  <a:pt x="2729" y="3141"/>
                </a:cubicBezTo>
                <a:moveTo>
                  <a:pt x="2744" y="3110"/>
                </a:moveTo>
                <a:cubicBezTo>
                  <a:pt x="2676" y="3141"/>
                  <a:pt x="2668" y="3255"/>
                  <a:pt x="2653" y="3323"/>
                </a:cubicBezTo>
                <a:cubicBezTo>
                  <a:pt x="2638" y="3415"/>
                  <a:pt x="2630" y="3490"/>
                  <a:pt x="2630" y="3567"/>
                </a:cubicBezTo>
                <a:cubicBezTo>
                  <a:pt x="2615" y="3498"/>
                  <a:pt x="2630" y="3430"/>
                  <a:pt x="2638" y="3361"/>
                </a:cubicBezTo>
                <a:cubicBezTo>
                  <a:pt x="2653" y="3255"/>
                  <a:pt x="2668" y="3156"/>
                  <a:pt x="2744" y="3088"/>
                </a:cubicBezTo>
                <a:cubicBezTo>
                  <a:pt x="2790" y="3088"/>
                  <a:pt x="2820" y="3103"/>
                  <a:pt x="2836" y="3148"/>
                </a:cubicBezTo>
                <a:cubicBezTo>
                  <a:pt x="2828" y="3148"/>
                  <a:pt x="2836" y="3126"/>
                  <a:pt x="2820" y="3126"/>
                </a:cubicBezTo>
                <a:cubicBezTo>
                  <a:pt x="2813" y="3141"/>
                  <a:pt x="2836" y="3148"/>
                  <a:pt x="2843" y="3156"/>
                </a:cubicBezTo>
                <a:cubicBezTo>
                  <a:pt x="2889" y="3331"/>
                  <a:pt x="2904" y="3513"/>
                  <a:pt x="2919" y="3666"/>
                </a:cubicBezTo>
                <a:cubicBezTo>
                  <a:pt x="2919" y="3703"/>
                  <a:pt x="2935" y="3749"/>
                  <a:pt x="2912" y="3772"/>
                </a:cubicBezTo>
                <a:cubicBezTo>
                  <a:pt x="2896" y="3605"/>
                  <a:pt x="2889" y="3354"/>
                  <a:pt x="2836" y="3179"/>
                </a:cubicBezTo>
                <a:cubicBezTo>
                  <a:pt x="2820" y="3141"/>
                  <a:pt x="2797" y="3095"/>
                  <a:pt x="2744" y="3110"/>
                </a:cubicBezTo>
                <a:moveTo>
                  <a:pt x="2820" y="3186"/>
                </a:moveTo>
                <a:cubicBezTo>
                  <a:pt x="2805" y="3186"/>
                  <a:pt x="2805" y="3156"/>
                  <a:pt x="2797" y="3148"/>
                </a:cubicBezTo>
                <a:cubicBezTo>
                  <a:pt x="2813" y="3156"/>
                  <a:pt x="2813" y="3171"/>
                  <a:pt x="2820" y="3186"/>
                </a:cubicBezTo>
                <a:moveTo>
                  <a:pt x="2752" y="4281"/>
                </a:moveTo>
                <a:cubicBezTo>
                  <a:pt x="2760" y="4281"/>
                  <a:pt x="2760" y="4327"/>
                  <a:pt x="2752" y="4342"/>
                </a:cubicBezTo>
                <a:cubicBezTo>
                  <a:pt x="2737" y="4327"/>
                  <a:pt x="2760" y="4304"/>
                  <a:pt x="2752" y="4281"/>
                </a:cubicBezTo>
                <a:moveTo>
                  <a:pt x="2797" y="4289"/>
                </a:moveTo>
                <a:cubicBezTo>
                  <a:pt x="2790" y="4206"/>
                  <a:pt x="2797" y="4107"/>
                  <a:pt x="2782" y="4015"/>
                </a:cubicBezTo>
                <a:cubicBezTo>
                  <a:pt x="2775" y="3962"/>
                  <a:pt x="2744" y="3917"/>
                  <a:pt x="2737" y="3871"/>
                </a:cubicBezTo>
                <a:cubicBezTo>
                  <a:pt x="2661" y="3627"/>
                  <a:pt x="2706" y="3407"/>
                  <a:pt x="2760" y="3224"/>
                </a:cubicBezTo>
                <a:cubicBezTo>
                  <a:pt x="2805" y="3399"/>
                  <a:pt x="2820" y="3635"/>
                  <a:pt x="2851" y="3825"/>
                </a:cubicBezTo>
                <a:cubicBezTo>
                  <a:pt x="2851" y="3871"/>
                  <a:pt x="2843" y="3909"/>
                  <a:pt x="2828" y="3947"/>
                </a:cubicBezTo>
                <a:cubicBezTo>
                  <a:pt x="2836" y="3962"/>
                  <a:pt x="2820" y="4000"/>
                  <a:pt x="2858" y="4000"/>
                </a:cubicBezTo>
                <a:cubicBezTo>
                  <a:pt x="2866" y="4008"/>
                  <a:pt x="2896" y="4000"/>
                  <a:pt x="2912" y="4008"/>
                </a:cubicBezTo>
                <a:cubicBezTo>
                  <a:pt x="2881" y="3992"/>
                  <a:pt x="2858" y="3970"/>
                  <a:pt x="2843" y="3955"/>
                </a:cubicBezTo>
                <a:cubicBezTo>
                  <a:pt x="2858" y="3955"/>
                  <a:pt x="2889" y="3977"/>
                  <a:pt x="2919" y="3985"/>
                </a:cubicBezTo>
                <a:cubicBezTo>
                  <a:pt x="2935" y="3977"/>
                  <a:pt x="2935" y="3962"/>
                  <a:pt x="2942" y="3947"/>
                </a:cubicBezTo>
                <a:cubicBezTo>
                  <a:pt x="2957" y="3962"/>
                  <a:pt x="2935" y="3985"/>
                  <a:pt x="2919" y="4000"/>
                </a:cubicBezTo>
                <a:cubicBezTo>
                  <a:pt x="2965" y="3992"/>
                  <a:pt x="2950" y="3955"/>
                  <a:pt x="2957" y="3924"/>
                </a:cubicBezTo>
                <a:cubicBezTo>
                  <a:pt x="3033" y="3780"/>
                  <a:pt x="3109" y="3612"/>
                  <a:pt x="3200" y="3490"/>
                </a:cubicBezTo>
                <a:cubicBezTo>
                  <a:pt x="3125" y="3795"/>
                  <a:pt x="2980" y="4068"/>
                  <a:pt x="2797" y="4289"/>
                </a:cubicBezTo>
                <a:moveTo>
                  <a:pt x="2615" y="6898"/>
                </a:moveTo>
                <a:cubicBezTo>
                  <a:pt x="2532" y="6928"/>
                  <a:pt x="2448" y="6928"/>
                  <a:pt x="2364" y="6928"/>
                </a:cubicBezTo>
                <a:cubicBezTo>
                  <a:pt x="2425" y="6959"/>
                  <a:pt x="2547" y="6944"/>
                  <a:pt x="2630" y="6921"/>
                </a:cubicBezTo>
                <a:cubicBezTo>
                  <a:pt x="2653" y="6913"/>
                  <a:pt x="2699" y="6898"/>
                  <a:pt x="2706" y="6875"/>
                </a:cubicBezTo>
                <a:cubicBezTo>
                  <a:pt x="2676" y="6906"/>
                  <a:pt x="2607" y="6921"/>
                  <a:pt x="2577" y="6921"/>
                </a:cubicBezTo>
                <a:cubicBezTo>
                  <a:pt x="2585" y="6906"/>
                  <a:pt x="2623" y="6921"/>
                  <a:pt x="2615" y="6898"/>
                </a:cubicBezTo>
                <a:moveTo>
                  <a:pt x="2782" y="3103"/>
                </a:moveTo>
                <a:cubicBezTo>
                  <a:pt x="2797" y="3103"/>
                  <a:pt x="2805" y="3118"/>
                  <a:pt x="2820" y="3126"/>
                </a:cubicBezTo>
                <a:cubicBezTo>
                  <a:pt x="2813" y="3110"/>
                  <a:pt x="2790" y="3095"/>
                  <a:pt x="2782" y="3103"/>
                </a:cubicBezTo>
                <a:moveTo>
                  <a:pt x="2737" y="7377"/>
                </a:moveTo>
                <a:cubicBezTo>
                  <a:pt x="2706" y="7339"/>
                  <a:pt x="2668" y="7286"/>
                  <a:pt x="2638" y="7271"/>
                </a:cubicBezTo>
                <a:cubicBezTo>
                  <a:pt x="2676" y="7301"/>
                  <a:pt x="2683" y="7370"/>
                  <a:pt x="2737" y="7377"/>
                </a:cubicBezTo>
                <a:moveTo>
                  <a:pt x="4767" y="2654"/>
                </a:moveTo>
                <a:cubicBezTo>
                  <a:pt x="4698" y="2388"/>
                  <a:pt x="4539" y="2182"/>
                  <a:pt x="4387" y="2015"/>
                </a:cubicBezTo>
                <a:cubicBezTo>
                  <a:pt x="3900" y="1506"/>
                  <a:pt x="3147" y="1239"/>
                  <a:pt x="2220" y="1498"/>
                </a:cubicBezTo>
                <a:cubicBezTo>
                  <a:pt x="2493" y="1369"/>
                  <a:pt x="2851" y="1376"/>
                  <a:pt x="3117" y="1384"/>
                </a:cubicBezTo>
                <a:cubicBezTo>
                  <a:pt x="2797" y="1308"/>
                  <a:pt x="2212" y="1384"/>
                  <a:pt x="1938" y="1604"/>
                </a:cubicBezTo>
                <a:cubicBezTo>
                  <a:pt x="2007" y="1574"/>
                  <a:pt x="2075" y="1528"/>
                  <a:pt x="2159" y="1528"/>
                </a:cubicBezTo>
                <a:cubicBezTo>
                  <a:pt x="1862" y="1673"/>
                  <a:pt x="1657" y="1893"/>
                  <a:pt x="1475" y="2099"/>
                </a:cubicBezTo>
                <a:cubicBezTo>
                  <a:pt x="1558" y="1969"/>
                  <a:pt x="1657" y="1863"/>
                  <a:pt x="1763" y="1764"/>
                </a:cubicBezTo>
                <a:cubicBezTo>
                  <a:pt x="1589" y="1878"/>
                  <a:pt x="1475" y="2053"/>
                  <a:pt x="1383" y="2213"/>
                </a:cubicBezTo>
                <a:cubicBezTo>
                  <a:pt x="1398" y="2198"/>
                  <a:pt x="1421" y="2167"/>
                  <a:pt x="1444" y="2175"/>
                </a:cubicBezTo>
                <a:cubicBezTo>
                  <a:pt x="1437" y="2213"/>
                  <a:pt x="1391" y="2236"/>
                  <a:pt x="1391" y="2281"/>
                </a:cubicBezTo>
                <a:cubicBezTo>
                  <a:pt x="1444" y="2228"/>
                  <a:pt x="1482" y="2144"/>
                  <a:pt x="1543" y="2084"/>
                </a:cubicBezTo>
                <a:cubicBezTo>
                  <a:pt x="1482" y="2182"/>
                  <a:pt x="1414" y="2274"/>
                  <a:pt x="1383" y="2388"/>
                </a:cubicBezTo>
                <a:cubicBezTo>
                  <a:pt x="1520" y="2182"/>
                  <a:pt x="1657" y="1947"/>
                  <a:pt x="1916" y="1802"/>
                </a:cubicBezTo>
                <a:cubicBezTo>
                  <a:pt x="1824" y="1878"/>
                  <a:pt x="1748" y="1985"/>
                  <a:pt x="1695" y="2076"/>
                </a:cubicBezTo>
                <a:cubicBezTo>
                  <a:pt x="1779" y="1992"/>
                  <a:pt x="1870" y="1893"/>
                  <a:pt x="1992" y="1810"/>
                </a:cubicBezTo>
                <a:cubicBezTo>
                  <a:pt x="2106" y="1734"/>
                  <a:pt x="2265" y="1673"/>
                  <a:pt x="2417" y="1635"/>
                </a:cubicBezTo>
                <a:cubicBezTo>
                  <a:pt x="2577" y="1589"/>
                  <a:pt x="2767" y="1559"/>
                  <a:pt x="2927" y="1597"/>
                </a:cubicBezTo>
                <a:cubicBezTo>
                  <a:pt x="2942" y="1597"/>
                  <a:pt x="2957" y="1612"/>
                  <a:pt x="2972" y="1612"/>
                </a:cubicBezTo>
                <a:cubicBezTo>
                  <a:pt x="3018" y="1620"/>
                  <a:pt x="3064" y="1612"/>
                  <a:pt x="3102" y="1612"/>
                </a:cubicBezTo>
                <a:cubicBezTo>
                  <a:pt x="3718" y="1673"/>
                  <a:pt x="4174" y="2053"/>
                  <a:pt x="4485" y="2601"/>
                </a:cubicBezTo>
                <a:cubicBezTo>
                  <a:pt x="4508" y="2593"/>
                  <a:pt x="4485" y="2570"/>
                  <a:pt x="4501" y="2570"/>
                </a:cubicBezTo>
                <a:cubicBezTo>
                  <a:pt x="4539" y="2616"/>
                  <a:pt x="4562" y="2677"/>
                  <a:pt x="4585" y="2738"/>
                </a:cubicBezTo>
                <a:cubicBezTo>
                  <a:pt x="4698" y="3103"/>
                  <a:pt x="4691" y="3506"/>
                  <a:pt x="4585" y="3772"/>
                </a:cubicBezTo>
                <a:cubicBezTo>
                  <a:pt x="4569" y="3780"/>
                  <a:pt x="4585" y="3757"/>
                  <a:pt x="4577" y="3764"/>
                </a:cubicBezTo>
                <a:cubicBezTo>
                  <a:pt x="4463" y="4167"/>
                  <a:pt x="4242" y="4464"/>
                  <a:pt x="3900" y="4730"/>
                </a:cubicBezTo>
                <a:cubicBezTo>
                  <a:pt x="3733" y="4860"/>
                  <a:pt x="3535" y="4958"/>
                  <a:pt x="3368" y="5088"/>
                </a:cubicBezTo>
                <a:cubicBezTo>
                  <a:pt x="3193" y="5217"/>
                  <a:pt x="3071" y="5361"/>
                  <a:pt x="2927" y="5506"/>
                </a:cubicBezTo>
                <a:cubicBezTo>
                  <a:pt x="2752" y="5400"/>
                  <a:pt x="2471" y="5316"/>
                  <a:pt x="2220" y="5301"/>
                </a:cubicBezTo>
                <a:cubicBezTo>
                  <a:pt x="2068" y="5285"/>
                  <a:pt x="1802" y="5285"/>
                  <a:pt x="1824" y="5468"/>
                </a:cubicBezTo>
                <a:cubicBezTo>
                  <a:pt x="1847" y="5628"/>
                  <a:pt x="2060" y="5620"/>
                  <a:pt x="2151" y="5696"/>
                </a:cubicBezTo>
                <a:cubicBezTo>
                  <a:pt x="2136" y="5696"/>
                  <a:pt x="2128" y="5689"/>
                  <a:pt x="2121" y="5689"/>
                </a:cubicBezTo>
                <a:cubicBezTo>
                  <a:pt x="2227" y="5734"/>
                  <a:pt x="2318" y="5757"/>
                  <a:pt x="2433" y="5765"/>
                </a:cubicBezTo>
                <a:cubicBezTo>
                  <a:pt x="2592" y="5765"/>
                  <a:pt x="2782" y="5757"/>
                  <a:pt x="2896" y="5742"/>
                </a:cubicBezTo>
                <a:cubicBezTo>
                  <a:pt x="2912" y="5742"/>
                  <a:pt x="2935" y="5765"/>
                  <a:pt x="2950" y="5795"/>
                </a:cubicBezTo>
                <a:cubicBezTo>
                  <a:pt x="2820" y="5864"/>
                  <a:pt x="2630" y="5871"/>
                  <a:pt x="2509" y="5848"/>
                </a:cubicBezTo>
                <a:cubicBezTo>
                  <a:pt x="2607" y="5886"/>
                  <a:pt x="2775" y="5856"/>
                  <a:pt x="2896" y="5841"/>
                </a:cubicBezTo>
                <a:cubicBezTo>
                  <a:pt x="2478" y="5940"/>
                  <a:pt x="2167" y="5803"/>
                  <a:pt x="1862" y="5734"/>
                </a:cubicBezTo>
                <a:cubicBezTo>
                  <a:pt x="1908" y="5765"/>
                  <a:pt x="1961" y="5772"/>
                  <a:pt x="2015" y="5803"/>
                </a:cubicBezTo>
                <a:cubicBezTo>
                  <a:pt x="1946" y="5795"/>
                  <a:pt x="1877" y="5757"/>
                  <a:pt x="1824" y="5742"/>
                </a:cubicBezTo>
                <a:cubicBezTo>
                  <a:pt x="1832" y="5750"/>
                  <a:pt x="1862" y="5765"/>
                  <a:pt x="1855" y="5780"/>
                </a:cubicBezTo>
                <a:cubicBezTo>
                  <a:pt x="1786" y="5772"/>
                  <a:pt x="1680" y="5772"/>
                  <a:pt x="1687" y="5841"/>
                </a:cubicBezTo>
                <a:cubicBezTo>
                  <a:pt x="1695" y="5909"/>
                  <a:pt x="1786" y="5894"/>
                  <a:pt x="1824" y="5932"/>
                </a:cubicBezTo>
                <a:cubicBezTo>
                  <a:pt x="1809" y="5940"/>
                  <a:pt x="1877" y="5932"/>
                  <a:pt x="1870" y="5940"/>
                </a:cubicBezTo>
                <a:cubicBezTo>
                  <a:pt x="1999" y="5955"/>
                  <a:pt x="2045" y="5970"/>
                  <a:pt x="2174" y="5993"/>
                </a:cubicBezTo>
                <a:cubicBezTo>
                  <a:pt x="2250" y="6008"/>
                  <a:pt x="2334" y="6039"/>
                  <a:pt x="2417" y="6054"/>
                </a:cubicBezTo>
                <a:cubicBezTo>
                  <a:pt x="2562" y="6077"/>
                  <a:pt x="2699" y="6145"/>
                  <a:pt x="2820" y="6190"/>
                </a:cubicBezTo>
                <a:cubicBezTo>
                  <a:pt x="2646" y="6214"/>
                  <a:pt x="2493" y="6152"/>
                  <a:pt x="2341" y="6137"/>
                </a:cubicBezTo>
                <a:cubicBezTo>
                  <a:pt x="2349" y="6137"/>
                  <a:pt x="2372" y="6145"/>
                  <a:pt x="2364" y="6152"/>
                </a:cubicBezTo>
                <a:cubicBezTo>
                  <a:pt x="2136" y="6099"/>
                  <a:pt x="2030" y="6092"/>
                  <a:pt x="1832" y="6023"/>
                </a:cubicBezTo>
                <a:cubicBezTo>
                  <a:pt x="1847" y="6039"/>
                  <a:pt x="1733" y="6008"/>
                  <a:pt x="1741" y="6031"/>
                </a:cubicBezTo>
                <a:cubicBezTo>
                  <a:pt x="1695" y="6031"/>
                  <a:pt x="1619" y="6008"/>
                  <a:pt x="1573" y="6046"/>
                </a:cubicBezTo>
                <a:cubicBezTo>
                  <a:pt x="1566" y="6137"/>
                  <a:pt x="1665" y="6137"/>
                  <a:pt x="1718" y="6168"/>
                </a:cubicBezTo>
                <a:cubicBezTo>
                  <a:pt x="1703" y="6183"/>
                  <a:pt x="1672" y="6183"/>
                  <a:pt x="1665" y="6206"/>
                </a:cubicBezTo>
                <a:cubicBezTo>
                  <a:pt x="2045" y="6244"/>
                  <a:pt x="2410" y="6320"/>
                  <a:pt x="2729" y="6457"/>
                </a:cubicBezTo>
                <a:cubicBezTo>
                  <a:pt x="2554" y="6465"/>
                  <a:pt x="2387" y="6487"/>
                  <a:pt x="2235" y="6465"/>
                </a:cubicBezTo>
                <a:cubicBezTo>
                  <a:pt x="2205" y="6457"/>
                  <a:pt x="2174" y="6434"/>
                  <a:pt x="2136" y="6426"/>
                </a:cubicBezTo>
                <a:cubicBezTo>
                  <a:pt x="2030" y="6396"/>
                  <a:pt x="1923" y="6396"/>
                  <a:pt x="1832" y="6358"/>
                </a:cubicBezTo>
                <a:cubicBezTo>
                  <a:pt x="1870" y="6358"/>
                  <a:pt x="1923" y="6365"/>
                  <a:pt x="1961" y="6350"/>
                </a:cubicBezTo>
                <a:cubicBezTo>
                  <a:pt x="1885" y="6335"/>
                  <a:pt x="1657" y="6312"/>
                  <a:pt x="1695" y="6434"/>
                </a:cubicBezTo>
                <a:cubicBezTo>
                  <a:pt x="1718" y="6502"/>
                  <a:pt x="1832" y="6495"/>
                  <a:pt x="1893" y="6518"/>
                </a:cubicBezTo>
                <a:cubicBezTo>
                  <a:pt x="1870" y="6495"/>
                  <a:pt x="1809" y="6495"/>
                  <a:pt x="1794" y="6472"/>
                </a:cubicBezTo>
                <a:cubicBezTo>
                  <a:pt x="1931" y="6525"/>
                  <a:pt x="2075" y="6525"/>
                  <a:pt x="2212" y="6563"/>
                </a:cubicBezTo>
                <a:cubicBezTo>
                  <a:pt x="2281" y="6579"/>
                  <a:pt x="2357" y="6624"/>
                  <a:pt x="2425" y="6655"/>
                </a:cubicBezTo>
                <a:cubicBezTo>
                  <a:pt x="2532" y="6708"/>
                  <a:pt x="2607" y="6769"/>
                  <a:pt x="2683" y="6837"/>
                </a:cubicBezTo>
                <a:cubicBezTo>
                  <a:pt x="2638" y="6715"/>
                  <a:pt x="2532" y="6677"/>
                  <a:pt x="2448" y="6617"/>
                </a:cubicBezTo>
                <a:cubicBezTo>
                  <a:pt x="2547" y="6624"/>
                  <a:pt x="2683" y="6624"/>
                  <a:pt x="2790" y="6601"/>
                </a:cubicBezTo>
                <a:cubicBezTo>
                  <a:pt x="2866" y="6586"/>
                  <a:pt x="2942" y="6556"/>
                  <a:pt x="2957" y="6495"/>
                </a:cubicBezTo>
                <a:cubicBezTo>
                  <a:pt x="2950" y="6487"/>
                  <a:pt x="2935" y="6510"/>
                  <a:pt x="2927" y="6487"/>
                </a:cubicBezTo>
                <a:cubicBezTo>
                  <a:pt x="2950" y="6411"/>
                  <a:pt x="2828" y="6373"/>
                  <a:pt x="2797" y="6343"/>
                </a:cubicBezTo>
                <a:cubicBezTo>
                  <a:pt x="2904" y="6343"/>
                  <a:pt x="3094" y="6320"/>
                  <a:pt x="3102" y="6221"/>
                </a:cubicBezTo>
                <a:cubicBezTo>
                  <a:pt x="3071" y="6107"/>
                  <a:pt x="2972" y="6092"/>
                  <a:pt x="2896" y="6039"/>
                </a:cubicBezTo>
                <a:cubicBezTo>
                  <a:pt x="3064" y="6000"/>
                  <a:pt x="3200" y="5917"/>
                  <a:pt x="3155" y="5734"/>
                </a:cubicBezTo>
                <a:cubicBezTo>
                  <a:pt x="3140" y="5719"/>
                  <a:pt x="3109" y="5658"/>
                  <a:pt x="3094" y="5635"/>
                </a:cubicBezTo>
                <a:cubicBezTo>
                  <a:pt x="3193" y="5544"/>
                  <a:pt x="3277" y="5476"/>
                  <a:pt x="3368" y="5377"/>
                </a:cubicBezTo>
                <a:cubicBezTo>
                  <a:pt x="3467" y="5301"/>
                  <a:pt x="3565" y="5217"/>
                  <a:pt x="3664" y="5133"/>
                </a:cubicBezTo>
                <a:cubicBezTo>
                  <a:pt x="3680" y="5126"/>
                  <a:pt x="3657" y="5111"/>
                  <a:pt x="3672" y="5103"/>
                </a:cubicBezTo>
                <a:cubicBezTo>
                  <a:pt x="3786" y="5035"/>
                  <a:pt x="3877" y="4958"/>
                  <a:pt x="3991" y="4890"/>
                </a:cubicBezTo>
                <a:cubicBezTo>
                  <a:pt x="3999" y="4905"/>
                  <a:pt x="3976" y="4905"/>
                  <a:pt x="3976" y="4921"/>
                </a:cubicBezTo>
                <a:cubicBezTo>
                  <a:pt x="4136" y="4806"/>
                  <a:pt x="4273" y="4685"/>
                  <a:pt x="4387" y="4540"/>
                </a:cubicBezTo>
                <a:cubicBezTo>
                  <a:pt x="4508" y="4396"/>
                  <a:pt x="4577" y="4243"/>
                  <a:pt x="4653" y="4068"/>
                </a:cubicBezTo>
                <a:cubicBezTo>
                  <a:pt x="4782" y="3749"/>
                  <a:pt x="4896" y="3339"/>
                  <a:pt x="4812" y="2905"/>
                </a:cubicBezTo>
                <a:cubicBezTo>
                  <a:pt x="4797" y="2806"/>
                  <a:pt x="4797" y="2753"/>
                  <a:pt x="4767" y="2654"/>
                </a:cubicBezTo>
                <a:moveTo>
                  <a:pt x="2174" y="5499"/>
                </a:moveTo>
                <a:cubicBezTo>
                  <a:pt x="2334" y="5499"/>
                  <a:pt x="2493" y="5544"/>
                  <a:pt x="2630" y="5590"/>
                </a:cubicBezTo>
                <a:cubicBezTo>
                  <a:pt x="2471" y="5597"/>
                  <a:pt x="2311" y="5552"/>
                  <a:pt x="2174" y="5499"/>
                </a:cubicBezTo>
                <a:moveTo>
                  <a:pt x="1748" y="6388"/>
                </a:moveTo>
                <a:cubicBezTo>
                  <a:pt x="1756" y="6373"/>
                  <a:pt x="1817" y="6343"/>
                  <a:pt x="1824" y="6373"/>
                </a:cubicBezTo>
                <a:cubicBezTo>
                  <a:pt x="1794" y="6373"/>
                  <a:pt x="1763" y="6388"/>
                  <a:pt x="1748" y="6388"/>
                </a:cubicBezTo>
              </a:path>
            </a:pathLst>
          </a:custGeom>
          <a:solidFill>
            <a:srgbClr val="FDBE00">
              <a:alpha val="100000"/>
            </a:srgbClr>
          </a:solidFill>
          <a:ln w="0" cap="flat">
            <a:noFill/>
            <a:prstDash val="solid"/>
            <a:miter lim="0"/>
          </a:ln>
        </p:spPr>
        <p:txBody>
          <a:bodyPr rtlCol="0"/>
          <a:lstStyle/>
          <a:p>
            <a:pPr algn="ctr"/>
            <a:endParaRPr lang="zh-CN" altLang="en-US"/>
          </a:p>
        </p:txBody>
      </p:sp>
      <p:sp>
        <p:nvSpPr>
          <p:cNvPr id="30" name="textbox 30"/>
          <p:cNvSpPr/>
          <p:nvPr/>
        </p:nvSpPr>
        <p:spPr>
          <a:xfrm>
            <a:off x="7104024" y="2028240"/>
            <a:ext cx="2660650" cy="3512184"/>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89000"/>
              </a:lnSpc>
            </a:pPr>
            <a:r>
              <a:rPr sz="5500" b="1" kern="0" spc="-30" baseline="-6000" dirty="0">
                <a:solidFill>
                  <a:srgbClr val="5F7797">
                    <a:alpha val="100000"/>
                  </a:srgbClr>
                </a:solidFill>
                <a:latin typeface="Arial" panose="020B0604020202020204"/>
                <a:ea typeface="Arial" panose="020B0604020202020204"/>
                <a:cs typeface="Arial" panose="020B0604020202020204"/>
              </a:rPr>
              <a:t>01</a:t>
            </a:r>
            <a:r>
              <a:rPr sz="3500" b="1" kern="0" spc="50" dirty="0">
                <a:solidFill>
                  <a:srgbClr val="5F7797">
                    <a:alpha val="100000"/>
                  </a:srgbClr>
                </a:solidFill>
                <a:latin typeface="Arial" panose="020B0604020202020204"/>
                <a:ea typeface="Arial" panose="020B0604020202020204"/>
                <a:cs typeface="Arial" panose="020B0604020202020204"/>
              </a:rPr>
              <a:t>    </a:t>
            </a:r>
            <a:r>
              <a:rPr sz="3200" b="1"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算法背景</a:t>
            </a:r>
            <a:endParaRPr sz="3200" dirty="0">
              <a:latin typeface="微软雅黑" panose="020B0503020204020204" charset="-122"/>
              <a:ea typeface="微软雅黑" panose="020B0503020204020204" charset="-122"/>
              <a:cs typeface="微软雅黑" panose="020B0503020204020204" charset="-122"/>
            </a:endParaRPr>
          </a:p>
          <a:p>
            <a:pPr marL="12700" algn="l" rtl="0" eaLnBrk="0">
              <a:lnSpc>
                <a:spcPct val="89000"/>
              </a:lnSpc>
              <a:spcBef>
                <a:spcPts val="2090"/>
              </a:spcBef>
            </a:pPr>
            <a:r>
              <a:rPr sz="5500" b="1" kern="0" spc="-30" baseline="-6000" dirty="0">
                <a:solidFill>
                  <a:srgbClr val="5F7797">
                    <a:alpha val="100000"/>
                  </a:srgbClr>
                </a:solidFill>
                <a:latin typeface="Arial" panose="020B0604020202020204"/>
                <a:ea typeface="Arial" panose="020B0604020202020204"/>
                <a:cs typeface="Arial" panose="020B0604020202020204"/>
              </a:rPr>
              <a:t>02</a:t>
            </a:r>
            <a:r>
              <a:rPr sz="3500" b="1" kern="0" spc="50" dirty="0">
                <a:solidFill>
                  <a:srgbClr val="5F7797">
                    <a:alpha val="100000"/>
                  </a:srgbClr>
                </a:solidFill>
                <a:latin typeface="Arial" panose="020B0604020202020204"/>
                <a:ea typeface="Arial" panose="020B0604020202020204"/>
                <a:cs typeface="Arial" panose="020B0604020202020204"/>
              </a:rPr>
              <a:t>    </a:t>
            </a:r>
            <a:r>
              <a:rPr sz="3200" b="1"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算法原理</a:t>
            </a:r>
            <a:endParaRPr sz="3200" dirty="0">
              <a:latin typeface="微软雅黑" panose="020B0503020204020204" charset="-122"/>
              <a:ea typeface="微软雅黑" panose="020B0503020204020204" charset="-122"/>
              <a:cs typeface="微软雅黑" panose="020B0503020204020204" charset="-122"/>
            </a:endParaRPr>
          </a:p>
          <a:p>
            <a:pPr marL="12700" algn="l" rtl="0" eaLnBrk="0">
              <a:lnSpc>
                <a:spcPct val="89000"/>
              </a:lnSpc>
              <a:spcBef>
                <a:spcPts val="2090"/>
              </a:spcBef>
            </a:pPr>
            <a:r>
              <a:rPr sz="5500" b="1" kern="0" spc="-30" baseline="-6000" dirty="0">
                <a:solidFill>
                  <a:srgbClr val="5F7797">
                    <a:alpha val="100000"/>
                  </a:srgbClr>
                </a:solidFill>
                <a:latin typeface="Arial" panose="020B0604020202020204"/>
                <a:ea typeface="Arial" panose="020B0604020202020204"/>
                <a:cs typeface="Arial" panose="020B0604020202020204"/>
              </a:rPr>
              <a:t>03</a:t>
            </a:r>
            <a:r>
              <a:rPr sz="3500" b="1" kern="0" spc="50" dirty="0">
                <a:solidFill>
                  <a:srgbClr val="5F7797">
                    <a:alpha val="100000"/>
                  </a:srgbClr>
                </a:solidFill>
                <a:latin typeface="Arial" panose="020B0604020202020204"/>
                <a:ea typeface="Arial" panose="020B0604020202020204"/>
                <a:cs typeface="Arial" panose="020B0604020202020204"/>
              </a:rPr>
              <a:t>    </a:t>
            </a:r>
            <a:r>
              <a:rPr sz="3200" b="1"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算法分析</a:t>
            </a:r>
            <a:endParaRPr sz="3200" dirty="0">
              <a:latin typeface="微软雅黑" panose="020B0503020204020204" charset="-122"/>
              <a:ea typeface="微软雅黑" panose="020B0503020204020204" charset="-122"/>
              <a:cs typeface="微软雅黑" panose="020B0503020204020204" charset="-122"/>
            </a:endParaRPr>
          </a:p>
          <a:p>
            <a:pPr marL="12700" algn="l" rtl="0" eaLnBrk="0">
              <a:lnSpc>
                <a:spcPct val="89000"/>
              </a:lnSpc>
              <a:spcBef>
                <a:spcPts val="2085"/>
              </a:spcBef>
            </a:pPr>
            <a:r>
              <a:rPr sz="5500" b="1" kern="0" spc="-30" baseline="-5000" dirty="0">
                <a:solidFill>
                  <a:srgbClr val="5F7797">
                    <a:alpha val="100000"/>
                  </a:srgbClr>
                </a:solidFill>
                <a:latin typeface="Arial" panose="020B0604020202020204"/>
                <a:ea typeface="Arial" panose="020B0604020202020204"/>
                <a:cs typeface="Arial" panose="020B0604020202020204"/>
              </a:rPr>
              <a:t>04</a:t>
            </a:r>
            <a:r>
              <a:rPr sz="3500" b="1" kern="0" spc="50" dirty="0">
                <a:solidFill>
                  <a:srgbClr val="5F7797">
                    <a:alpha val="100000"/>
                  </a:srgbClr>
                </a:solidFill>
                <a:latin typeface="Arial" panose="020B0604020202020204"/>
                <a:ea typeface="Arial" panose="020B0604020202020204"/>
                <a:cs typeface="Arial" panose="020B0604020202020204"/>
              </a:rPr>
              <a:t>    </a:t>
            </a:r>
            <a:r>
              <a:rPr sz="3200" b="1"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算法拓展</a:t>
            </a:r>
            <a:endParaRPr sz="3200" dirty="0">
              <a:latin typeface="微软雅黑" panose="020B0503020204020204" charset="-122"/>
              <a:ea typeface="微软雅黑" panose="020B0503020204020204" charset="-122"/>
              <a:cs typeface="微软雅黑" panose="020B0503020204020204" charset="-122"/>
            </a:endParaRPr>
          </a:p>
          <a:p>
            <a:pPr algn="l" rtl="0" eaLnBrk="0">
              <a:lnSpc>
                <a:spcPct val="102000"/>
              </a:lnSpc>
            </a:pPr>
            <a:endParaRPr sz="17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12700" algn="l" rtl="0" eaLnBrk="0">
              <a:lnSpc>
                <a:spcPct val="89000"/>
              </a:lnSpc>
            </a:pPr>
            <a:r>
              <a:rPr sz="5500" b="1" kern="0" spc="-30" baseline="-5000" dirty="0">
                <a:solidFill>
                  <a:srgbClr val="5F7797">
                    <a:alpha val="100000"/>
                  </a:srgbClr>
                </a:solidFill>
                <a:latin typeface="Arial" panose="020B0604020202020204"/>
                <a:ea typeface="Arial" panose="020B0604020202020204"/>
                <a:cs typeface="Arial" panose="020B0604020202020204"/>
              </a:rPr>
              <a:t>05</a:t>
            </a:r>
            <a:r>
              <a:rPr sz="3500" b="1" kern="0" spc="60" dirty="0">
                <a:solidFill>
                  <a:srgbClr val="5F7797">
                    <a:alpha val="100000"/>
                  </a:srgbClr>
                </a:solidFill>
                <a:latin typeface="Arial" panose="020B0604020202020204"/>
                <a:ea typeface="Arial" panose="020B0604020202020204"/>
                <a:cs typeface="Arial" panose="020B0604020202020204"/>
              </a:rPr>
              <a:t>    </a:t>
            </a:r>
            <a:r>
              <a:rPr sz="3200" b="1"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案例</a:t>
            </a:r>
            <a:endParaRPr sz="3200" dirty="0">
              <a:latin typeface="微软雅黑" panose="020B0503020204020204" charset="-122"/>
              <a:ea typeface="微软雅黑" panose="020B0503020204020204" charset="-122"/>
              <a:cs typeface="微软雅黑" panose="020B0503020204020204" charset="-122"/>
            </a:endParaRPr>
          </a:p>
        </p:txBody>
      </p:sp>
      <p:pic>
        <p:nvPicPr>
          <p:cNvPr id="32" name="picture 32"/>
          <p:cNvPicPr>
            <a:picLocks noChangeAspect="1"/>
          </p:cNvPicPr>
          <p:nvPr/>
        </p:nvPicPr>
        <p:blipFill>
          <a:blip r:embed="rId3"/>
          <a:stretch>
            <a:fillRect/>
          </a:stretch>
        </p:blipFill>
        <p:spPr>
          <a:xfrm rot="21600000">
            <a:off x="6608317" y="615822"/>
            <a:ext cx="4529328" cy="62090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box 54"/>
          <p:cNvSpPr/>
          <p:nvPr/>
        </p:nvSpPr>
        <p:spPr>
          <a:xfrm>
            <a:off x="391115" y="1474692"/>
            <a:ext cx="11606530" cy="39814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469265" algn="l" rtl="0" eaLnBrk="0">
              <a:lnSpc>
                <a:spcPct val="89000"/>
              </a:lnSpc>
            </a:pP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遗传算法（</a:t>
            </a:r>
            <a:r>
              <a:rPr sz="2000" kern="0" spc="0" dirty="0">
                <a:solidFill>
                  <a:srgbClr val="5F7797">
                    <a:alpha val="100000"/>
                  </a:srgbClr>
                </a:solidFill>
                <a:latin typeface="Arial" panose="020B0604020202020204"/>
                <a:ea typeface="Arial" panose="020B0604020202020204"/>
                <a:cs typeface="Arial" panose="020B0604020202020204"/>
              </a:rPr>
              <a:t>Genetic</a:t>
            </a:r>
            <a:r>
              <a:rPr sz="2000" kern="0" spc="-150" dirty="0">
                <a:solidFill>
                  <a:srgbClr val="5F7797">
                    <a:alpha val="100000"/>
                  </a:srgbClr>
                </a:solidFill>
                <a:latin typeface="Arial" panose="020B0604020202020204"/>
                <a:ea typeface="Arial" panose="020B0604020202020204"/>
                <a:cs typeface="Arial" panose="020B0604020202020204"/>
              </a:rPr>
              <a:t> </a:t>
            </a:r>
            <a:r>
              <a:rPr sz="2000" kern="0" spc="0" dirty="0">
                <a:solidFill>
                  <a:srgbClr val="5F7797">
                    <a:alpha val="100000"/>
                  </a:srgbClr>
                </a:solidFill>
                <a:latin typeface="Arial" panose="020B0604020202020204"/>
                <a:ea typeface="Arial" panose="020B0604020202020204"/>
                <a:cs typeface="Arial" panose="020B0604020202020204"/>
              </a:rPr>
              <a:t>Algorithm</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r>
              <a:rPr sz="2000" kern="0" spc="-48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0" dirty="0">
                <a:solidFill>
                  <a:srgbClr val="5F7797">
                    <a:alpha val="100000"/>
                  </a:srgbClr>
                </a:solidFill>
                <a:latin typeface="Arial" panose="020B0604020202020204"/>
                <a:ea typeface="Arial" panose="020B0604020202020204"/>
                <a:cs typeface="Arial" panose="020B0604020202020204"/>
              </a:rPr>
              <a:t>GA</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）是模拟生物在自然环境中的遗传和进化</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的过程而形成的自适应</a:t>
            </a:r>
            <a:endParaRPr sz="2000" dirty="0">
              <a:latin typeface="微软雅黑" panose="020B0503020204020204" charset="-122"/>
              <a:ea typeface="微软雅黑" panose="020B0503020204020204" charset="-122"/>
              <a:cs typeface="微软雅黑" panose="020B0503020204020204" charset="-122"/>
            </a:endParaRPr>
          </a:p>
          <a:p>
            <a:pPr marL="12700" algn="l" rtl="0" eaLnBrk="0">
              <a:lnSpc>
                <a:spcPts val="3600"/>
              </a:lnSpc>
            </a:pPr>
            <a:r>
              <a:rPr sz="2000" kern="0" spc="-140" dirty="0">
                <a:solidFill>
                  <a:srgbClr val="5F7797">
                    <a:alpha val="100000"/>
                  </a:srgbClr>
                </a:solidFill>
                <a:latin typeface="微软雅黑" panose="020B0503020204020204" charset="-122"/>
                <a:ea typeface="微软雅黑" panose="020B0503020204020204" charset="-122"/>
                <a:cs typeface="微软雅黑" panose="020B0503020204020204" charset="-122"/>
              </a:rPr>
              <a:t>全局优化搜索算法。</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0000"/>
              </a:lnSpc>
            </a:pPr>
            <a:endParaRPr sz="500" dirty="0">
              <a:latin typeface="Arial" panose="020B0604020202020204"/>
              <a:ea typeface="Arial" panose="020B0604020202020204"/>
              <a:cs typeface="Arial" panose="020B0604020202020204"/>
            </a:endParaRPr>
          </a:p>
          <a:p>
            <a:pPr marL="12700" indent="456565" algn="l" rtl="0" eaLnBrk="0">
              <a:lnSpc>
                <a:spcPct val="146000"/>
              </a:lnSpc>
              <a:spcBef>
                <a:spcPts val="0"/>
              </a:spcBef>
            </a:pP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遗传算法借鉴了达尔文的</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进化论和孟德尔的遗传学说。其本质是一种并行、高效、全局搜索的方法，</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 它能在搜索过程中自动获取和积累有关搜索空间的知识，并自适应地控制搜索过程以求得最优解。遗</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传</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   算法操作使用“适者生存”的原则，在潜在的解决方案种群中逐次产生一个近似最优的方案。在遗传算</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法的每一代中，根据个体在问题域中的适应度值和从自然遗传学中借鉴来的再造方法进行个体选择，</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产</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   生一个新的近似解。这个过程导致种群中个体的进化，得到的新个体比原个体更能适应环境，就像自</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然</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界中的改造一样。</a:t>
            </a:r>
            <a:endParaRPr sz="2000" dirty="0">
              <a:latin typeface="微软雅黑" panose="020B0503020204020204" charset="-122"/>
              <a:ea typeface="微软雅黑" panose="020B0503020204020204" charset="-122"/>
              <a:cs typeface="微软雅黑" panose="020B0503020204020204" charset="-122"/>
            </a:endParaRPr>
          </a:p>
        </p:txBody>
      </p:sp>
      <p:sp>
        <p:nvSpPr>
          <p:cNvPr id="56" name="textbox 56"/>
          <p:cNvSpPr/>
          <p:nvPr/>
        </p:nvSpPr>
        <p:spPr>
          <a:xfrm>
            <a:off x="276402" y="178383"/>
            <a:ext cx="6824980" cy="92138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5000"/>
              </a:lnSpc>
            </a:pPr>
            <a:endParaRPr sz="16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algn="r" rtl="0" eaLnBrk="0">
              <a:lnSpc>
                <a:spcPct val="98000"/>
              </a:lnSpc>
            </a:pPr>
            <a:r>
              <a:rPr sz="3000" b="1" kern="0" spc="-40" dirty="0">
                <a:solidFill>
                  <a:srgbClr val="5F7797">
                    <a:alpha val="100000"/>
                  </a:srgbClr>
                </a:solidFill>
                <a:latin typeface="Arial" panose="020B0604020202020204"/>
                <a:ea typeface="Arial" panose="020B0604020202020204"/>
                <a:cs typeface="Arial" panose="020B0604020202020204"/>
              </a:rPr>
              <a:t>1.1 </a:t>
            </a:r>
            <a:r>
              <a:rPr sz="3000" b="1" kern="0" spc="-40" dirty="0">
                <a:solidFill>
                  <a:srgbClr val="5F7797">
                    <a:alpha val="100000"/>
                  </a:srgbClr>
                </a:solidFill>
                <a:latin typeface="微软雅黑" panose="020B0503020204020204" charset="-122"/>
                <a:ea typeface="微软雅黑" panose="020B0503020204020204" charset="-122"/>
                <a:cs typeface="微软雅黑" panose="020B0503020204020204" charset="-122"/>
              </a:rPr>
              <a:t>背景</a:t>
            </a:r>
            <a:endParaRPr sz="3000" dirty="0">
              <a:latin typeface="微软雅黑" panose="020B0503020204020204" charset="-122"/>
              <a:ea typeface="微软雅黑" panose="020B0503020204020204" charset="-122"/>
              <a:cs typeface="微软雅黑" panose="020B0503020204020204" charset="-122"/>
            </a:endParaRPr>
          </a:p>
        </p:txBody>
      </p:sp>
      <p:grpSp>
        <p:nvGrpSpPr>
          <p:cNvPr id="2" name="group 2"/>
          <p:cNvGrpSpPr/>
          <p:nvPr/>
        </p:nvGrpSpPr>
        <p:grpSpPr>
          <a:xfrm rot="21600000">
            <a:off x="11045006" y="6024838"/>
            <a:ext cx="921774" cy="822622"/>
            <a:chOff x="0" y="0"/>
            <a:chExt cx="921774" cy="822622"/>
          </a:xfrm>
        </p:grpSpPr>
        <p:pic>
          <p:nvPicPr>
            <p:cNvPr id="58" name="picture 58"/>
            <p:cNvPicPr>
              <a:picLocks noChangeAspect="1"/>
            </p:cNvPicPr>
            <p:nvPr/>
          </p:nvPicPr>
          <p:blipFill>
            <a:blip r:embed="rId3"/>
            <a:stretch>
              <a:fillRect/>
            </a:stretch>
          </p:blipFill>
          <p:spPr>
            <a:xfrm rot="21600000">
              <a:off x="0" y="0"/>
              <a:ext cx="921774" cy="822622"/>
            </a:xfrm>
            <a:prstGeom prst="rect">
              <a:avLst/>
            </a:prstGeom>
          </p:spPr>
        </p:pic>
        <p:sp>
          <p:nvSpPr>
            <p:cNvPr id="60" name="textbox 60"/>
            <p:cNvSpPr/>
            <p:nvPr/>
          </p:nvSpPr>
          <p:spPr>
            <a:xfrm>
              <a:off x="-12700" y="-12700"/>
              <a:ext cx="947419" cy="906144"/>
            </a:xfrm>
            <a:prstGeom prst="rect">
              <a:avLst/>
            </a:prstGeom>
            <a:noFill/>
            <a:ln w="0" cap="flat">
              <a:no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367665" algn="l" rtl="0" eaLnBrk="0">
                <a:lnSpc>
                  <a:spcPct val="80000"/>
                </a:lnSpc>
                <a:spcBef>
                  <a:spcPts val="5"/>
                </a:spcBef>
              </a:pPr>
              <a:r>
                <a:rPr sz="2000" b="1" kern="0" spc="-30" dirty="0">
                  <a:solidFill>
                    <a:srgbClr val="5F7797">
                      <a:alpha val="100000"/>
                    </a:srgbClr>
                  </a:solidFill>
                  <a:latin typeface="Arial" panose="020B0604020202020204"/>
                  <a:ea typeface="Arial" panose="020B0604020202020204"/>
                  <a:cs typeface="Arial" panose="020B0604020202020204"/>
                </a:rPr>
                <a:t>04</a:t>
              </a:r>
              <a:endParaRPr sz="2000" dirty="0">
                <a:latin typeface="Arial" panose="020B0604020202020204"/>
                <a:ea typeface="Arial" panose="020B0604020202020204"/>
                <a:cs typeface="Arial" panose="020B0604020202020204"/>
              </a:endParaRPr>
            </a:p>
          </p:txBody>
        </p:sp>
      </p:grpSp>
      <p:sp>
        <p:nvSpPr>
          <p:cNvPr id="62" name="path 62"/>
          <p:cNvSpPr/>
          <p:nvPr/>
        </p:nvSpPr>
        <p:spPr>
          <a:xfrm>
            <a:off x="4974335" y="1085088"/>
            <a:ext cx="2830068" cy="79248"/>
          </a:xfrm>
          <a:custGeom>
            <a:avLst/>
            <a:gdLst/>
            <a:ahLst/>
            <a:cxnLst/>
            <a:rect l="0" t="0" r="0" b="0"/>
            <a:pathLst>
              <a:path w="4456" h="124">
                <a:moveTo>
                  <a:pt x="118" y="22"/>
                </a:moveTo>
                <a:cubicBezTo>
                  <a:pt x="130" y="25"/>
                  <a:pt x="143" y="18"/>
                  <a:pt x="155" y="20"/>
                </a:cubicBezTo>
                <a:cubicBezTo>
                  <a:pt x="149" y="22"/>
                  <a:pt x="155" y="23"/>
                  <a:pt x="149" y="25"/>
                </a:cubicBezTo>
                <a:cubicBezTo>
                  <a:pt x="118" y="22"/>
                  <a:pt x="118" y="28"/>
                  <a:pt x="87" y="30"/>
                </a:cubicBezTo>
                <a:cubicBezTo>
                  <a:pt x="99" y="34"/>
                  <a:pt x="124" y="28"/>
                  <a:pt x="124" y="36"/>
                </a:cubicBezTo>
                <a:cubicBezTo>
                  <a:pt x="168" y="32"/>
                  <a:pt x="180" y="16"/>
                  <a:pt x="212" y="20"/>
                </a:cubicBezTo>
                <a:cubicBezTo>
                  <a:pt x="205" y="22"/>
                  <a:pt x="218" y="25"/>
                  <a:pt x="212" y="26"/>
                </a:cubicBezTo>
                <a:cubicBezTo>
                  <a:pt x="193" y="30"/>
                  <a:pt x="174" y="34"/>
                  <a:pt x="199" y="37"/>
                </a:cubicBezTo>
                <a:cubicBezTo>
                  <a:pt x="212" y="36"/>
                  <a:pt x="218" y="34"/>
                  <a:pt x="230" y="32"/>
                </a:cubicBezTo>
                <a:cubicBezTo>
                  <a:pt x="224" y="26"/>
                  <a:pt x="218" y="20"/>
                  <a:pt x="236" y="15"/>
                </a:cubicBezTo>
                <a:cubicBezTo>
                  <a:pt x="242" y="22"/>
                  <a:pt x="249" y="22"/>
                  <a:pt x="274" y="28"/>
                </a:cubicBezTo>
                <a:cubicBezTo>
                  <a:pt x="249" y="34"/>
                  <a:pt x="236" y="34"/>
                  <a:pt x="230" y="42"/>
                </a:cubicBezTo>
                <a:cubicBezTo>
                  <a:pt x="212" y="35"/>
                  <a:pt x="212" y="43"/>
                  <a:pt x="212" y="45"/>
                </a:cubicBezTo>
                <a:cubicBezTo>
                  <a:pt x="205" y="43"/>
                  <a:pt x="199" y="42"/>
                  <a:pt x="193" y="40"/>
                </a:cubicBezTo>
                <a:cubicBezTo>
                  <a:pt x="155" y="48"/>
                  <a:pt x="187" y="55"/>
                  <a:pt x="155" y="60"/>
                </a:cubicBezTo>
                <a:cubicBezTo>
                  <a:pt x="162" y="59"/>
                  <a:pt x="174" y="59"/>
                  <a:pt x="187" y="59"/>
                </a:cubicBezTo>
                <a:cubicBezTo>
                  <a:pt x="168" y="61"/>
                  <a:pt x="174" y="62"/>
                  <a:pt x="162" y="65"/>
                </a:cubicBezTo>
                <a:cubicBezTo>
                  <a:pt x="149" y="56"/>
                  <a:pt x="124" y="66"/>
                  <a:pt x="105" y="62"/>
                </a:cubicBezTo>
                <a:cubicBezTo>
                  <a:pt x="124" y="53"/>
                  <a:pt x="130" y="44"/>
                  <a:pt x="155" y="37"/>
                </a:cubicBezTo>
                <a:cubicBezTo>
                  <a:pt x="137" y="36"/>
                  <a:pt x="112" y="39"/>
                  <a:pt x="99" y="35"/>
                </a:cubicBezTo>
                <a:cubicBezTo>
                  <a:pt x="74" y="39"/>
                  <a:pt x="62" y="43"/>
                  <a:pt x="62" y="47"/>
                </a:cubicBezTo>
                <a:cubicBezTo>
                  <a:pt x="81" y="48"/>
                  <a:pt x="74" y="39"/>
                  <a:pt x="99" y="42"/>
                </a:cubicBezTo>
                <a:cubicBezTo>
                  <a:pt x="112" y="45"/>
                  <a:pt x="87" y="47"/>
                  <a:pt x="93" y="50"/>
                </a:cubicBezTo>
                <a:cubicBezTo>
                  <a:pt x="99" y="50"/>
                  <a:pt x="112" y="48"/>
                  <a:pt x="112" y="50"/>
                </a:cubicBezTo>
                <a:cubicBezTo>
                  <a:pt x="43" y="57"/>
                  <a:pt x="43" y="69"/>
                  <a:pt x="0" y="78"/>
                </a:cubicBezTo>
                <a:cubicBezTo>
                  <a:pt x="37" y="74"/>
                  <a:pt x="74" y="69"/>
                  <a:pt x="105" y="74"/>
                </a:cubicBezTo>
                <a:cubicBezTo>
                  <a:pt x="118" y="69"/>
                  <a:pt x="49" y="68"/>
                  <a:pt x="81" y="61"/>
                </a:cubicBezTo>
                <a:cubicBezTo>
                  <a:pt x="87" y="68"/>
                  <a:pt x="137" y="65"/>
                  <a:pt x="155" y="73"/>
                </a:cubicBezTo>
                <a:cubicBezTo>
                  <a:pt x="137" y="76"/>
                  <a:pt x="118" y="80"/>
                  <a:pt x="99" y="82"/>
                </a:cubicBezTo>
                <a:cubicBezTo>
                  <a:pt x="74" y="77"/>
                  <a:pt x="43" y="84"/>
                  <a:pt x="18" y="84"/>
                </a:cubicBezTo>
                <a:cubicBezTo>
                  <a:pt x="37" y="87"/>
                  <a:pt x="12" y="94"/>
                  <a:pt x="43" y="92"/>
                </a:cubicBezTo>
                <a:cubicBezTo>
                  <a:pt x="43" y="84"/>
                  <a:pt x="149" y="84"/>
                  <a:pt x="162" y="92"/>
                </a:cubicBezTo>
                <a:cubicBezTo>
                  <a:pt x="174" y="89"/>
                  <a:pt x="193" y="86"/>
                  <a:pt x="212" y="84"/>
                </a:cubicBezTo>
                <a:cubicBezTo>
                  <a:pt x="224" y="92"/>
                  <a:pt x="249" y="84"/>
                  <a:pt x="267" y="87"/>
                </a:cubicBezTo>
                <a:cubicBezTo>
                  <a:pt x="267" y="97"/>
                  <a:pt x="249" y="90"/>
                  <a:pt x="224" y="93"/>
                </a:cubicBezTo>
                <a:cubicBezTo>
                  <a:pt x="218" y="95"/>
                  <a:pt x="218" y="98"/>
                  <a:pt x="230" y="102"/>
                </a:cubicBezTo>
                <a:cubicBezTo>
                  <a:pt x="255" y="95"/>
                  <a:pt x="274" y="98"/>
                  <a:pt x="299" y="93"/>
                </a:cubicBezTo>
                <a:cubicBezTo>
                  <a:pt x="286" y="89"/>
                  <a:pt x="261" y="78"/>
                  <a:pt x="311" y="78"/>
                </a:cubicBezTo>
                <a:cubicBezTo>
                  <a:pt x="299" y="74"/>
                  <a:pt x="274" y="70"/>
                  <a:pt x="292" y="66"/>
                </a:cubicBezTo>
                <a:cubicBezTo>
                  <a:pt x="324" y="69"/>
                  <a:pt x="324" y="57"/>
                  <a:pt x="349" y="60"/>
                </a:cubicBezTo>
                <a:cubicBezTo>
                  <a:pt x="336" y="62"/>
                  <a:pt x="349" y="64"/>
                  <a:pt x="342" y="65"/>
                </a:cubicBezTo>
                <a:cubicBezTo>
                  <a:pt x="336" y="66"/>
                  <a:pt x="317" y="65"/>
                  <a:pt x="324" y="69"/>
                </a:cubicBezTo>
                <a:cubicBezTo>
                  <a:pt x="349" y="69"/>
                  <a:pt x="311" y="90"/>
                  <a:pt x="305" y="98"/>
                </a:cubicBezTo>
                <a:cubicBezTo>
                  <a:pt x="342" y="98"/>
                  <a:pt x="355" y="89"/>
                  <a:pt x="367" y="99"/>
                </a:cubicBezTo>
                <a:cubicBezTo>
                  <a:pt x="386" y="92"/>
                  <a:pt x="423" y="93"/>
                  <a:pt x="405" y="85"/>
                </a:cubicBezTo>
                <a:cubicBezTo>
                  <a:pt x="386" y="85"/>
                  <a:pt x="380" y="86"/>
                  <a:pt x="373" y="89"/>
                </a:cubicBezTo>
                <a:cubicBezTo>
                  <a:pt x="373" y="86"/>
                  <a:pt x="330" y="86"/>
                  <a:pt x="349" y="82"/>
                </a:cubicBezTo>
                <a:cubicBezTo>
                  <a:pt x="386" y="81"/>
                  <a:pt x="380" y="80"/>
                  <a:pt x="386" y="73"/>
                </a:cubicBezTo>
                <a:cubicBezTo>
                  <a:pt x="399" y="76"/>
                  <a:pt x="417" y="70"/>
                  <a:pt x="430" y="76"/>
                </a:cubicBezTo>
                <a:cubicBezTo>
                  <a:pt x="386" y="81"/>
                  <a:pt x="417" y="84"/>
                  <a:pt x="442" y="82"/>
                </a:cubicBezTo>
                <a:cubicBezTo>
                  <a:pt x="417" y="87"/>
                  <a:pt x="411" y="94"/>
                  <a:pt x="405" y="99"/>
                </a:cubicBezTo>
                <a:cubicBezTo>
                  <a:pt x="448" y="102"/>
                  <a:pt x="467" y="84"/>
                  <a:pt x="511" y="95"/>
                </a:cubicBezTo>
                <a:cubicBezTo>
                  <a:pt x="504" y="98"/>
                  <a:pt x="486" y="97"/>
                  <a:pt x="492" y="99"/>
                </a:cubicBezTo>
                <a:cubicBezTo>
                  <a:pt x="504" y="98"/>
                  <a:pt x="498" y="101"/>
                  <a:pt x="504" y="103"/>
                </a:cubicBezTo>
                <a:cubicBezTo>
                  <a:pt x="529" y="95"/>
                  <a:pt x="554" y="94"/>
                  <a:pt x="573" y="85"/>
                </a:cubicBezTo>
                <a:cubicBezTo>
                  <a:pt x="592" y="86"/>
                  <a:pt x="610" y="82"/>
                  <a:pt x="629" y="84"/>
                </a:cubicBezTo>
                <a:cubicBezTo>
                  <a:pt x="598" y="87"/>
                  <a:pt x="604" y="94"/>
                  <a:pt x="592" y="99"/>
                </a:cubicBezTo>
                <a:cubicBezTo>
                  <a:pt x="579" y="101"/>
                  <a:pt x="542" y="97"/>
                  <a:pt x="548" y="102"/>
                </a:cubicBezTo>
                <a:cubicBezTo>
                  <a:pt x="561" y="99"/>
                  <a:pt x="567" y="106"/>
                  <a:pt x="579" y="105"/>
                </a:cubicBezTo>
                <a:cubicBezTo>
                  <a:pt x="592" y="103"/>
                  <a:pt x="604" y="101"/>
                  <a:pt x="617" y="99"/>
                </a:cubicBezTo>
                <a:cubicBezTo>
                  <a:pt x="635" y="103"/>
                  <a:pt x="617" y="105"/>
                  <a:pt x="642" y="106"/>
                </a:cubicBezTo>
                <a:cubicBezTo>
                  <a:pt x="667" y="103"/>
                  <a:pt x="673" y="102"/>
                  <a:pt x="673" y="97"/>
                </a:cubicBezTo>
                <a:cubicBezTo>
                  <a:pt x="716" y="98"/>
                  <a:pt x="685" y="102"/>
                  <a:pt x="729" y="107"/>
                </a:cubicBezTo>
                <a:cubicBezTo>
                  <a:pt x="754" y="101"/>
                  <a:pt x="772" y="107"/>
                  <a:pt x="797" y="101"/>
                </a:cubicBezTo>
                <a:cubicBezTo>
                  <a:pt x="803" y="102"/>
                  <a:pt x="797" y="105"/>
                  <a:pt x="816" y="107"/>
                </a:cubicBezTo>
                <a:cubicBezTo>
                  <a:pt x="835" y="106"/>
                  <a:pt x="860" y="105"/>
                  <a:pt x="878" y="106"/>
                </a:cubicBezTo>
                <a:cubicBezTo>
                  <a:pt x="860" y="102"/>
                  <a:pt x="903" y="95"/>
                  <a:pt x="922" y="99"/>
                </a:cubicBezTo>
                <a:cubicBezTo>
                  <a:pt x="922" y="106"/>
                  <a:pt x="872" y="98"/>
                  <a:pt x="891" y="106"/>
                </a:cubicBezTo>
                <a:cubicBezTo>
                  <a:pt x="960" y="103"/>
                  <a:pt x="1022" y="110"/>
                  <a:pt x="1097" y="106"/>
                </a:cubicBezTo>
                <a:cubicBezTo>
                  <a:pt x="1065" y="102"/>
                  <a:pt x="1090" y="98"/>
                  <a:pt x="1097" y="94"/>
                </a:cubicBezTo>
                <a:cubicBezTo>
                  <a:pt x="1090" y="103"/>
                  <a:pt x="1165" y="118"/>
                  <a:pt x="1165" y="105"/>
                </a:cubicBezTo>
                <a:cubicBezTo>
                  <a:pt x="1134" y="108"/>
                  <a:pt x="1147" y="94"/>
                  <a:pt x="1122" y="93"/>
                </a:cubicBezTo>
                <a:cubicBezTo>
                  <a:pt x="1128" y="92"/>
                  <a:pt x="1134" y="89"/>
                  <a:pt x="1134" y="87"/>
                </a:cubicBezTo>
                <a:cubicBezTo>
                  <a:pt x="1134" y="93"/>
                  <a:pt x="1147" y="92"/>
                  <a:pt x="1165" y="93"/>
                </a:cubicBezTo>
                <a:cubicBezTo>
                  <a:pt x="1128" y="98"/>
                  <a:pt x="1177" y="103"/>
                  <a:pt x="1196" y="101"/>
                </a:cubicBezTo>
                <a:cubicBezTo>
                  <a:pt x="1184" y="103"/>
                  <a:pt x="1177" y="106"/>
                  <a:pt x="1196" y="108"/>
                </a:cubicBezTo>
                <a:cubicBezTo>
                  <a:pt x="1202" y="108"/>
                  <a:pt x="1209" y="107"/>
                  <a:pt x="1215" y="108"/>
                </a:cubicBezTo>
                <a:cubicBezTo>
                  <a:pt x="1221" y="98"/>
                  <a:pt x="1271" y="99"/>
                  <a:pt x="1265" y="85"/>
                </a:cubicBezTo>
                <a:cubicBezTo>
                  <a:pt x="1265" y="86"/>
                  <a:pt x="1271" y="87"/>
                  <a:pt x="1277" y="86"/>
                </a:cubicBezTo>
                <a:cubicBezTo>
                  <a:pt x="1271" y="89"/>
                  <a:pt x="1271" y="93"/>
                  <a:pt x="1296" y="97"/>
                </a:cubicBezTo>
                <a:cubicBezTo>
                  <a:pt x="1315" y="94"/>
                  <a:pt x="1377" y="94"/>
                  <a:pt x="1358" y="101"/>
                </a:cubicBezTo>
                <a:cubicBezTo>
                  <a:pt x="1333" y="94"/>
                  <a:pt x="1302" y="102"/>
                  <a:pt x="1252" y="99"/>
                </a:cubicBezTo>
                <a:cubicBezTo>
                  <a:pt x="1240" y="102"/>
                  <a:pt x="1246" y="105"/>
                  <a:pt x="1240" y="106"/>
                </a:cubicBezTo>
                <a:cubicBezTo>
                  <a:pt x="1277" y="112"/>
                  <a:pt x="1321" y="107"/>
                  <a:pt x="1358" y="110"/>
                </a:cubicBezTo>
                <a:cubicBezTo>
                  <a:pt x="1352" y="108"/>
                  <a:pt x="1346" y="107"/>
                  <a:pt x="1358" y="105"/>
                </a:cubicBezTo>
                <a:cubicBezTo>
                  <a:pt x="1415" y="101"/>
                  <a:pt x="1402" y="119"/>
                  <a:pt x="1402" y="119"/>
                </a:cubicBezTo>
                <a:cubicBezTo>
                  <a:pt x="1421" y="115"/>
                  <a:pt x="1458" y="111"/>
                  <a:pt x="1415" y="111"/>
                </a:cubicBezTo>
                <a:cubicBezTo>
                  <a:pt x="1421" y="106"/>
                  <a:pt x="1452" y="102"/>
                  <a:pt x="1464" y="112"/>
                </a:cubicBezTo>
                <a:cubicBezTo>
                  <a:pt x="1533" y="108"/>
                  <a:pt x="1577" y="115"/>
                  <a:pt x="1639" y="107"/>
                </a:cubicBezTo>
                <a:cubicBezTo>
                  <a:pt x="1645" y="114"/>
                  <a:pt x="1701" y="112"/>
                  <a:pt x="1732" y="111"/>
                </a:cubicBezTo>
                <a:cubicBezTo>
                  <a:pt x="1739" y="103"/>
                  <a:pt x="1751" y="106"/>
                  <a:pt x="1739" y="102"/>
                </a:cubicBezTo>
                <a:cubicBezTo>
                  <a:pt x="1751" y="101"/>
                  <a:pt x="1757" y="98"/>
                  <a:pt x="1770" y="97"/>
                </a:cubicBezTo>
                <a:cubicBezTo>
                  <a:pt x="1770" y="101"/>
                  <a:pt x="1782" y="103"/>
                  <a:pt x="1801" y="99"/>
                </a:cubicBezTo>
                <a:cubicBezTo>
                  <a:pt x="1801" y="94"/>
                  <a:pt x="1789" y="97"/>
                  <a:pt x="1770" y="94"/>
                </a:cubicBezTo>
                <a:cubicBezTo>
                  <a:pt x="1782" y="92"/>
                  <a:pt x="1776" y="89"/>
                  <a:pt x="1795" y="86"/>
                </a:cubicBezTo>
                <a:cubicBezTo>
                  <a:pt x="1795" y="94"/>
                  <a:pt x="1832" y="105"/>
                  <a:pt x="1782" y="112"/>
                </a:cubicBezTo>
                <a:cubicBezTo>
                  <a:pt x="1801" y="119"/>
                  <a:pt x="1801" y="106"/>
                  <a:pt x="1820" y="115"/>
                </a:cubicBezTo>
                <a:cubicBezTo>
                  <a:pt x="1845" y="114"/>
                  <a:pt x="1845" y="106"/>
                  <a:pt x="1857" y="108"/>
                </a:cubicBezTo>
                <a:cubicBezTo>
                  <a:pt x="1870" y="119"/>
                  <a:pt x="1876" y="107"/>
                  <a:pt x="1913" y="108"/>
                </a:cubicBezTo>
                <a:cubicBezTo>
                  <a:pt x="1919" y="111"/>
                  <a:pt x="1907" y="112"/>
                  <a:pt x="1901" y="114"/>
                </a:cubicBezTo>
                <a:cubicBezTo>
                  <a:pt x="1963" y="122"/>
                  <a:pt x="1919" y="101"/>
                  <a:pt x="1969" y="97"/>
                </a:cubicBezTo>
                <a:cubicBezTo>
                  <a:pt x="1925" y="87"/>
                  <a:pt x="1925" y="112"/>
                  <a:pt x="1876" y="103"/>
                </a:cubicBezTo>
                <a:cubicBezTo>
                  <a:pt x="1925" y="105"/>
                  <a:pt x="1913" y="89"/>
                  <a:pt x="1963" y="92"/>
                </a:cubicBezTo>
                <a:cubicBezTo>
                  <a:pt x="1969" y="86"/>
                  <a:pt x="1975" y="81"/>
                  <a:pt x="1994" y="76"/>
                </a:cubicBezTo>
                <a:cubicBezTo>
                  <a:pt x="2013" y="81"/>
                  <a:pt x="1969" y="87"/>
                  <a:pt x="2013" y="86"/>
                </a:cubicBezTo>
                <a:cubicBezTo>
                  <a:pt x="1994" y="92"/>
                  <a:pt x="1982" y="86"/>
                  <a:pt x="1969" y="87"/>
                </a:cubicBezTo>
                <a:cubicBezTo>
                  <a:pt x="2019" y="98"/>
                  <a:pt x="1925" y="106"/>
                  <a:pt x="1969" y="116"/>
                </a:cubicBezTo>
                <a:cubicBezTo>
                  <a:pt x="1994" y="112"/>
                  <a:pt x="2013" y="107"/>
                  <a:pt x="2000" y="102"/>
                </a:cubicBezTo>
                <a:cubicBezTo>
                  <a:pt x="2025" y="97"/>
                  <a:pt x="2044" y="99"/>
                  <a:pt x="2063" y="101"/>
                </a:cubicBezTo>
                <a:cubicBezTo>
                  <a:pt x="2032" y="103"/>
                  <a:pt x="2057" y="107"/>
                  <a:pt x="2032" y="111"/>
                </a:cubicBezTo>
                <a:cubicBezTo>
                  <a:pt x="2025" y="108"/>
                  <a:pt x="2019" y="106"/>
                  <a:pt x="2013" y="107"/>
                </a:cubicBezTo>
                <a:cubicBezTo>
                  <a:pt x="2032" y="114"/>
                  <a:pt x="2007" y="110"/>
                  <a:pt x="2013" y="116"/>
                </a:cubicBezTo>
                <a:cubicBezTo>
                  <a:pt x="2038" y="115"/>
                  <a:pt x="2075" y="116"/>
                  <a:pt x="2082" y="112"/>
                </a:cubicBezTo>
                <a:cubicBezTo>
                  <a:pt x="2075" y="108"/>
                  <a:pt x="2063" y="110"/>
                  <a:pt x="2050" y="110"/>
                </a:cubicBezTo>
                <a:cubicBezTo>
                  <a:pt x="2088" y="110"/>
                  <a:pt x="2069" y="102"/>
                  <a:pt x="2088" y="105"/>
                </a:cubicBezTo>
                <a:cubicBezTo>
                  <a:pt x="2094" y="107"/>
                  <a:pt x="2094" y="111"/>
                  <a:pt x="2094" y="115"/>
                </a:cubicBezTo>
                <a:cubicBezTo>
                  <a:pt x="2237" y="114"/>
                  <a:pt x="2381" y="118"/>
                  <a:pt x="2524" y="115"/>
                </a:cubicBezTo>
                <a:cubicBezTo>
                  <a:pt x="2493" y="107"/>
                  <a:pt x="2543" y="103"/>
                  <a:pt x="2555" y="103"/>
                </a:cubicBezTo>
                <a:cubicBezTo>
                  <a:pt x="2561" y="110"/>
                  <a:pt x="2537" y="110"/>
                  <a:pt x="2524" y="115"/>
                </a:cubicBezTo>
                <a:cubicBezTo>
                  <a:pt x="2543" y="122"/>
                  <a:pt x="2568" y="115"/>
                  <a:pt x="2580" y="111"/>
                </a:cubicBezTo>
                <a:cubicBezTo>
                  <a:pt x="2605" y="112"/>
                  <a:pt x="2586" y="118"/>
                  <a:pt x="2611" y="111"/>
                </a:cubicBezTo>
                <a:cubicBezTo>
                  <a:pt x="2611" y="122"/>
                  <a:pt x="2667" y="111"/>
                  <a:pt x="2692" y="118"/>
                </a:cubicBezTo>
                <a:cubicBezTo>
                  <a:pt x="2692" y="116"/>
                  <a:pt x="2730" y="114"/>
                  <a:pt x="2736" y="108"/>
                </a:cubicBezTo>
                <a:cubicBezTo>
                  <a:pt x="2742" y="111"/>
                  <a:pt x="2755" y="111"/>
                  <a:pt x="2761" y="112"/>
                </a:cubicBezTo>
                <a:cubicBezTo>
                  <a:pt x="2755" y="115"/>
                  <a:pt x="2724" y="111"/>
                  <a:pt x="2730" y="116"/>
                </a:cubicBezTo>
                <a:cubicBezTo>
                  <a:pt x="2748" y="115"/>
                  <a:pt x="2736" y="119"/>
                  <a:pt x="2748" y="122"/>
                </a:cubicBezTo>
                <a:cubicBezTo>
                  <a:pt x="2792" y="115"/>
                  <a:pt x="2867" y="124"/>
                  <a:pt x="2892" y="116"/>
                </a:cubicBezTo>
                <a:cubicBezTo>
                  <a:pt x="2879" y="111"/>
                  <a:pt x="2792" y="116"/>
                  <a:pt x="2780" y="108"/>
                </a:cubicBezTo>
                <a:cubicBezTo>
                  <a:pt x="2830" y="114"/>
                  <a:pt x="2886" y="110"/>
                  <a:pt x="2942" y="108"/>
                </a:cubicBezTo>
                <a:cubicBezTo>
                  <a:pt x="2929" y="110"/>
                  <a:pt x="2923" y="111"/>
                  <a:pt x="2911" y="114"/>
                </a:cubicBezTo>
                <a:cubicBezTo>
                  <a:pt x="2923" y="116"/>
                  <a:pt x="2935" y="119"/>
                  <a:pt x="2942" y="122"/>
                </a:cubicBezTo>
                <a:cubicBezTo>
                  <a:pt x="2979" y="119"/>
                  <a:pt x="2942" y="112"/>
                  <a:pt x="2967" y="110"/>
                </a:cubicBezTo>
                <a:cubicBezTo>
                  <a:pt x="2973" y="111"/>
                  <a:pt x="2960" y="112"/>
                  <a:pt x="2973" y="115"/>
                </a:cubicBezTo>
                <a:cubicBezTo>
                  <a:pt x="3023" y="108"/>
                  <a:pt x="2985" y="94"/>
                  <a:pt x="3023" y="93"/>
                </a:cubicBezTo>
                <a:cubicBezTo>
                  <a:pt x="3004" y="99"/>
                  <a:pt x="3029" y="108"/>
                  <a:pt x="2985" y="115"/>
                </a:cubicBezTo>
                <a:cubicBezTo>
                  <a:pt x="3023" y="124"/>
                  <a:pt x="3029" y="111"/>
                  <a:pt x="3060" y="122"/>
                </a:cubicBezTo>
                <a:cubicBezTo>
                  <a:pt x="3079" y="118"/>
                  <a:pt x="3091" y="120"/>
                  <a:pt x="3110" y="115"/>
                </a:cubicBezTo>
                <a:cubicBezTo>
                  <a:pt x="3116" y="122"/>
                  <a:pt x="3185" y="124"/>
                  <a:pt x="3197" y="116"/>
                </a:cubicBezTo>
                <a:cubicBezTo>
                  <a:pt x="3222" y="120"/>
                  <a:pt x="3266" y="124"/>
                  <a:pt x="3291" y="115"/>
                </a:cubicBezTo>
                <a:cubicBezTo>
                  <a:pt x="3297" y="122"/>
                  <a:pt x="3341" y="122"/>
                  <a:pt x="3341" y="114"/>
                </a:cubicBezTo>
                <a:cubicBezTo>
                  <a:pt x="3353" y="116"/>
                  <a:pt x="3359" y="119"/>
                  <a:pt x="3359" y="120"/>
                </a:cubicBezTo>
                <a:cubicBezTo>
                  <a:pt x="3397" y="110"/>
                  <a:pt x="3540" y="119"/>
                  <a:pt x="3509" y="101"/>
                </a:cubicBezTo>
                <a:cubicBezTo>
                  <a:pt x="3521" y="99"/>
                  <a:pt x="3528" y="103"/>
                  <a:pt x="3534" y="106"/>
                </a:cubicBezTo>
                <a:cubicBezTo>
                  <a:pt x="3553" y="103"/>
                  <a:pt x="3540" y="101"/>
                  <a:pt x="3546" y="99"/>
                </a:cubicBezTo>
                <a:cubicBezTo>
                  <a:pt x="3559" y="99"/>
                  <a:pt x="3578" y="95"/>
                  <a:pt x="3590" y="99"/>
                </a:cubicBezTo>
                <a:cubicBezTo>
                  <a:pt x="3565" y="103"/>
                  <a:pt x="3553" y="106"/>
                  <a:pt x="3559" y="114"/>
                </a:cubicBezTo>
                <a:cubicBezTo>
                  <a:pt x="3534" y="112"/>
                  <a:pt x="3509" y="118"/>
                  <a:pt x="3490" y="118"/>
                </a:cubicBezTo>
                <a:cubicBezTo>
                  <a:pt x="3559" y="122"/>
                  <a:pt x="3683" y="123"/>
                  <a:pt x="3758" y="110"/>
                </a:cubicBezTo>
                <a:cubicBezTo>
                  <a:pt x="3771" y="118"/>
                  <a:pt x="3796" y="103"/>
                  <a:pt x="3814" y="107"/>
                </a:cubicBezTo>
                <a:cubicBezTo>
                  <a:pt x="3789" y="111"/>
                  <a:pt x="3765" y="115"/>
                  <a:pt x="3765" y="120"/>
                </a:cubicBezTo>
                <a:cubicBezTo>
                  <a:pt x="3777" y="119"/>
                  <a:pt x="3796" y="116"/>
                  <a:pt x="3808" y="120"/>
                </a:cubicBezTo>
                <a:cubicBezTo>
                  <a:pt x="3852" y="114"/>
                  <a:pt x="3833" y="101"/>
                  <a:pt x="3883" y="102"/>
                </a:cubicBezTo>
                <a:cubicBezTo>
                  <a:pt x="3889" y="97"/>
                  <a:pt x="3877" y="84"/>
                  <a:pt x="3927" y="84"/>
                </a:cubicBezTo>
                <a:cubicBezTo>
                  <a:pt x="3902" y="98"/>
                  <a:pt x="3933" y="107"/>
                  <a:pt x="3839" y="118"/>
                </a:cubicBezTo>
                <a:cubicBezTo>
                  <a:pt x="3883" y="124"/>
                  <a:pt x="3952" y="116"/>
                  <a:pt x="3983" y="107"/>
                </a:cubicBezTo>
                <a:cubicBezTo>
                  <a:pt x="3970" y="102"/>
                  <a:pt x="3952" y="107"/>
                  <a:pt x="3945" y="102"/>
                </a:cubicBezTo>
                <a:cubicBezTo>
                  <a:pt x="3952" y="102"/>
                  <a:pt x="3945" y="99"/>
                  <a:pt x="3952" y="99"/>
                </a:cubicBezTo>
                <a:cubicBezTo>
                  <a:pt x="3995" y="101"/>
                  <a:pt x="4057" y="99"/>
                  <a:pt x="4082" y="89"/>
                </a:cubicBezTo>
                <a:cubicBezTo>
                  <a:pt x="4107" y="93"/>
                  <a:pt x="4089" y="97"/>
                  <a:pt x="4070" y="101"/>
                </a:cubicBezTo>
                <a:cubicBezTo>
                  <a:pt x="4064" y="98"/>
                  <a:pt x="4070" y="95"/>
                  <a:pt x="4051" y="98"/>
                </a:cubicBezTo>
                <a:cubicBezTo>
                  <a:pt x="4039" y="106"/>
                  <a:pt x="4064" y="102"/>
                  <a:pt x="4082" y="106"/>
                </a:cubicBezTo>
                <a:cubicBezTo>
                  <a:pt x="4064" y="107"/>
                  <a:pt x="4051" y="114"/>
                  <a:pt x="4039" y="110"/>
                </a:cubicBezTo>
                <a:cubicBezTo>
                  <a:pt x="4020" y="107"/>
                  <a:pt x="4045" y="105"/>
                  <a:pt x="4033" y="102"/>
                </a:cubicBezTo>
                <a:cubicBezTo>
                  <a:pt x="3964" y="103"/>
                  <a:pt x="4014" y="112"/>
                  <a:pt x="3983" y="119"/>
                </a:cubicBezTo>
                <a:cubicBezTo>
                  <a:pt x="4020" y="122"/>
                  <a:pt x="4082" y="108"/>
                  <a:pt x="4107" y="102"/>
                </a:cubicBezTo>
                <a:cubicBezTo>
                  <a:pt x="4120" y="103"/>
                  <a:pt x="4126" y="102"/>
                  <a:pt x="4139" y="106"/>
                </a:cubicBezTo>
                <a:cubicBezTo>
                  <a:pt x="4157" y="95"/>
                  <a:pt x="4195" y="87"/>
                  <a:pt x="4232" y="81"/>
                </a:cubicBezTo>
                <a:cubicBezTo>
                  <a:pt x="4213" y="74"/>
                  <a:pt x="4201" y="80"/>
                  <a:pt x="4188" y="84"/>
                </a:cubicBezTo>
                <a:cubicBezTo>
                  <a:pt x="4151" y="74"/>
                  <a:pt x="4195" y="68"/>
                  <a:pt x="4232" y="65"/>
                </a:cubicBezTo>
                <a:cubicBezTo>
                  <a:pt x="4244" y="70"/>
                  <a:pt x="4195" y="68"/>
                  <a:pt x="4226" y="76"/>
                </a:cubicBezTo>
                <a:cubicBezTo>
                  <a:pt x="4238" y="73"/>
                  <a:pt x="4244" y="74"/>
                  <a:pt x="4257" y="72"/>
                </a:cubicBezTo>
                <a:cubicBezTo>
                  <a:pt x="4244" y="60"/>
                  <a:pt x="4313" y="51"/>
                  <a:pt x="4276" y="37"/>
                </a:cubicBezTo>
                <a:cubicBezTo>
                  <a:pt x="4294" y="35"/>
                  <a:pt x="4307" y="35"/>
                  <a:pt x="4313" y="39"/>
                </a:cubicBezTo>
                <a:cubicBezTo>
                  <a:pt x="4288" y="42"/>
                  <a:pt x="4319" y="45"/>
                  <a:pt x="4332" y="45"/>
                </a:cubicBezTo>
                <a:cubicBezTo>
                  <a:pt x="4313" y="48"/>
                  <a:pt x="4294" y="51"/>
                  <a:pt x="4307" y="55"/>
                </a:cubicBezTo>
                <a:cubicBezTo>
                  <a:pt x="4338" y="53"/>
                  <a:pt x="4344" y="47"/>
                  <a:pt x="4382" y="42"/>
                </a:cubicBezTo>
                <a:cubicBezTo>
                  <a:pt x="4394" y="44"/>
                  <a:pt x="4400" y="47"/>
                  <a:pt x="4413" y="47"/>
                </a:cubicBezTo>
                <a:cubicBezTo>
                  <a:pt x="4431" y="43"/>
                  <a:pt x="4450" y="45"/>
                  <a:pt x="4456" y="40"/>
                </a:cubicBezTo>
                <a:cubicBezTo>
                  <a:pt x="4444" y="32"/>
                  <a:pt x="4425" y="43"/>
                  <a:pt x="4419" y="39"/>
                </a:cubicBezTo>
                <a:cubicBezTo>
                  <a:pt x="4425" y="36"/>
                  <a:pt x="4444" y="34"/>
                  <a:pt x="4438" y="30"/>
                </a:cubicBezTo>
                <a:cubicBezTo>
                  <a:pt x="4394" y="31"/>
                  <a:pt x="4357" y="42"/>
                  <a:pt x="4319" y="40"/>
                </a:cubicBezTo>
                <a:cubicBezTo>
                  <a:pt x="4344" y="32"/>
                  <a:pt x="4294" y="34"/>
                  <a:pt x="4276" y="31"/>
                </a:cubicBezTo>
                <a:cubicBezTo>
                  <a:pt x="4282" y="30"/>
                  <a:pt x="4288" y="28"/>
                  <a:pt x="4282" y="27"/>
                </a:cubicBezTo>
                <a:cubicBezTo>
                  <a:pt x="4251" y="35"/>
                  <a:pt x="4269" y="44"/>
                  <a:pt x="4263" y="52"/>
                </a:cubicBezTo>
                <a:cubicBezTo>
                  <a:pt x="4238" y="53"/>
                  <a:pt x="4213" y="65"/>
                  <a:pt x="4176" y="56"/>
                </a:cubicBezTo>
                <a:cubicBezTo>
                  <a:pt x="4201" y="53"/>
                  <a:pt x="4176" y="50"/>
                  <a:pt x="4170" y="45"/>
                </a:cubicBezTo>
                <a:cubicBezTo>
                  <a:pt x="4132" y="52"/>
                  <a:pt x="4145" y="60"/>
                  <a:pt x="4139" y="68"/>
                </a:cubicBezTo>
                <a:cubicBezTo>
                  <a:pt x="4157" y="66"/>
                  <a:pt x="4151" y="59"/>
                  <a:pt x="4176" y="61"/>
                </a:cubicBezTo>
                <a:cubicBezTo>
                  <a:pt x="4182" y="68"/>
                  <a:pt x="4157" y="66"/>
                  <a:pt x="4132" y="72"/>
                </a:cubicBezTo>
                <a:cubicBezTo>
                  <a:pt x="4132" y="76"/>
                  <a:pt x="4170" y="73"/>
                  <a:pt x="4151" y="77"/>
                </a:cubicBezTo>
                <a:cubicBezTo>
                  <a:pt x="4089" y="84"/>
                  <a:pt x="4057" y="89"/>
                  <a:pt x="4001" y="94"/>
                </a:cubicBezTo>
                <a:cubicBezTo>
                  <a:pt x="4001" y="92"/>
                  <a:pt x="4020" y="87"/>
                  <a:pt x="4020" y="85"/>
                </a:cubicBezTo>
                <a:cubicBezTo>
                  <a:pt x="4051" y="84"/>
                  <a:pt x="4132" y="78"/>
                  <a:pt x="4126" y="73"/>
                </a:cubicBezTo>
                <a:cubicBezTo>
                  <a:pt x="4082" y="72"/>
                  <a:pt x="4076" y="77"/>
                  <a:pt x="4033" y="76"/>
                </a:cubicBezTo>
                <a:cubicBezTo>
                  <a:pt x="4051" y="68"/>
                  <a:pt x="4076" y="72"/>
                  <a:pt x="4107" y="68"/>
                </a:cubicBezTo>
                <a:cubicBezTo>
                  <a:pt x="4139" y="61"/>
                  <a:pt x="4126" y="50"/>
                  <a:pt x="4114" y="45"/>
                </a:cubicBezTo>
                <a:cubicBezTo>
                  <a:pt x="4126" y="45"/>
                  <a:pt x="4139" y="44"/>
                  <a:pt x="4157" y="42"/>
                </a:cubicBezTo>
                <a:cubicBezTo>
                  <a:pt x="4163" y="45"/>
                  <a:pt x="4176" y="45"/>
                  <a:pt x="4195" y="43"/>
                </a:cubicBezTo>
                <a:cubicBezTo>
                  <a:pt x="4182" y="37"/>
                  <a:pt x="4132" y="43"/>
                  <a:pt x="4139" y="36"/>
                </a:cubicBezTo>
                <a:cubicBezTo>
                  <a:pt x="4157" y="37"/>
                  <a:pt x="4182" y="40"/>
                  <a:pt x="4201" y="39"/>
                </a:cubicBezTo>
                <a:cubicBezTo>
                  <a:pt x="4195" y="35"/>
                  <a:pt x="4188" y="31"/>
                  <a:pt x="4195" y="27"/>
                </a:cubicBezTo>
                <a:cubicBezTo>
                  <a:pt x="4170" y="34"/>
                  <a:pt x="4151" y="30"/>
                  <a:pt x="4132" y="28"/>
                </a:cubicBezTo>
                <a:cubicBezTo>
                  <a:pt x="4114" y="31"/>
                  <a:pt x="4126" y="34"/>
                  <a:pt x="4101" y="36"/>
                </a:cubicBezTo>
                <a:cubicBezTo>
                  <a:pt x="4107" y="37"/>
                  <a:pt x="4120" y="39"/>
                  <a:pt x="4126" y="39"/>
                </a:cubicBezTo>
                <a:cubicBezTo>
                  <a:pt x="4089" y="39"/>
                  <a:pt x="4114" y="47"/>
                  <a:pt x="4089" y="51"/>
                </a:cubicBezTo>
                <a:cubicBezTo>
                  <a:pt x="4064" y="43"/>
                  <a:pt x="4095" y="44"/>
                  <a:pt x="4057" y="39"/>
                </a:cubicBezTo>
                <a:cubicBezTo>
                  <a:pt x="4020" y="42"/>
                  <a:pt x="3976" y="43"/>
                  <a:pt x="3964" y="32"/>
                </a:cubicBezTo>
                <a:cubicBezTo>
                  <a:pt x="3958" y="34"/>
                  <a:pt x="3945" y="34"/>
                  <a:pt x="3939" y="35"/>
                </a:cubicBezTo>
                <a:cubicBezTo>
                  <a:pt x="3933" y="40"/>
                  <a:pt x="3958" y="42"/>
                  <a:pt x="3958" y="45"/>
                </a:cubicBezTo>
                <a:cubicBezTo>
                  <a:pt x="3920" y="43"/>
                  <a:pt x="3870" y="59"/>
                  <a:pt x="3808" y="51"/>
                </a:cubicBezTo>
                <a:cubicBezTo>
                  <a:pt x="3839" y="53"/>
                  <a:pt x="3846" y="39"/>
                  <a:pt x="3883" y="42"/>
                </a:cubicBezTo>
                <a:cubicBezTo>
                  <a:pt x="3877" y="43"/>
                  <a:pt x="3864" y="44"/>
                  <a:pt x="3870" y="45"/>
                </a:cubicBezTo>
                <a:cubicBezTo>
                  <a:pt x="3883" y="44"/>
                  <a:pt x="3889" y="48"/>
                  <a:pt x="3908" y="44"/>
                </a:cubicBezTo>
                <a:cubicBezTo>
                  <a:pt x="3895" y="28"/>
                  <a:pt x="3995" y="31"/>
                  <a:pt x="3995" y="26"/>
                </a:cubicBezTo>
                <a:cubicBezTo>
                  <a:pt x="3945" y="31"/>
                  <a:pt x="3895" y="25"/>
                  <a:pt x="3846" y="28"/>
                </a:cubicBezTo>
                <a:cubicBezTo>
                  <a:pt x="3852" y="30"/>
                  <a:pt x="3839" y="31"/>
                  <a:pt x="3833" y="32"/>
                </a:cubicBezTo>
                <a:cubicBezTo>
                  <a:pt x="3839" y="35"/>
                  <a:pt x="3846" y="36"/>
                  <a:pt x="3839" y="39"/>
                </a:cubicBezTo>
                <a:cubicBezTo>
                  <a:pt x="3814" y="40"/>
                  <a:pt x="3808" y="48"/>
                  <a:pt x="3802" y="45"/>
                </a:cubicBezTo>
                <a:cubicBezTo>
                  <a:pt x="3802" y="43"/>
                  <a:pt x="3821" y="40"/>
                  <a:pt x="3802" y="37"/>
                </a:cubicBezTo>
                <a:cubicBezTo>
                  <a:pt x="3796" y="37"/>
                  <a:pt x="3789" y="40"/>
                  <a:pt x="3783" y="39"/>
                </a:cubicBezTo>
                <a:cubicBezTo>
                  <a:pt x="3758" y="43"/>
                  <a:pt x="3765" y="51"/>
                  <a:pt x="3727" y="48"/>
                </a:cubicBezTo>
                <a:cubicBezTo>
                  <a:pt x="3721" y="44"/>
                  <a:pt x="3765" y="43"/>
                  <a:pt x="3752" y="39"/>
                </a:cubicBezTo>
                <a:cubicBezTo>
                  <a:pt x="3727" y="44"/>
                  <a:pt x="3715" y="36"/>
                  <a:pt x="3696" y="42"/>
                </a:cubicBezTo>
                <a:cubicBezTo>
                  <a:pt x="3708" y="45"/>
                  <a:pt x="3721" y="48"/>
                  <a:pt x="3696" y="51"/>
                </a:cubicBezTo>
                <a:cubicBezTo>
                  <a:pt x="3702" y="39"/>
                  <a:pt x="3652" y="50"/>
                  <a:pt x="3690" y="37"/>
                </a:cubicBezTo>
                <a:cubicBezTo>
                  <a:pt x="3727" y="42"/>
                  <a:pt x="3777" y="30"/>
                  <a:pt x="3814" y="37"/>
                </a:cubicBezTo>
                <a:cubicBezTo>
                  <a:pt x="3839" y="36"/>
                  <a:pt x="3808" y="26"/>
                  <a:pt x="3802" y="28"/>
                </a:cubicBezTo>
                <a:cubicBezTo>
                  <a:pt x="3802" y="31"/>
                  <a:pt x="3758" y="31"/>
                  <a:pt x="3752" y="34"/>
                </a:cubicBezTo>
                <a:cubicBezTo>
                  <a:pt x="3740" y="31"/>
                  <a:pt x="3752" y="30"/>
                  <a:pt x="3752" y="27"/>
                </a:cubicBezTo>
                <a:cubicBezTo>
                  <a:pt x="3746" y="27"/>
                  <a:pt x="3746" y="28"/>
                  <a:pt x="3740" y="27"/>
                </a:cubicBezTo>
                <a:cubicBezTo>
                  <a:pt x="3733" y="27"/>
                  <a:pt x="3727" y="27"/>
                  <a:pt x="3721" y="27"/>
                </a:cubicBezTo>
                <a:cubicBezTo>
                  <a:pt x="3727" y="30"/>
                  <a:pt x="3746" y="32"/>
                  <a:pt x="3733" y="35"/>
                </a:cubicBezTo>
                <a:cubicBezTo>
                  <a:pt x="3727" y="32"/>
                  <a:pt x="3721" y="35"/>
                  <a:pt x="3708" y="34"/>
                </a:cubicBezTo>
                <a:cubicBezTo>
                  <a:pt x="3696" y="31"/>
                  <a:pt x="3708" y="30"/>
                  <a:pt x="3696" y="27"/>
                </a:cubicBezTo>
                <a:cubicBezTo>
                  <a:pt x="3671" y="26"/>
                  <a:pt x="3683" y="30"/>
                  <a:pt x="3659" y="32"/>
                </a:cubicBezTo>
                <a:cubicBezTo>
                  <a:pt x="3671" y="25"/>
                  <a:pt x="3553" y="27"/>
                  <a:pt x="3609" y="31"/>
                </a:cubicBezTo>
                <a:cubicBezTo>
                  <a:pt x="3602" y="32"/>
                  <a:pt x="3590" y="35"/>
                  <a:pt x="3584" y="36"/>
                </a:cubicBezTo>
                <a:cubicBezTo>
                  <a:pt x="3565" y="28"/>
                  <a:pt x="3534" y="35"/>
                  <a:pt x="3515" y="32"/>
                </a:cubicBezTo>
                <a:cubicBezTo>
                  <a:pt x="3509" y="31"/>
                  <a:pt x="3521" y="30"/>
                  <a:pt x="3515" y="27"/>
                </a:cubicBezTo>
                <a:cubicBezTo>
                  <a:pt x="3496" y="27"/>
                  <a:pt x="3478" y="34"/>
                  <a:pt x="3459" y="27"/>
                </a:cubicBezTo>
                <a:cubicBezTo>
                  <a:pt x="3434" y="28"/>
                  <a:pt x="3447" y="36"/>
                  <a:pt x="3428" y="34"/>
                </a:cubicBezTo>
                <a:cubicBezTo>
                  <a:pt x="3434" y="23"/>
                  <a:pt x="3322" y="23"/>
                  <a:pt x="3291" y="34"/>
                </a:cubicBezTo>
                <a:cubicBezTo>
                  <a:pt x="3260" y="35"/>
                  <a:pt x="3297" y="26"/>
                  <a:pt x="3272" y="28"/>
                </a:cubicBezTo>
                <a:cubicBezTo>
                  <a:pt x="3285" y="31"/>
                  <a:pt x="3241" y="34"/>
                  <a:pt x="3241" y="31"/>
                </a:cubicBezTo>
                <a:cubicBezTo>
                  <a:pt x="3247" y="28"/>
                  <a:pt x="3235" y="26"/>
                  <a:pt x="3235" y="25"/>
                </a:cubicBezTo>
                <a:cubicBezTo>
                  <a:pt x="3204" y="26"/>
                  <a:pt x="3247" y="30"/>
                  <a:pt x="3216" y="32"/>
                </a:cubicBezTo>
                <a:cubicBezTo>
                  <a:pt x="3216" y="30"/>
                  <a:pt x="3204" y="31"/>
                  <a:pt x="3204" y="30"/>
                </a:cubicBezTo>
                <a:cubicBezTo>
                  <a:pt x="3228" y="28"/>
                  <a:pt x="3204" y="20"/>
                  <a:pt x="3210" y="26"/>
                </a:cubicBezTo>
                <a:cubicBezTo>
                  <a:pt x="3191" y="27"/>
                  <a:pt x="3197" y="35"/>
                  <a:pt x="3172" y="32"/>
                </a:cubicBezTo>
                <a:cubicBezTo>
                  <a:pt x="3166" y="28"/>
                  <a:pt x="3191" y="23"/>
                  <a:pt x="3160" y="22"/>
                </a:cubicBezTo>
                <a:cubicBezTo>
                  <a:pt x="3154" y="30"/>
                  <a:pt x="3104" y="37"/>
                  <a:pt x="3085" y="30"/>
                </a:cubicBezTo>
                <a:cubicBezTo>
                  <a:pt x="3073" y="34"/>
                  <a:pt x="3073" y="44"/>
                  <a:pt x="3041" y="39"/>
                </a:cubicBezTo>
                <a:cubicBezTo>
                  <a:pt x="3054" y="37"/>
                  <a:pt x="3060" y="36"/>
                  <a:pt x="3048" y="34"/>
                </a:cubicBezTo>
                <a:cubicBezTo>
                  <a:pt x="3041" y="35"/>
                  <a:pt x="3035" y="36"/>
                  <a:pt x="3029" y="35"/>
                </a:cubicBezTo>
                <a:cubicBezTo>
                  <a:pt x="3035" y="23"/>
                  <a:pt x="3116" y="32"/>
                  <a:pt x="3116" y="22"/>
                </a:cubicBezTo>
                <a:cubicBezTo>
                  <a:pt x="3079" y="26"/>
                  <a:pt x="3048" y="20"/>
                  <a:pt x="3017" y="26"/>
                </a:cubicBezTo>
                <a:cubicBezTo>
                  <a:pt x="3004" y="27"/>
                  <a:pt x="3010" y="30"/>
                  <a:pt x="3004" y="31"/>
                </a:cubicBezTo>
                <a:cubicBezTo>
                  <a:pt x="2979" y="26"/>
                  <a:pt x="2973" y="44"/>
                  <a:pt x="2935" y="34"/>
                </a:cubicBezTo>
                <a:cubicBezTo>
                  <a:pt x="2979" y="34"/>
                  <a:pt x="2960" y="27"/>
                  <a:pt x="3004" y="25"/>
                </a:cubicBezTo>
                <a:cubicBezTo>
                  <a:pt x="2960" y="19"/>
                  <a:pt x="2917" y="26"/>
                  <a:pt x="2873" y="25"/>
                </a:cubicBezTo>
                <a:cubicBezTo>
                  <a:pt x="2886" y="31"/>
                  <a:pt x="2904" y="22"/>
                  <a:pt x="2911" y="28"/>
                </a:cubicBezTo>
                <a:cubicBezTo>
                  <a:pt x="2904" y="28"/>
                  <a:pt x="2904" y="31"/>
                  <a:pt x="2904" y="31"/>
                </a:cubicBezTo>
                <a:cubicBezTo>
                  <a:pt x="2879" y="27"/>
                  <a:pt x="2836" y="30"/>
                  <a:pt x="2854" y="20"/>
                </a:cubicBezTo>
                <a:cubicBezTo>
                  <a:pt x="2848" y="22"/>
                  <a:pt x="2842" y="22"/>
                  <a:pt x="2842" y="20"/>
                </a:cubicBezTo>
                <a:cubicBezTo>
                  <a:pt x="2830" y="22"/>
                  <a:pt x="2823" y="20"/>
                  <a:pt x="2817" y="22"/>
                </a:cubicBezTo>
                <a:cubicBezTo>
                  <a:pt x="2830" y="25"/>
                  <a:pt x="2823" y="26"/>
                  <a:pt x="2811" y="28"/>
                </a:cubicBezTo>
                <a:cubicBezTo>
                  <a:pt x="2836" y="31"/>
                  <a:pt x="2836" y="34"/>
                  <a:pt x="2805" y="39"/>
                </a:cubicBezTo>
                <a:cubicBezTo>
                  <a:pt x="2805" y="35"/>
                  <a:pt x="2798" y="34"/>
                  <a:pt x="2780" y="32"/>
                </a:cubicBezTo>
                <a:cubicBezTo>
                  <a:pt x="2811" y="31"/>
                  <a:pt x="2792" y="27"/>
                  <a:pt x="2798" y="25"/>
                </a:cubicBezTo>
                <a:cubicBezTo>
                  <a:pt x="2780" y="20"/>
                  <a:pt x="2767" y="16"/>
                  <a:pt x="2742" y="22"/>
                </a:cubicBezTo>
                <a:cubicBezTo>
                  <a:pt x="2755" y="28"/>
                  <a:pt x="2767" y="25"/>
                  <a:pt x="2780" y="26"/>
                </a:cubicBezTo>
                <a:cubicBezTo>
                  <a:pt x="2748" y="27"/>
                  <a:pt x="2792" y="31"/>
                  <a:pt x="2761" y="34"/>
                </a:cubicBezTo>
                <a:cubicBezTo>
                  <a:pt x="2761" y="30"/>
                  <a:pt x="2767" y="25"/>
                  <a:pt x="2742" y="27"/>
                </a:cubicBezTo>
                <a:cubicBezTo>
                  <a:pt x="2748" y="32"/>
                  <a:pt x="2699" y="30"/>
                  <a:pt x="2705" y="36"/>
                </a:cubicBezTo>
                <a:cubicBezTo>
                  <a:pt x="2674" y="27"/>
                  <a:pt x="2674" y="42"/>
                  <a:pt x="2649" y="36"/>
                </a:cubicBezTo>
                <a:cubicBezTo>
                  <a:pt x="2661" y="32"/>
                  <a:pt x="2636" y="28"/>
                  <a:pt x="2655" y="26"/>
                </a:cubicBezTo>
                <a:cubicBezTo>
                  <a:pt x="2649" y="28"/>
                  <a:pt x="2661" y="32"/>
                  <a:pt x="2680" y="32"/>
                </a:cubicBezTo>
                <a:cubicBezTo>
                  <a:pt x="2699" y="26"/>
                  <a:pt x="2711" y="31"/>
                  <a:pt x="2736" y="23"/>
                </a:cubicBezTo>
                <a:cubicBezTo>
                  <a:pt x="2686" y="20"/>
                  <a:pt x="2630" y="20"/>
                  <a:pt x="2599" y="25"/>
                </a:cubicBezTo>
                <a:cubicBezTo>
                  <a:pt x="2574" y="15"/>
                  <a:pt x="2474" y="15"/>
                  <a:pt x="2456" y="30"/>
                </a:cubicBezTo>
                <a:cubicBezTo>
                  <a:pt x="2456" y="22"/>
                  <a:pt x="2437" y="30"/>
                  <a:pt x="2424" y="27"/>
                </a:cubicBezTo>
                <a:cubicBezTo>
                  <a:pt x="2405" y="22"/>
                  <a:pt x="2449" y="23"/>
                  <a:pt x="2443" y="19"/>
                </a:cubicBezTo>
                <a:cubicBezTo>
                  <a:pt x="2405" y="19"/>
                  <a:pt x="2399" y="31"/>
                  <a:pt x="2362" y="28"/>
                </a:cubicBezTo>
                <a:cubicBezTo>
                  <a:pt x="2362" y="25"/>
                  <a:pt x="2387" y="26"/>
                  <a:pt x="2387" y="19"/>
                </a:cubicBezTo>
                <a:cubicBezTo>
                  <a:pt x="2374" y="22"/>
                  <a:pt x="2362" y="20"/>
                  <a:pt x="2350" y="23"/>
                </a:cubicBezTo>
                <a:cubicBezTo>
                  <a:pt x="2356" y="26"/>
                  <a:pt x="2368" y="35"/>
                  <a:pt x="2337" y="32"/>
                </a:cubicBezTo>
                <a:cubicBezTo>
                  <a:pt x="2337" y="27"/>
                  <a:pt x="2356" y="22"/>
                  <a:pt x="2331" y="16"/>
                </a:cubicBezTo>
                <a:cubicBezTo>
                  <a:pt x="2306" y="20"/>
                  <a:pt x="2293" y="16"/>
                  <a:pt x="2269" y="19"/>
                </a:cubicBezTo>
                <a:cubicBezTo>
                  <a:pt x="2281" y="27"/>
                  <a:pt x="2331" y="18"/>
                  <a:pt x="2318" y="26"/>
                </a:cubicBezTo>
                <a:cubicBezTo>
                  <a:pt x="2306" y="25"/>
                  <a:pt x="2225" y="30"/>
                  <a:pt x="2275" y="30"/>
                </a:cubicBezTo>
                <a:cubicBezTo>
                  <a:pt x="2250" y="32"/>
                  <a:pt x="2256" y="42"/>
                  <a:pt x="2225" y="37"/>
                </a:cubicBezTo>
                <a:cubicBezTo>
                  <a:pt x="2262" y="32"/>
                  <a:pt x="2200" y="26"/>
                  <a:pt x="2262" y="20"/>
                </a:cubicBezTo>
                <a:cubicBezTo>
                  <a:pt x="2231" y="15"/>
                  <a:pt x="2194" y="19"/>
                  <a:pt x="2156" y="19"/>
                </a:cubicBezTo>
                <a:cubicBezTo>
                  <a:pt x="2175" y="25"/>
                  <a:pt x="2194" y="23"/>
                  <a:pt x="2219" y="26"/>
                </a:cubicBezTo>
                <a:cubicBezTo>
                  <a:pt x="2194" y="26"/>
                  <a:pt x="2206" y="27"/>
                  <a:pt x="2187" y="31"/>
                </a:cubicBezTo>
                <a:cubicBezTo>
                  <a:pt x="2194" y="22"/>
                  <a:pt x="2162" y="32"/>
                  <a:pt x="2150" y="30"/>
                </a:cubicBezTo>
                <a:cubicBezTo>
                  <a:pt x="2125" y="25"/>
                  <a:pt x="2156" y="22"/>
                  <a:pt x="2137" y="18"/>
                </a:cubicBezTo>
                <a:cubicBezTo>
                  <a:pt x="2106" y="16"/>
                  <a:pt x="2112" y="26"/>
                  <a:pt x="2082" y="25"/>
                </a:cubicBezTo>
                <a:cubicBezTo>
                  <a:pt x="2075" y="22"/>
                  <a:pt x="2088" y="19"/>
                  <a:pt x="2082" y="16"/>
                </a:cubicBezTo>
                <a:cubicBezTo>
                  <a:pt x="2063" y="25"/>
                  <a:pt x="2032" y="25"/>
                  <a:pt x="2019" y="15"/>
                </a:cubicBezTo>
                <a:cubicBezTo>
                  <a:pt x="1975" y="19"/>
                  <a:pt x="1975" y="15"/>
                  <a:pt x="1938" y="25"/>
                </a:cubicBezTo>
                <a:cubicBezTo>
                  <a:pt x="1938" y="19"/>
                  <a:pt x="1895" y="18"/>
                  <a:pt x="1876" y="15"/>
                </a:cubicBezTo>
                <a:cubicBezTo>
                  <a:pt x="1838" y="20"/>
                  <a:pt x="1845" y="25"/>
                  <a:pt x="1820" y="25"/>
                </a:cubicBezTo>
                <a:cubicBezTo>
                  <a:pt x="1851" y="19"/>
                  <a:pt x="1789" y="18"/>
                  <a:pt x="1801" y="14"/>
                </a:cubicBezTo>
                <a:cubicBezTo>
                  <a:pt x="1770" y="16"/>
                  <a:pt x="1745" y="22"/>
                  <a:pt x="1720" y="14"/>
                </a:cubicBezTo>
                <a:cubicBezTo>
                  <a:pt x="1695" y="19"/>
                  <a:pt x="1664" y="23"/>
                  <a:pt x="1639" y="16"/>
                </a:cubicBezTo>
                <a:cubicBezTo>
                  <a:pt x="1620" y="19"/>
                  <a:pt x="1608" y="22"/>
                  <a:pt x="1589" y="25"/>
                </a:cubicBezTo>
                <a:cubicBezTo>
                  <a:pt x="1577" y="18"/>
                  <a:pt x="1552" y="23"/>
                  <a:pt x="1539" y="19"/>
                </a:cubicBezTo>
                <a:cubicBezTo>
                  <a:pt x="1558" y="16"/>
                  <a:pt x="1595" y="20"/>
                  <a:pt x="1583" y="14"/>
                </a:cubicBezTo>
                <a:cubicBezTo>
                  <a:pt x="1539" y="13"/>
                  <a:pt x="1489" y="22"/>
                  <a:pt x="1446" y="13"/>
                </a:cubicBezTo>
                <a:cubicBezTo>
                  <a:pt x="1415" y="19"/>
                  <a:pt x="1402" y="23"/>
                  <a:pt x="1371" y="18"/>
                </a:cubicBezTo>
                <a:cubicBezTo>
                  <a:pt x="1390" y="16"/>
                  <a:pt x="1427" y="16"/>
                  <a:pt x="1415" y="10"/>
                </a:cubicBezTo>
                <a:cubicBezTo>
                  <a:pt x="1396" y="13"/>
                  <a:pt x="1371" y="11"/>
                  <a:pt x="1352" y="14"/>
                </a:cubicBezTo>
                <a:cubicBezTo>
                  <a:pt x="1352" y="22"/>
                  <a:pt x="1377" y="23"/>
                  <a:pt x="1383" y="26"/>
                </a:cubicBezTo>
                <a:cubicBezTo>
                  <a:pt x="1358" y="22"/>
                  <a:pt x="1327" y="30"/>
                  <a:pt x="1309" y="23"/>
                </a:cubicBezTo>
                <a:cubicBezTo>
                  <a:pt x="1321" y="22"/>
                  <a:pt x="1333" y="25"/>
                  <a:pt x="1352" y="20"/>
                </a:cubicBezTo>
                <a:cubicBezTo>
                  <a:pt x="1327" y="15"/>
                  <a:pt x="1333" y="13"/>
                  <a:pt x="1309" y="9"/>
                </a:cubicBezTo>
                <a:cubicBezTo>
                  <a:pt x="1290" y="13"/>
                  <a:pt x="1252" y="11"/>
                  <a:pt x="1215" y="13"/>
                </a:cubicBezTo>
                <a:cubicBezTo>
                  <a:pt x="1209" y="19"/>
                  <a:pt x="1190" y="26"/>
                  <a:pt x="1147" y="26"/>
                </a:cubicBezTo>
                <a:cubicBezTo>
                  <a:pt x="1165" y="23"/>
                  <a:pt x="1153" y="22"/>
                  <a:pt x="1171" y="22"/>
                </a:cubicBezTo>
                <a:cubicBezTo>
                  <a:pt x="1165" y="16"/>
                  <a:pt x="1147" y="16"/>
                  <a:pt x="1134" y="16"/>
                </a:cubicBezTo>
                <a:cubicBezTo>
                  <a:pt x="1134" y="15"/>
                  <a:pt x="1140" y="15"/>
                  <a:pt x="1134" y="14"/>
                </a:cubicBezTo>
                <a:cubicBezTo>
                  <a:pt x="1159" y="14"/>
                  <a:pt x="1196" y="20"/>
                  <a:pt x="1202" y="11"/>
                </a:cubicBezTo>
                <a:cubicBezTo>
                  <a:pt x="1165" y="7"/>
                  <a:pt x="1140" y="13"/>
                  <a:pt x="1115" y="9"/>
                </a:cubicBezTo>
                <a:cubicBezTo>
                  <a:pt x="1097" y="15"/>
                  <a:pt x="1053" y="16"/>
                  <a:pt x="1028" y="15"/>
                </a:cubicBezTo>
                <a:cubicBezTo>
                  <a:pt x="1047" y="18"/>
                  <a:pt x="1022" y="20"/>
                  <a:pt x="1022" y="23"/>
                </a:cubicBezTo>
                <a:cubicBezTo>
                  <a:pt x="1003" y="11"/>
                  <a:pt x="1053" y="15"/>
                  <a:pt x="1065" y="9"/>
                </a:cubicBezTo>
                <a:cubicBezTo>
                  <a:pt x="1003" y="10"/>
                  <a:pt x="972" y="4"/>
                  <a:pt x="960" y="16"/>
                </a:cubicBezTo>
                <a:cubicBezTo>
                  <a:pt x="960" y="14"/>
                  <a:pt x="960" y="11"/>
                  <a:pt x="953" y="9"/>
                </a:cubicBezTo>
                <a:cubicBezTo>
                  <a:pt x="928" y="15"/>
                  <a:pt x="910" y="7"/>
                  <a:pt x="891" y="6"/>
                </a:cubicBezTo>
                <a:cubicBezTo>
                  <a:pt x="866" y="7"/>
                  <a:pt x="860" y="16"/>
                  <a:pt x="847" y="14"/>
                </a:cubicBezTo>
                <a:cubicBezTo>
                  <a:pt x="835" y="11"/>
                  <a:pt x="853" y="5"/>
                  <a:pt x="829" y="7"/>
                </a:cubicBezTo>
                <a:cubicBezTo>
                  <a:pt x="829" y="9"/>
                  <a:pt x="822" y="16"/>
                  <a:pt x="803" y="14"/>
                </a:cubicBezTo>
                <a:cubicBezTo>
                  <a:pt x="797" y="11"/>
                  <a:pt x="822" y="9"/>
                  <a:pt x="797" y="5"/>
                </a:cubicBezTo>
                <a:cubicBezTo>
                  <a:pt x="785" y="14"/>
                  <a:pt x="747" y="14"/>
                  <a:pt x="729" y="23"/>
                </a:cubicBezTo>
                <a:cubicBezTo>
                  <a:pt x="729" y="19"/>
                  <a:pt x="722" y="22"/>
                  <a:pt x="710" y="18"/>
                </a:cubicBezTo>
                <a:cubicBezTo>
                  <a:pt x="741" y="14"/>
                  <a:pt x="729" y="11"/>
                  <a:pt x="760" y="10"/>
                </a:cubicBezTo>
                <a:cubicBezTo>
                  <a:pt x="735" y="9"/>
                  <a:pt x="685" y="0"/>
                  <a:pt x="673" y="9"/>
                </a:cubicBezTo>
                <a:cubicBezTo>
                  <a:pt x="685" y="7"/>
                  <a:pt x="691" y="10"/>
                  <a:pt x="685" y="11"/>
                </a:cubicBezTo>
                <a:cubicBezTo>
                  <a:pt x="642" y="10"/>
                  <a:pt x="635" y="22"/>
                  <a:pt x="610" y="27"/>
                </a:cubicBezTo>
                <a:cubicBezTo>
                  <a:pt x="561" y="16"/>
                  <a:pt x="654" y="15"/>
                  <a:pt x="648" y="7"/>
                </a:cubicBezTo>
                <a:cubicBezTo>
                  <a:pt x="592" y="2"/>
                  <a:pt x="486" y="15"/>
                  <a:pt x="523" y="28"/>
                </a:cubicBezTo>
                <a:cubicBezTo>
                  <a:pt x="498" y="27"/>
                  <a:pt x="467" y="31"/>
                  <a:pt x="442" y="26"/>
                </a:cubicBezTo>
                <a:cubicBezTo>
                  <a:pt x="498" y="19"/>
                  <a:pt x="523" y="16"/>
                  <a:pt x="523" y="5"/>
                </a:cubicBezTo>
                <a:cubicBezTo>
                  <a:pt x="467" y="6"/>
                  <a:pt x="480" y="14"/>
                  <a:pt x="423" y="19"/>
                </a:cubicBezTo>
                <a:cubicBezTo>
                  <a:pt x="411" y="16"/>
                  <a:pt x="405" y="18"/>
                  <a:pt x="392" y="15"/>
                </a:cubicBezTo>
                <a:cubicBezTo>
                  <a:pt x="430" y="16"/>
                  <a:pt x="405" y="6"/>
                  <a:pt x="436" y="7"/>
                </a:cubicBezTo>
                <a:cubicBezTo>
                  <a:pt x="380" y="5"/>
                  <a:pt x="324" y="9"/>
                  <a:pt x="274" y="6"/>
                </a:cubicBezTo>
                <a:cubicBezTo>
                  <a:pt x="249" y="19"/>
                  <a:pt x="124" y="9"/>
                  <a:pt x="118" y="22"/>
                </a:cubicBezTo>
                <a:moveTo>
                  <a:pt x="4157" y="81"/>
                </a:moveTo>
                <a:cubicBezTo>
                  <a:pt x="4157" y="84"/>
                  <a:pt x="4157" y="85"/>
                  <a:pt x="4170" y="87"/>
                </a:cubicBezTo>
                <a:cubicBezTo>
                  <a:pt x="4157" y="87"/>
                  <a:pt x="4151" y="89"/>
                  <a:pt x="4145" y="90"/>
                </a:cubicBezTo>
                <a:cubicBezTo>
                  <a:pt x="4139" y="89"/>
                  <a:pt x="4132" y="87"/>
                  <a:pt x="4126" y="89"/>
                </a:cubicBezTo>
                <a:cubicBezTo>
                  <a:pt x="4114" y="86"/>
                  <a:pt x="4151" y="84"/>
                  <a:pt x="4157" y="81"/>
                </a:cubicBezTo>
                <a:moveTo>
                  <a:pt x="2456" y="115"/>
                </a:moveTo>
                <a:cubicBezTo>
                  <a:pt x="2443" y="110"/>
                  <a:pt x="2418" y="115"/>
                  <a:pt x="2418" y="108"/>
                </a:cubicBezTo>
                <a:cubicBezTo>
                  <a:pt x="2462" y="112"/>
                  <a:pt x="2493" y="107"/>
                  <a:pt x="2512" y="101"/>
                </a:cubicBezTo>
                <a:cubicBezTo>
                  <a:pt x="2518" y="107"/>
                  <a:pt x="2487" y="111"/>
                  <a:pt x="2456" y="115"/>
                </a:cubicBezTo>
                <a:moveTo>
                  <a:pt x="2574" y="101"/>
                </a:moveTo>
                <a:cubicBezTo>
                  <a:pt x="2568" y="95"/>
                  <a:pt x="2611" y="92"/>
                  <a:pt x="2624" y="97"/>
                </a:cubicBezTo>
                <a:cubicBezTo>
                  <a:pt x="2630" y="95"/>
                  <a:pt x="2624" y="94"/>
                  <a:pt x="2618" y="93"/>
                </a:cubicBezTo>
                <a:cubicBezTo>
                  <a:pt x="2636" y="87"/>
                  <a:pt x="2643" y="93"/>
                  <a:pt x="2661" y="90"/>
                </a:cubicBezTo>
                <a:cubicBezTo>
                  <a:pt x="2655" y="94"/>
                  <a:pt x="2630" y="95"/>
                  <a:pt x="2611" y="102"/>
                </a:cubicBezTo>
                <a:cubicBezTo>
                  <a:pt x="2599" y="101"/>
                  <a:pt x="2586" y="97"/>
                  <a:pt x="2574" y="101"/>
                </a:cubicBezTo>
                <a:moveTo>
                  <a:pt x="2655" y="86"/>
                </a:moveTo>
                <a:cubicBezTo>
                  <a:pt x="2667" y="85"/>
                  <a:pt x="2674" y="84"/>
                  <a:pt x="2686" y="82"/>
                </a:cubicBezTo>
                <a:cubicBezTo>
                  <a:pt x="2699" y="89"/>
                  <a:pt x="2661" y="87"/>
                  <a:pt x="2705" y="93"/>
                </a:cubicBezTo>
                <a:cubicBezTo>
                  <a:pt x="2705" y="93"/>
                  <a:pt x="2711" y="92"/>
                  <a:pt x="2717" y="92"/>
                </a:cubicBezTo>
                <a:cubicBezTo>
                  <a:pt x="2730" y="95"/>
                  <a:pt x="2699" y="92"/>
                  <a:pt x="2686" y="95"/>
                </a:cubicBezTo>
                <a:cubicBezTo>
                  <a:pt x="2692" y="92"/>
                  <a:pt x="2667" y="90"/>
                  <a:pt x="2674" y="95"/>
                </a:cubicBezTo>
                <a:cubicBezTo>
                  <a:pt x="2667" y="99"/>
                  <a:pt x="2667" y="89"/>
                  <a:pt x="2655" y="86"/>
                </a:cubicBezTo>
                <a:moveTo>
                  <a:pt x="2618" y="110"/>
                </a:moveTo>
                <a:cubicBezTo>
                  <a:pt x="2605" y="106"/>
                  <a:pt x="2630" y="102"/>
                  <a:pt x="2649" y="102"/>
                </a:cubicBezTo>
                <a:cubicBezTo>
                  <a:pt x="2661" y="106"/>
                  <a:pt x="2630" y="110"/>
                  <a:pt x="2618" y="110"/>
                </a:cubicBezTo>
                <a:moveTo>
                  <a:pt x="2705" y="107"/>
                </a:moveTo>
                <a:cubicBezTo>
                  <a:pt x="2705" y="105"/>
                  <a:pt x="2705" y="103"/>
                  <a:pt x="2699" y="101"/>
                </a:cubicBezTo>
                <a:cubicBezTo>
                  <a:pt x="2717" y="97"/>
                  <a:pt x="2730" y="99"/>
                  <a:pt x="2742" y="98"/>
                </a:cubicBezTo>
                <a:cubicBezTo>
                  <a:pt x="2755" y="102"/>
                  <a:pt x="2717" y="103"/>
                  <a:pt x="2705" y="107"/>
                </a:cubicBezTo>
                <a:moveTo>
                  <a:pt x="2854" y="73"/>
                </a:moveTo>
                <a:cubicBezTo>
                  <a:pt x="2842" y="68"/>
                  <a:pt x="2879" y="70"/>
                  <a:pt x="2886" y="70"/>
                </a:cubicBezTo>
                <a:cubicBezTo>
                  <a:pt x="2886" y="73"/>
                  <a:pt x="2879" y="76"/>
                  <a:pt x="2886" y="80"/>
                </a:cubicBezTo>
                <a:cubicBezTo>
                  <a:pt x="2879" y="87"/>
                  <a:pt x="2879" y="65"/>
                  <a:pt x="2854" y="73"/>
                </a:cubicBezTo>
                <a:moveTo>
                  <a:pt x="2929" y="60"/>
                </a:moveTo>
                <a:cubicBezTo>
                  <a:pt x="2948" y="65"/>
                  <a:pt x="2935" y="70"/>
                  <a:pt x="2929" y="74"/>
                </a:cubicBezTo>
                <a:cubicBezTo>
                  <a:pt x="2911" y="69"/>
                  <a:pt x="2898" y="64"/>
                  <a:pt x="2929" y="60"/>
                </a:cubicBezTo>
                <a:moveTo>
                  <a:pt x="2854" y="106"/>
                </a:moveTo>
                <a:cubicBezTo>
                  <a:pt x="2848" y="105"/>
                  <a:pt x="2873" y="99"/>
                  <a:pt x="2842" y="103"/>
                </a:cubicBezTo>
                <a:cubicBezTo>
                  <a:pt x="2842" y="95"/>
                  <a:pt x="2805" y="102"/>
                  <a:pt x="2823" y="95"/>
                </a:cubicBezTo>
                <a:cubicBezTo>
                  <a:pt x="2879" y="94"/>
                  <a:pt x="2867" y="97"/>
                  <a:pt x="2911" y="94"/>
                </a:cubicBezTo>
                <a:cubicBezTo>
                  <a:pt x="2923" y="93"/>
                  <a:pt x="2911" y="98"/>
                  <a:pt x="2929" y="97"/>
                </a:cubicBezTo>
                <a:cubicBezTo>
                  <a:pt x="2923" y="105"/>
                  <a:pt x="2861" y="94"/>
                  <a:pt x="2854" y="106"/>
                </a:cubicBezTo>
                <a:moveTo>
                  <a:pt x="2948" y="81"/>
                </a:moveTo>
                <a:cubicBezTo>
                  <a:pt x="2954" y="82"/>
                  <a:pt x="2948" y="84"/>
                  <a:pt x="2942" y="85"/>
                </a:cubicBezTo>
                <a:cubicBezTo>
                  <a:pt x="2948" y="85"/>
                  <a:pt x="2954" y="86"/>
                  <a:pt x="2967" y="87"/>
                </a:cubicBezTo>
                <a:cubicBezTo>
                  <a:pt x="2935" y="94"/>
                  <a:pt x="2911" y="84"/>
                  <a:pt x="2948" y="81"/>
                </a:cubicBezTo>
                <a:moveTo>
                  <a:pt x="2967" y="102"/>
                </a:moveTo>
                <a:cubicBezTo>
                  <a:pt x="2960" y="103"/>
                  <a:pt x="2942" y="102"/>
                  <a:pt x="2948" y="105"/>
                </a:cubicBezTo>
                <a:cubicBezTo>
                  <a:pt x="2923" y="108"/>
                  <a:pt x="2935" y="97"/>
                  <a:pt x="2948" y="102"/>
                </a:cubicBezTo>
                <a:cubicBezTo>
                  <a:pt x="2948" y="99"/>
                  <a:pt x="2948" y="87"/>
                  <a:pt x="2979" y="95"/>
                </a:cubicBezTo>
                <a:cubicBezTo>
                  <a:pt x="2973" y="97"/>
                  <a:pt x="2973" y="95"/>
                  <a:pt x="2967" y="94"/>
                </a:cubicBezTo>
                <a:cubicBezTo>
                  <a:pt x="2967" y="97"/>
                  <a:pt x="2967" y="99"/>
                  <a:pt x="2967" y="102"/>
                </a:cubicBezTo>
                <a:moveTo>
                  <a:pt x="3029" y="90"/>
                </a:moveTo>
                <a:cubicBezTo>
                  <a:pt x="3035" y="87"/>
                  <a:pt x="3048" y="86"/>
                  <a:pt x="3041" y="85"/>
                </a:cubicBezTo>
                <a:cubicBezTo>
                  <a:pt x="3073" y="81"/>
                  <a:pt x="3054" y="94"/>
                  <a:pt x="3079" y="90"/>
                </a:cubicBezTo>
                <a:cubicBezTo>
                  <a:pt x="3085" y="94"/>
                  <a:pt x="3035" y="95"/>
                  <a:pt x="3029" y="90"/>
                </a:cubicBezTo>
                <a:moveTo>
                  <a:pt x="3135" y="84"/>
                </a:moveTo>
                <a:cubicBezTo>
                  <a:pt x="3122" y="80"/>
                  <a:pt x="3116" y="76"/>
                  <a:pt x="3135" y="73"/>
                </a:cubicBezTo>
                <a:cubicBezTo>
                  <a:pt x="3154" y="77"/>
                  <a:pt x="3166" y="81"/>
                  <a:pt x="3135" y="84"/>
                </a:cubicBezTo>
                <a:moveTo>
                  <a:pt x="3291" y="57"/>
                </a:moveTo>
                <a:cubicBezTo>
                  <a:pt x="3297" y="65"/>
                  <a:pt x="3253" y="61"/>
                  <a:pt x="3241" y="61"/>
                </a:cubicBezTo>
                <a:cubicBezTo>
                  <a:pt x="3235" y="56"/>
                  <a:pt x="3278" y="60"/>
                  <a:pt x="3291" y="57"/>
                </a:cubicBezTo>
                <a:moveTo>
                  <a:pt x="3216" y="70"/>
                </a:moveTo>
                <a:cubicBezTo>
                  <a:pt x="3222" y="66"/>
                  <a:pt x="3260" y="68"/>
                  <a:pt x="3285" y="64"/>
                </a:cubicBezTo>
                <a:cubicBezTo>
                  <a:pt x="3297" y="70"/>
                  <a:pt x="3260" y="68"/>
                  <a:pt x="3241" y="73"/>
                </a:cubicBezTo>
                <a:cubicBezTo>
                  <a:pt x="3228" y="72"/>
                  <a:pt x="3222" y="69"/>
                  <a:pt x="3216" y="70"/>
                </a:cubicBezTo>
                <a:moveTo>
                  <a:pt x="3222" y="93"/>
                </a:moveTo>
                <a:cubicBezTo>
                  <a:pt x="3197" y="93"/>
                  <a:pt x="3210" y="95"/>
                  <a:pt x="3191" y="98"/>
                </a:cubicBezTo>
                <a:cubicBezTo>
                  <a:pt x="3185" y="97"/>
                  <a:pt x="3185" y="95"/>
                  <a:pt x="3179" y="93"/>
                </a:cubicBezTo>
                <a:cubicBezTo>
                  <a:pt x="3210" y="94"/>
                  <a:pt x="3179" y="87"/>
                  <a:pt x="3210" y="85"/>
                </a:cubicBezTo>
                <a:cubicBezTo>
                  <a:pt x="3204" y="85"/>
                  <a:pt x="3191" y="82"/>
                  <a:pt x="3185" y="80"/>
                </a:cubicBezTo>
                <a:cubicBezTo>
                  <a:pt x="3191" y="80"/>
                  <a:pt x="3204" y="80"/>
                  <a:pt x="3197" y="78"/>
                </a:cubicBezTo>
                <a:cubicBezTo>
                  <a:pt x="3210" y="77"/>
                  <a:pt x="3216" y="80"/>
                  <a:pt x="3222" y="78"/>
                </a:cubicBezTo>
                <a:cubicBezTo>
                  <a:pt x="3228" y="81"/>
                  <a:pt x="3216" y="81"/>
                  <a:pt x="3216" y="80"/>
                </a:cubicBezTo>
                <a:cubicBezTo>
                  <a:pt x="3228" y="85"/>
                  <a:pt x="3204" y="89"/>
                  <a:pt x="3222" y="93"/>
                </a:cubicBezTo>
                <a:moveTo>
                  <a:pt x="3141" y="99"/>
                </a:moveTo>
                <a:cubicBezTo>
                  <a:pt x="3098" y="105"/>
                  <a:pt x="3073" y="101"/>
                  <a:pt x="3041" y="106"/>
                </a:cubicBezTo>
                <a:cubicBezTo>
                  <a:pt x="3041" y="98"/>
                  <a:pt x="3110" y="97"/>
                  <a:pt x="3141" y="99"/>
                </a:cubicBezTo>
                <a:moveTo>
                  <a:pt x="3041" y="115"/>
                </a:moveTo>
                <a:cubicBezTo>
                  <a:pt x="3029" y="112"/>
                  <a:pt x="3048" y="111"/>
                  <a:pt x="3041" y="108"/>
                </a:cubicBezTo>
                <a:cubicBezTo>
                  <a:pt x="3066" y="110"/>
                  <a:pt x="3085" y="112"/>
                  <a:pt x="3110" y="111"/>
                </a:cubicBezTo>
                <a:cubicBezTo>
                  <a:pt x="3110" y="120"/>
                  <a:pt x="3066" y="110"/>
                  <a:pt x="3041" y="115"/>
                </a:cubicBezTo>
                <a:moveTo>
                  <a:pt x="3241" y="81"/>
                </a:moveTo>
                <a:cubicBezTo>
                  <a:pt x="3228" y="72"/>
                  <a:pt x="3260" y="80"/>
                  <a:pt x="3285" y="73"/>
                </a:cubicBezTo>
                <a:cubicBezTo>
                  <a:pt x="3285" y="78"/>
                  <a:pt x="3285" y="81"/>
                  <a:pt x="3309" y="84"/>
                </a:cubicBezTo>
                <a:cubicBezTo>
                  <a:pt x="3328" y="81"/>
                  <a:pt x="3334" y="78"/>
                  <a:pt x="3328" y="76"/>
                </a:cubicBezTo>
                <a:cubicBezTo>
                  <a:pt x="3353" y="74"/>
                  <a:pt x="3341" y="81"/>
                  <a:pt x="3341" y="84"/>
                </a:cubicBezTo>
                <a:cubicBezTo>
                  <a:pt x="3278" y="89"/>
                  <a:pt x="3291" y="80"/>
                  <a:pt x="3241" y="81"/>
                </a:cubicBezTo>
                <a:moveTo>
                  <a:pt x="3434" y="53"/>
                </a:moveTo>
                <a:cubicBezTo>
                  <a:pt x="3434" y="57"/>
                  <a:pt x="3422" y="60"/>
                  <a:pt x="3403" y="62"/>
                </a:cubicBezTo>
                <a:cubicBezTo>
                  <a:pt x="3397" y="61"/>
                  <a:pt x="3391" y="60"/>
                  <a:pt x="3384" y="59"/>
                </a:cubicBezTo>
                <a:cubicBezTo>
                  <a:pt x="3403" y="55"/>
                  <a:pt x="3415" y="57"/>
                  <a:pt x="3434" y="53"/>
                </a:cubicBezTo>
                <a:moveTo>
                  <a:pt x="3534" y="56"/>
                </a:moveTo>
                <a:cubicBezTo>
                  <a:pt x="3515" y="59"/>
                  <a:pt x="3496" y="60"/>
                  <a:pt x="3484" y="55"/>
                </a:cubicBezTo>
                <a:cubicBezTo>
                  <a:pt x="3503" y="51"/>
                  <a:pt x="3521" y="51"/>
                  <a:pt x="3534" y="56"/>
                </a:cubicBezTo>
                <a:moveTo>
                  <a:pt x="3166" y="111"/>
                </a:moveTo>
                <a:cubicBezTo>
                  <a:pt x="3179" y="103"/>
                  <a:pt x="3222" y="102"/>
                  <a:pt x="3241" y="95"/>
                </a:cubicBezTo>
                <a:cubicBezTo>
                  <a:pt x="3266" y="105"/>
                  <a:pt x="3191" y="103"/>
                  <a:pt x="3216" y="110"/>
                </a:cubicBezTo>
                <a:cubicBezTo>
                  <a:pt x="3197" y="115"/>
                  <a:pt x="3185" y="110"/>
                  <a:pt x="3166" y="111"/>
                </a:cubicBezTo>
                <a:moveTo>
                  <a:pt x="3378" y="78"/>
                </a:moveTo>
                <a:cubicBezTo>
                  <a:pt x="3422" y="74"/>
                  <a:pt x="3403" y="69"/>
                  <a:pt x="3434" y="65"/>
                </a:cubicBezTo>
                <a:cubicBezTo>
                  <a:pt x="3453" y="69"/>
                  <a:pt x="3478" y="69"/>
                  <a:pt x="3503" y="62"/>
                </a:cubicBezTo>
                <a:cubicBezTo>
                  <a:pt x="3528" y="74"/>
                  <a:pt x="3465" y="66"/>
                  <a:pt x="3434" y="72"/>
                </a:cubicBezTo>
                <a:cubicBezTo>
                  <a:pt x="3422" y="74"/>
                  <a:pt x="3465" y="74"/>
                  <a:pt x="3472" y="76"/>
                </a:cubicBezTo>
                <a:cubicBezTo>
                  <a:pt x="3459" y="80"/>
                  <a:pt x="3496" y="85"/>
                  <a:pt x="3465" y="89"/>
                </a:cubicBezTo>
                <a:cubicBezTo>
                  <a:pt x="3459" y="76"/>
                  <a:pt x="3422" y="80"/>
                  <a:pt x="3378" y="78"/>
                </a:cubicBezTo>
                <a:moveTo>
                  <a:pt x="3490" y="81"/>
                </a:moveTo>
                <a:cubicBezTo>
                  <a:pt x="3503" y="81"/>
                  <a:pt x="3509" y="80"/>
                  <a:pt x="3515" y="78"/>
                </a:cubicBezTo>
                <a:cubicBezTo>
                  <a:pt x="3528" y="82"/>
                  <a:pt x="3534" y="80"/>
                  <a:pt x="3534" y="84"/>
                </a:cubicBezTo>
                <a:cubicBezTo>
                  <a:pt x="3521" y="85"/>
                  <a:pt x="3503" y="85"/>
                  <a:pt x="3490" y="81"/>
                </a:cubicBezTo>
                <a:moveTo>
                  <a:pt x="3291" y="112"/>
                </a:moveTo>
                <a:cubicBezTo>
                  <a:pt x="3285" y="106"/>
                  <a:pt x="3278" y="108"/>
                  <a:pt x="3272" y="103"/>
                </a:cubicBezTo>
                <a:cubicBezTo>
                  <a:pt x="3316" y="107"/>
                  <a:pt x="3359" y="93"/>
                  <a:pt x="3397" y="86"/>
                </a:cubicBezTo>
                <a:cubicBezTo>
                  <a:pt x="3415" y="94"/>
                  <a:pt x="3353" y="95"/>
                  <a:pt x="3347" y="101"/>
                </a:cubicBezTo>
                <a:cubicBezTo>
                  <a:pt x="3359" y="105"/>
                  <a:pt x="3366" y="103"/>
                  <a:pt x="3378" y="105"/>
                </a:cubicBezTo>
                <a:cubicBezTo>
                  <a:pt x="3409" y="101"/>
                  <a:pt x="3409" y="97"/>
                  <a:pt x="3428" y="92"/>
                </a:cubicBezTo>
                <a:cubicBezTo>
                  <a:pt x="3459" y="98"/>
                  <a:pt x="3403" y="101"/>
                  <a:pt x="3440" y="107"/>
                </a:cubicBezTo>
                <a:cubicBezTo>
                  <a:pt x="3384" y="105"/>
                  <a:pt x="3353" y="111"/>
                  <a:pt x="3291" y="112"/>
                </a:cubicBezTo>
                <a:moveTo>
                  <a:pt x="3447" y="97"/>
                </a:moveTo>
                <a:cubicBezTo>
                  <a:pt x="3478" y="90"/>
                  <a:pt x="3484" y="93"/>
                  <a:pt x="3509" y="86"/>
                </a:cubicBezTo>
                <a:cubicBezTo>
                  <a:pt x="3521" y="89"/>
                  <a:pt x="3509" y="90"/>
                  <a:pt x="3496" y="93"/>
                </a:cubicBezTo>
                <a:cubicBezTo>
                  <a:pt x="3503" y="94"/>
                  <a:pt x="3509" y="93"/>
                  <a:pt x="3509" y="93"/>
                </a:cubicBezTo>
                <a:cubicBezTo>
                  <a:pt x="3509" y="94"/>
                  <a:pt x="3459" y="95"/>
                  <a:pt x="3459" y="103"/>
                </a:cubicBezTo>
                <a:cubicBezTo>
                  <a:pt x="3434" y="106"/>
                  <a:pt x="3472" y="98"/>
                  <a:pt x="3447" y="97"/>
                </a:cubicBezTo>
                <a:moveTo>
                  <a:pt x="3534" y="86"/>
                </a:moveTo>
                <a:cubicBezTo>
                  <a:pt x="3559" y="81"/>
                  <a:pt x="3590" y="82"/>
                  <a:pt x="3596" y="72"/>
                </a:cubicBezTo>
                <a:cubicBezTo>
                  <a:pt x="3602" y="77"/>
                  <a:pt x="3621" y="73"/>
                  <a:pt x="3634" y="73"/>
                </a:cubicBezTo>
                <a:cubicBezTo>
                  <a:pt x="3621" y="78"/>
                  <a:pt x="3584" y="89"/>
                  <a:pt x="3534" y="86"/>
                </a:cubicBezTo>
                <a:moveTo>
                  <a:pt x="3659" y="111"/>
                </a:moveTo>
                <a:cubicBezTo>
                  <a:pt x="3634" y="107"/>
                  <a:pt x="3665" y="105"/>
                  <a:pt x="3659" y="102"/>
                </a:cubicBezTo>
                <a:cubicBezTo>
                  <a:pt x="3640" y="99"/>
                  <a:pt x="3659" y="107"/>
                  <a:pt x="3627" y="108"/>
                </a:cubicBezTo>
                <a:cubicBezTo>
                  <a:pt x="3609" y="105"/>
                  <a:pt x="3621" y="102"/>
                  <a:pt x="3634" y="98"/>
                </a:cubicBezTo>
                <a:cubicBezTo>
                  <a:pt x="3659" y="99"/>
                  <a:pt x="3677" y="103"/>
                  <a:pt x="3702" y="107"/>
                </a:cubicBezTo>
                <a:cubicBezTo>
                  <a:pt x="3696" y="111"/>
                  <a:pt x="3677" y="110"/>
                  <a:pt x="3659" y="111"/>
                </a:cubicBezTo>
                <a:moveTo>
                  <a:pt x="3808" y="77"/>
                </a:moveTo>
                <a:cubicBezTo>
                  <a:pt x="3814" y="82"/>
                  <a:pt x="3808" y="87"/>
                  <a:pt x="3777" y="92"/>
                </a:cubicBezTo>
                <a:cubicBezTo>
                  <a:pt x="3771" y="87"/>
                  <a:pt x="3758" y="86"/>
                  <a:pt x="3740" y="87"/>
                </a:cubicBezTo>
                <a:cubicBezTo>
                  <a:pt x="3740" y="86"/>
                  <a:pt x="3789" y="82"/>
                  <a:pt x="3808" y="77"/>
                </a:cubicBezTo>
                <a:moveTo>
                  <a:pt x="3696" y="103"/>
                </a:moveTo>
                <a:cubicBezTo>
                  <a:pt x="3690" y="101"/>
                  <a:pt x="3702" y="98"/>
                  <a:pt x="3696" y="95"/>
                </a:cubicBezTo>
                <a:cubicBezTo>
                  <a:pt x="3708" y="94"/>
                  <a:pt x="3721" y="95"/>
                  <a:pt x="3727" y="99"/>
                </a:cubicBezTo>
                <a:cubicBezTo>
                  <a:pt x="3715" y="103"/>
                  <a:pt x="3708" y="102"/>
                  <a:pt x="3696" y="103"/>
                </a:cubicBezTo>
                <a:moveTo>
                  <a:pt x="3814" y="90"/>
                </a:moveTo>
                <a:cubicBezTo>
                  <a:pt x="3821" y="85"/>
                  <a:pt x="3839" y="81"/>
                  <a:pt x="3833" y="76"/>
                </a:cubicBezTo>
                <a:cubicBezTo>
                  <a:pt x="3839" y="74"/>
                  <a:pt x="3839" y="77"/>
                  <a:pt x="3839" y="77"/>
                </a:cubicBezTo>
                <a:cubicBezTo>
                  <a:pt x="3858" y="80"/>
                  <a:pt x="3883" y="76"/>
                  <a:pt x="3895" y="81"/>
                </a:cubicBezTo>
                <a:cubicBezTo>
                  <a:pt x="3864" y="81"/>
                  <a:pt x="3846" y="89"/>
                  <a:pt x="3814" y="90"/>
                </a:cubicBezTo>
                <a:moveTo>
                  <a:pt x="3864" y="97"/>
                </a:moveTo>
                <a:cubicBezTo>
                  <a:pt x="3839" y="102"/>
                  <a:pt x="3827" y="95"/>
                  <a:pt x="3802" y="102"/>
                </a:cubicBezTo>
                <a:cubicBezTo>
                  <a:pt x="3796" y="99"/>
                  <a:pt x="3796" y="97"/>
                  <a:pt x="3802" y="95"/>
                </a:cubicBezTo>
                <a:cubicBezTo>
                  <a:pt x="3821" y="94"/>
                  <a:pt x="3846" y="93"/>
                  <a:pt x="3864" y="97"/>
                </a:cubicBezTo>
                <a:moveTo>
                  <a:pt x="4001" y="81"/>
                </a:moveTo>
                <a:cubicBezTo>
                  <a:pt x="3983" y="82"/>
                  <a:pt x="3964" y="81"/>
                  <a:pt x="3945" y="85"/>
                </a:cubicBezTo>
                <a:cubicBezTo>
                  <a:pt x="3939" y="82"/>
                  <a:pt x="3952" y="81"/>
                  <a:pt x="3945" y="78"/>
                </a:cubicBezTo>
                <a:cubicBezTo>
                  <a:pt x="3964" y="76"/>
                  <a:pt x="3983" y="76"/>
                  <a:pt x="4001" y="81"/>
                </a:cubicBezTo>
                <a:moveTo>
                  <a:pt x="4107" y="53"/>
                </a:moveTo>
                <a:cubicBezTo>
                  <a:pt x="4070" y="55"/>
                  <a:pt x="4101" y="60"/>
                  <a:pt x="4070" y="64"/>
                </a:cubicBezTo>
                <a:cubicBezTo>
                  <a:pt x="4064" y="64"/>
                  <a:pt x="4057" y="62"/>
                  <a:pt x="4045" y="64"/>
                </a:cubicBezTo>
                <a:cubicBezTo>
                  <a:pt x="4039" y="57"/>
                  <a:pt x="4076" y="44"/>
                  <a:pt x="4107" y="53"/>
                </a:cubicBezTo>
                <a:moveTo>
                  <a:pt x="4026" y="45"/>
                </a:moveTo>
                <a:cubicBezTo>
                  <a:pt x="4026" y="51"/>
                  <a:pt x="4008" y="55"/>
                  <a:pt x="3983" y="59"/>
                </a:cubicBezTo>
                <a:cubicBezTo>
                  <a:pt x="3976" y="57"/>
                  <a:pt x="3983" y="56"/>
                  <a:pt x="3989" y="55"/>
                </a:cubicBezTo>
                <a:cubicBezTo>
                  <a:pt x="3995" y="52"/>
                  <a:pt x="3983" y="53"/>
                  <a:pt x="3976" y="50"/>
                </a:cubicBezTo>
                <a:cubicBezTo>
                  <a:pt x="3989" y="48"/>
                  <a:pt x="3983" y="45"/>
                  <a:pt x="3995" y="44"/>
                </a:cubicBezTo>
                <a:cubicBezTo>
                  <a:pt x="4008" y="44"/>
                  <a:pt x="4014" y="47"/>
                  <a:pt x="4026" y="45"/>
                </a:cubicBezTo>
                <a:moveTo>
                  <a:pt x="4008" y="56"/>
                </a:moveTo>
                <a:cubicBezTo>
                  <a:pt x="4008" y="68"/>
                  <a:pt x="3939" y="74"/>
                  <a:pt x="3877" y="73"/>
                </a:cubicBezTo>
                <a:cubicBezTo>
                  <a:pt x="3877" y="66"/>
                  <a:pt x="3933" y="72"/>
                  <a:pt x="3945" y="64"/>
                </a:cubicBezTo>
                <a:cubicBezTo>
                  <a:pt x="3939" y="61"/>
                  <a:pt x="3927" y="61"/>
                  <a:pt x="3914" y="61"/>
                </a:cubicBezTo>
                <a:cubicBezTo>
                  <a:pt x="3914" y="59"/>
                  <a:pt x="3920" y="56"/>
                  <a:pt x="3939" y="53"/>
                </a:cubicBezTo>
                <a:cubicBezTo>
                  <a:pt x="3945" y="60"/>
                  <a:pt x="3976" y="62"/>
                  <a:pt x="4008" y="56"/>
                </a:cubicBezTo>
                <a:moveTo>
                  <a:pt x="3870" y="55"/>
                </a:moveTo>
                <a:cubicBezTo>
                  <a:pt x="3908" y="60"/>
                  <a:pt x="3852" y="61"/>
                  <a:pt x="3877" y="66"/>
                </a:cubicBezTo>
                <a:cubicBezTo>
                  <a:pt x="3864" y="68"/>
                  <a:pt x="3846" y="66"/>
                  <a:pt x="3852" y="69"/>
                </a:cubicBezTo>
                <a:cubicBezTo>
                  <a:pt x="3846" y="70"/>
                  <a:pt x="3839" y="68"/>
                  <a:pt x="3833" y="66"/>
                </a:cubicBezTo>
                <a:cubicBezTo>
                  <a:pt x="3864" y="62"/>
                  <a:pt x="3833" y="59"/>
                  <a:pt x="3870" y="55"/>
                </a:cubicBezTo>
                <a:moveTo>
                  <a:pt x="3802" y="68"/>
                </a:moveTo>
                <a:cubicBezTo>
                  <a:pt x="3814" y="73"/>
                  <a:pt x="3771" y="73"/>
                  <a:pt x="3765" y="76"/>
                </a:cubicBezTo>
                <a:cubicBezTo>
                  <a:pt x="3740" y="68"/>
                  <a:pt x="3796" y="70"/>
                  <a:pt x="3802" y="68"/>
                </a:cubicBezTo>
                <a:moveTo>
                  <a:pt x="3702" y="87"/>
                </a:moveTo>
                <a:cubicBezTo>
                  <a:pt x="3708" y="86"/>
                  <a:pt x="3665" y="85"/>
                  <a:pt x="3659" y="95"/>
                </a:cubicBezTo>
                <a:cubicBezTo>
                  <a:pt x="3602" y="89"/>
                  <a:pt x="3727" y="74"/>
                  <a:pt x="3740" y="65"/>
                </a:cubicBezTo>
                <a:cubicBezTo>
                  <a:pt x="3752" y="73"/>
                  <a:pt x="3721" y="80"/>
                  <a:pt x="3702" y="87"/>
                </a:cubicBezTo>
                <a:moveTo>
                  <a:pt x="3789" y="61"/>
                </a:moveTo>
                <a:cubicBezTo>
                  <a:pt x="3783" y="66"/>
                  <a:pt x="3752" y="61"/>
                  <a:pt x="3765" y="65"/>
                </a:cubicBezTo>
                <a:cubicBezTo>
                  <a:pt x="3740" y="69"/>
                  <a:pt x="3758" y="56"/>
                  <a:pt x="3727" y="60"/>
                </a:cubicBezTo>
                <a:cubicBezTo>
                  <a:pt x="3715" y="56"/>
                  <a:pt x="3746" y="60"/>
                  <a:pt x="3758" y="55"/>
                </a:cubicBezTo>
                <a:cubicBezTo>
                  <a:pt x="3765" y="60"/>
                  <a:pt x="3777" y="57"/>
                  <a:pt x="3789" y="61"/>
                </a:cubicBezTo>
                <a:moveTo>
                  <a:pt x="3789" y="59"/>
                </a:moveTo>
                <a:cubicBezTo>
                  <a:pt x="3777" y="52"/>
                  <a:pt x="3771" y="53"/>
                  <a:pt x="3765" y="48"/>
                </a:cubicBezTo>
                <a:cubicBezTo>
                  <a:pt x="3783" y="47"/>
                  <a:pt x="3821" y="55"/>
                  <a:pt x="3789" y="59"/>
                </a:cubicBezTo>
                <a:moveTo>
                  <a:pt x="3677" y="73"/>
                </a:moveTo>
                <a:cubicBezTo>
                  <a:pt x="3646" y="68"/>
                  <a:pt x="3683" y="64"/>
                  <a:pt x="3665" y="59"/>
                </a:cubicBezTo>
                <a:cubicBezTo>
                  <a:pt x="3702" y="56"/>
                  <a:pt x="3702" y="69"/>
                  <a:pt x="3677" y="73"/>
                </a:cubicBezTo>
                <a:moveTo>
                  <a:pt x="3584" y="66"/>
                </a:moveTo>
                <a:cubicBezTo>
                  <a:pt x="3565" y="56"/>
                  <a:pt x="3627" y="62"/>
                  <a:pt x="3646" y="56"/>
                </a:cubicBezTo>
                <a:cubicBezTo>
                  <a:pt x="3659" y="66"/>
                  <a:pt x="3590" y="56"/>
                  <a:pt x="3584" y="66"/>
                </a:cubicBezTo>
                <a:moveTo>
                  <a:pt x="3596" y="52"/>
                </a:moveTo>
                <a:cubicBezTo>
                  <a:pt x="3652" y="50"/>
                  <a:pt x="3596" y="45"/>
                  <a:pt x="3634" y="40"/>
                </a:cubicBezTo>
                <a:cubicBezTo>
                  <a:pt x="3640" y="40"/>
                  <a:pt x="3646" y="42"/>
                  <a:pt x="3652" y="43"/>
                </a:cubicBezTo>
                <a:cubicBezTo>
                  <a:pt x="3646" y="48"/>
                  <a:pt x="3646" y="64"/>
                  <a:pt x="3596" y="52"/>
                </a:cubicBezTo>
                <a:moveTo>
                  <a:pt x="3646" y="32"/>
                </a:moveTo>
                <a:cubicBezTo>
                  <a:pt x="3677" y="37"/>
                  <a:pt x="3634" y="43"/>
                  <a:pt x="3621" y="36"/>
                </a:cubicBezTo>
                <a:cubicBezTo>
                  <a:pt x="3627" y="32"/>
                  <a:pt x="3627" y="35"/>
                  <a:pt x="3646" y="32"/>
                </a:cubicBezTo>
                <a:moveTo>
                  <a:pt x="3596" y="43"/>
                </a:moveTo>
                <a:cubicBezTo>
                  <a:pt x="3602" y="50"/>
                  <a:pt x="3571" y="52"/>
                  <a:pt x="3546" y="51"/>
                </a:cubicBezTo>
                <a:cubicBezTo>
                  <a:pt x="3559" y="45"/>
                  <a:pt x="3553" y="44"/>
                  <a:pt x="3578" y="37"/>
                </a:cubicBezTo>
                <a:cubicBezTo>
                  <a:pt x="3578" y="37"/>
                  <a:pt x="3578" y="45"/>
                  <a:pt x="3596" y="43"/>
                </a:cubicBezTo>
                <a:moveTo>
                  <a:pt x="3528" y="39"/>
                </a:moveTo>
                <a:cubicBezTo>
                  <a:pt x="3521" y="42"/>
                  <a:pt x="3534" y="45"/>
                  <a:pt x="3534" y="50"/>
                </a:cubicBezTo>
                <a:cubicBezTo>
                  <a:pt x="3515" y="53"/>
                  <a:pt x="3509" y="48"/>
                  <a:pt x="3490" y="51"/>
                </a:cubicBezTo>
                <a:cubicBezTo>
                  <a:pt x="3490" y="48"/>
                  <a:pt x="3490" y="47"/>
                  <a:pt x="3503" y="44"/>
                </a:cubicBezTo>
                <a:cubicBezTo>
                  <a:pt x="3490" y="44"/>
                  <a:pt x="3484" y="43"/>
                  <a:pt x="3472" y="40"/>
                </a:cubicBezTo>
                <a:cubicBezTo>
                  <a:pt x="3440" y="43"/>
                  <a:pt x="3465" y="47"/>
                  <a:pt x="3440" y="50"/>
                </a:cubicBezTo>
                <a:cubicBezTo>
                  <a:pt x="3409" y="30"/>
                  <a:pt x="3484" y="40"/>
                  <a:pt x="3528" y="39"/>
                </a:cubicBezTo>
                <a:moveTo>
                  <a:pt x="3391" y="30"/>
                </a:moveTo>
                <a:cubicBezTo>
                  <a:pt x="3422" y="27"/>
                  <a:pt x="3378" y="35"/>
                  <a:pt x="3366" y="36"/>
                </a:cubicBezTo>
                <a:cubicBezTo>
                  <a:pt x="3378" y="42"/>
                  <a:pt x="3397" y="34"/>
                  <a:pt x="3403" y="39"/>
                </a:cubicBezTo>
                <a:cubicBezTo>
                  <a:pt x="3366" y="43"/>
                  <a:pt x="3422" y="48"/>
                  <a:pt x="3391" y="51"/>
                </a:cubicBezTo>
                <a:cubicBezTo>
                  <a:pt x="3372" y="42"/>
                  <a:pt x="3347" y="36"/>
                  <a:pt x="3341" y="31"/>
                </a:cubicBezTo>
                <a:cubicBezTo>
                  <a:pt x="3359" y="26"/>
                  <a:pt x="3372" y="37"/>
                  <a:pt x="3391" y="30"/>
                </a:cubicBezTo>
                <a:moveTo>
                  <a:pt x="3303" y="36"/>
                </a:moveTo>
                <a:cubicBezTo>
                  <a:pt x="3291" y="40"/>
                  <a:pt x="3328" y="45"/>
                  <a:pt x="3297" y="50"/>
                </a:cubicBezTo>
                <a:cubicBezTo>
                  <a:pt x="3309" y="51"/>
                  <a:pt x="3316" y="48"/>
                  <a:pt x="3328" y="52"/>
                </a:cubicBezTo>
                <a:cubicBezTo>
                  <a:pt x="3341" y="51"/>
                  <a:pt x="3334" y="48"/>
                  <a:pt x="3328" y="47"/>
                </a:cubicBezTo>
                <a:cubicBezTo>
                  <a:pt x="3359" y="47"/>
                  <a:pt x="3347" y="53"/>
                  <a:pt x="3397" y="55"/>
                </a:cubicBezTo>
                <a:cubicBezTo>
                  <a:pt x="3372" y="59"/>
                  <a:pt x="3366" y="62"/>
                  <a:pt x="3384" y="66"/>
                </a:cubicBezTo>
                <a:cubicBezTo>
                  <a:pt x="3366" y="68"/>
                  <a:pt x="3347" y="70"/>
                  <a:pt x="3334" y="66"/>
                </a:cubicBezTo>
                <a:cubicBezTo>
                  <a:pt x="3359" y="64"/>
                  <a:pt x="3347" y="57"/>
                  <a:pt x="3372" y="59"/>
                </a:cubicBezTo>
                <a:cubicBezTo>
                  <a:pt x="3341" y="50"/>
                  <a:pt x="3297" y="62"/>
                  <a:pt x="3266" y="51"/>
                </a:cubicBezTo>
                <a:cubicBezTo>
                  <a:pt x="3297" y="45"/>
                  <a:pt x="3260" y="37"/>
                  <a:pt x="3303" y="36"/>
                </a:cubicBezTo>
                <a:moveTo>
                  <a:pt x="3235" y="43"/>
                </a:moveTo>
                <a:cubicBezTo>
                  <a:pt x="3241" y="52"/>
                  <a:pt x="3197" y="52"/>
                  <a:pt x="3185" y="61"/>
                </a:cubicBezTo>
                <a:cubicBezTo>
                  <a:pt x="3154" y="57"/>
                  <a:pt x="3191" y="53"/>
                  <a:pt x="3185" y="50"/>
                </a:cubicBezTo>
                <a:cubicBezTo>
                  <a:pt x="3222" y="51"/>
                  <a:pt x="3210" y="44"/>
                  <a:pt x="3235" y="43"/>
                </a:cubicBezTo>
                <a:moveTo>
                  <a:pt x="3147" y="55"/>
                </a:moveTo>
                <a:cubicBezTo>
                  <a:pt x="3129" y="62"/>
                  <a:pt x="3154" y="62"/>
                  <a:pt x="3129" y="68"/>
                </a:cubicBezTo>
                <a:cubicBezTo>
                  <a:pt x="3122" y="64"/>
                  <a:pt x="3141" y="57"/>
                  <a:pt x="3110" y="60"/>
                </a:cubicBezTo>
                <a:cubicBezTo>
                  <a:pt x="3079" y="57"/>
                  <a:pt x="3135" y="60"/>
                  <a:pt x="3147" y="55"/>
                </a:cubicBezTo>
                <a:moveTo>
                  <a:pt x="3066" y="70"/>
                </a:moveTo>
                <a:cubicBezTo>
                  <a:pt x="3091" y="65"/>
                  <a:pt x="3085" y="66"/>
                  <a:pt x="3116" y="62"/>
                </a:cubicBezTo>
                <a:cubicBezTo>
                  <a:pt x="3129" y="68"/>
                  <a:pt x="3085" y="72"/>
                  <a:pt x="3079" y="76"/>
                </a:cubicBezTo>
                <a:cubicBezTo>
                  <a:pt x="3073" y="73"/>
                  <a:pt x="3060" y="72"/>
                  <a:pt x="3048" y="74"/>
                </a:cubicBezTo>
                <a:cubicBezTo>
                  <a:pt x="3035" y="64"/>
                  <a:pt x="3017" y="70"/>
                  <a:pt x="2998" y="70"/>
                </a:cubicBezTo>
                <a:cubicBezTo>
                  <a:pt x="2973" y="64"/>
                  <a:pt x="3023" y="68"/>
                  <a:pt x="3035" y="61"/>
                </a:cubicBezTo>
                <a:cubicBezTo>
                  <a:pt x="3041" y="69"/>
                  <a:pt x="3066" y="64"/>
                  <a:pt x="3066" y="70"/>
                </a:cubicBezTo>
                <a:moveTo>
                  <a:pt x="3160" y="42"/>
                </a:moveTo>
                <a:cubicBezTo>
                  <a:pt x="3166" y="44"/>
                  <a:pt x="3147" y="44"/>
                  <a:pt x="3141" y="42"/>
                </a:cubicBezTo>
                <a:cubicBezTo>
                  <a:pt x="3141" y="45"/>
                  <a:pt x="3147" y="48"/>
                  <a:pt x="3122" y="48"/>
                </a:cubicBezTo>
                <a:cubicBezTo>
                  <a:pt x="3122" y="45"/>
                  <a:pt x="3129" y="44"/>
                  <a:pt x="3116" y="42"/>
                </a:cubicBezTo>
                <a:cubicBezTo>
                  <a:pt x="3135" y="36"/>
                  <a:pt x="3147" y="44"/>
                  <a:pt x="3160" y="42"/>
                </a:cubicBezTo>
                <a:moveTo>
                  <a:pt x="3023" y="37"/>
                </a:moveTo>
                <a:cubicBezTo>
                  <a:pt x="3048" y="42"/>
                  <a:pt x="3010" y="43"/>
                  <a:pt x="3017" y="47"/>
                </a:cubicBezTo>
                <a:cubicBezTo>
                  <a:pt x="3023" y="47"/>
                  <a:pt x="3041" y="48"/>
                  <a:pt x="3029" y="51"/>
                </a:cubicBezTo>
                <a:cubicBezTo>
                  <a:pt x="3060" y="52"/>
                  <a:pt x="3079" y="44"/>
                  <a:pt x="3116" y="51"/>
                </a:cubicBezTo>
                <a:cubicBezTo>
                  <a:pt x="3091" y="51"/>
                  <a:pt x="3048" y="55"/>
                  <a:pt x="3029" y="60"/>
                </a:cubicBezTo>
                <a:cubicBezTo>
                  <a:pt x="3004" y="55"/>
                  <a:pt x="3010" y="44"/>
                  <a:pt x="2967" y="47"/>
                </a:cubicBezTo>
                <a:cubicBezTo>
                  <a:pt x="2973" y="42"/>
                  <a:pt x="3010" y="45"/>
                  <a:pt x="3023" y="37"/>
                </a:cubicBezTo>
                <a:moveTo>
                  <a:pt x="2954" y="43"/>
                </a:moveTo>
                <a:cubicBezTo>
                  <a:pt x="2935" y="47"/>
                  <a:pt x="2917" y="47"/>
                  <a:pt x="2954" y="55"/>
                </a:cubicBezTo>
                <a:cubicBezTo>
                  <a:pt x="2942" y="60"/>
                  <a:pt x="2923" y="60"/>
                  <a:pt x="2898" y="56"/>
                </a:cubicBezTo>
                <a:cubicBezTo>
                  <a:pt x="2917" y="53"/>
                  <a:pt x="2911" y="52"/>
                  <a:pt x="2904" y="53"/>
                </a:cubicBezTo>
                <a:cubicBezTo>
                  <a:pt x="2911" y="48"/>
                  <a:pt x="2929" y="43"/>
                  <a:pt x="2923" y="37"/>
                </a:cubicBezTo>
                <a:cubicBezTo>
                  <a:pt x="2942" y="34"/>
                  <a:pt x="2929" y="45"/>
                  <a:pt x="2954" y="43"/>
                </a:cubicBezTo>
                <a:moveTo>
                  <a:pt x="2848" y="51"/>
                </a:moveTo>
                <a:cubicBezTo>
                  <a:pt x="2873" y="61"/>
                  <a:pt x="2798" y="56"/>
                  <a:pt x="2773" y="57"/>
                </a:cubicBezTo>
                <a:cubicBezTo>
                  <a:pt x="2773" y="48"/>
                  <a:pt x="2755" y="62"/>
                  <a:pt x="2730" y="55"/>
                </a:cubicBezTo>
                <a:cubicBezTo>
                  <a:pt x="2780" y="47"/>
                  <a:pt x="2805" y="61"/>
                  <a:pt x="2848" y="51"/>
                </a:cubicBezTo>
                <a:moveTo>
                  <a:pt x="2449" y="98"/>
                </a:moveTo>
                <a:cubicBezTo>
                  <a:pt x="2443" y="97"/>
                  <a:pt x="2437" y="95"/>
                  <a:pt x="2431" y="93"/>
                </a:cubicBezTo>
                <a:cubicBezTo>
                  <a:pt x="2431" y="99"/>
                  <a:pt x="2405" y="102"/>
                  <a:pt x="2381" y="103"/>
                </a:cubicBezTo>
                <a:cubicBezTo>
                  <a:pt x="2368" y="94"/>
                  <a:pt x="2443" y="95"/>
                  <a:pt x="2437" y="89"/>
                </a:cubicBezTo>
                <a:cubicBezTo>
                  <a:pt x="2462" y="87"/>
                  <a:pt x="2487" y="95"/>
                  <a:pt x="2449" y="98"/>
                </a:cubicBezTo>
                <a:moveTo>
                  <a:pt x="2624" y="65"/>
                </a:moveTo>
                <a:cubicBezTo>
                  <a:pt x="2599" y="73"/>
                  <a:pt x="2586" y="62"/>
                  <a:pt x="2561" y="68"/>
                </a:cubicBezTo>
                <a:cubicBezTo>
                  <a:pt x="2555" y="65"/>
                  <a:pt x="2568" y="62"/>
                  <a:pt x="2586" y="60"/>
                </a:cubicBezTo>
                <a:cubicBezTo>
                  <a:pt x="2611" y="61"/>
                  <a:pt x="2599" y="62"/>
                  <a:pt x="2624" y="65"/>
                </a:cubicBezTo>
                <a:moveTo>
                  <a:pt x="2748" y="39"/>
                </a:moveTo>
                <a:cubicBezTo>
                  <a:pt x="2761" y="44"/>
                  <a:pt x="2711" y="45"/>
                  <a:pt x="2705" y="48"/>
                </a:cubicBezTo>
                <a:cubicBezTo>
                  <a:pt x="2692" y="44"/>
                  <a:pt x="2692" y="40"/>
                  <a:pt x="2711" y="37"/>
                </a:cubicBezTo>
                <a:cubicBezTo>
                  <a:pt x="2699" y="45"/>
                  <a:pt x="2730" y="44"/>
                  <a:pt x="2748" y="39"/>
                </a:cubicBezTo>
                <a:moveTo>
                  <a:pt x="2337" y="103"/>
                </a:moveTo>
                <a:cubicBezTo>
                  <a:pt x="2337" y="107"/>
                  <a:pt x="2269" y="107"/>
                  <a:pt x="2275" y="102"/>
                </a:cubicBezTo>
                <a:cubicBezTo>
                  <a:pt x="2287" y="103"/>
                  <a:pt x="2306" y="103"/>
                  <a:pt x="2325" y="98"/>
                </a:cubicBezTo>
                <a:cubicBezTo>
                  <a:pt x="2337" y="99"/>
                  <a:pt x="2312" y="106"/>
                  <a:pt x="2337" y="103"/>
                </a:cubicBezTo>
                <a:moveTo>
                  <a:pt x="2424" y="77"/>
                </a:moveTo>
                <a:cubicBezTo>
                  <a:pt x="2418" y="74"/>
                  <a:pt x="2474" y="72"/>
                  <a:pt x="2437" y="70"/>
                </a:cubicBezTo>
                <a:cubicBezTo>
                  <a:pt x="2431" y="64"/>
                  <a:pt x="2468" y="72"/>
                  <a:pt x="2480" y="70"/>
                </a:cubicBezTo>
                <a:cubicBezTo>
                  <a:pt x="2493" y="65"/>
                  <a:pt x="2518" y="57"/>
                  <a:pt x="2543" y="62"/>
                </a:cubicBezTo>
                <a:cubicBezTo>
                  <a:pt x="2505" y="76"/>
                  <a:pt x="2474" y="69"/>
                  <a:pt x="2424" y="77"/>
                </a:cubicBezTo>
                <a:moveTo>
                  <a:pt x="2599" y="48"/>
                </a:moveTo>
                <a:cubicBezTo>
                  <a:pt x="2605" y="52"/>
                  <a:pt x="2561" y="56"/>
                  <a:pt x="2549" y="50"/>
                </a:cubicBezTo>
                <a:cubicBezTo>
                  <a:pt x="2568" y="45"/>
                  <a:pt x="2586" y="51"/>
                  <a:pt x="2599" y="48"/>
                </a:cubicBezTo>
                <a:moveTo>
                  <a:pt x="2231" y="99"/>
                </a:moveTo>
                <a:cubicBezTo>
                  <a:pt x="2231" y="101"/>
                  <a:pt x="2237" y="101"/>
                  <a:pt x="2243" y="99"/>
                </a:cubicBezTo>
                <a:cubicBezTo>
                  <a:pt x="2250" y="102"/>
                  <a:pt x="2237" y="102"/>
                  <a:pt x="2237" y="101"/>
                </a:cubicBezTo>
                <a:cubicBezTo>
                  <a:pt x="2219" y="103"/>
                  <a:pt x="2250" y="105"/>
                  <a:pt x="2256" y="105"/>
                </a:cubicBezTo>
                <a:cubicBezTo>
                  <a:pt x="2262" y="106"/>
                  <a:pt x="2250" y="108"/>
                  <a:pt x="2243" y="107"/>
                </a:cubicBezTo>
                <a:cubicBezTo>
                  <a:pt x="2237" y="107"/>
                  <a:pt x="2237" y="108"/>
                  <a:pt x="2243" y="110"/>
                </a:cubicBezTo>
                <a:cubicBezTo>
                  <a:pt x="2237" y="110"/>
                  <a:pt x="2231" y="108"/>
                  <a:pt x="2237" y="107"/>
                </a:cubicBezTo>
                <a:cubicBezTo>
                  <a:pt x="2225" y="105"/>
                  <a:pt x="2212" y="108"/>
                  <a:pt x="2200" y="105"/>
                </a:cubicBezTo>
                <a:cubicBezTo>
                  <a:pt x="2219" y="105"/>
                  <a:pt x="2225" y="102"/>
                  <a:pt x="2225" y="98"/>
                </a:cubicBezTo>
                <a:cubicBezTo>
                  <a:pt x="2231" y="97"/>
                  <a:pt x="2231" y="99"/>
                  <a:pt x="2231" y="99"/>
                </a:cubicBezTo>
                <a:moveTo>
                  <a:pt x="2243" y="81"/>
                </a:moveTo>
                <a:cubicBezTo>
                  <a:pt x="2243" y="78"/>
                  <a:pt x="2250" y="78"/>
                  <a:pt x="2269" y="74"/>
                </a:cubicBezTo>
                <a:cubicBezTo>
                  <a:pt x="2275" y="76"/>
                  <a:pt x="2269" y="77"/>
                  <a:pt x="2262" y="78"/>
                </a:cubicBezTo>
                <a:cubicBezTo>
                  <a:pt x="2293" y="77"/>
                  <a:pt x="2287" y="86"/>
                  <a:pt x="2325" y="82"/>
                </a:cubicBezTo>
                <a:cubicBezTo>
                  <a:pt x="2300" y="93"/>
                  <a:pt x="2281" y="74"/>
                  <a:pt x="2243" y="81"/>
                </a:cubicBezTo>
                <a:moveTo>
                  <a:pt x="2561" y="31"/>
                </a:moveTo>
                <a:cubicBezTo>
                  <a:pt x="2580" y="31"/>
                  <a:pt x="2599" y="31"/>
                  <a:pt x="2618" y="31"/>
                </a:cubicBezTo>
                <a:cubicBezTo>
                  <a:pt x="2618" y="43"/>
                  <a:pt x="2586" y="31"/>
                  <a:pt x="2561" y="34"/>
                </a:cubicBezTo>
                <a:cubicBezTo>
                  <a:pt x="2561" y="31"/>
                  <a:pt x="2549" y="28"/>
                  <a:pt x="2555" y="27"/>
                </a:cubicBezTo>
                <a:cubicBezTo>
                  <a:pt x="2549" y="20"/>
                  <a:pt x="2574" y="30"/>
                  <a:pt x="2561" y="31"/>
                </a:cubicBezTo>
                <a:moveTo>
                  <a:pt x="2150" y="94"/>
                </a:moveTo>
                <a:cubicBezTo>
                  <a:pt x="2169" y="99"/>
                  <a:pt x="2200" y="89"/>
                  <a:pt x="2219" y="94"/>
                </a:cubicBezTo>
                <a:cubicBezTo>
                  <a:pt x="2162" y="95"/>
                  <a:pt x="2175" y="107"/>
                  <a:pt x="2131" y="103"/>
                </a:cubicBezTo>
                <a:cubicBezTo>
                  <a:pt x="2137" y="101"/>
                  <a:pt x="2144" y="101"/>
                  <a:pt x="2150" y="103"/>
                </a:cubicBezTo>
                <a:cubicBezTo>
                  <a:pt x="2144" y="90"/>
                  <a:pt x="2075" y="99"/>
                  <a:pt x="2044" y="95"/>
                </a:cubicBezTo>
                <a:cubicBezTo>
                  <a:pt x="2100" y="90"/>
                  <a:pt x="2137" y="92"/>
                  <a:pt x="2162" y="87"/>
                </a:cubicBezTo>
                <a:cubicBezTo>
                  <a:pt x="2162" y="89"/>
                  <a:pt x="2156" y="92"/>
                  <a:pt x="2150" y="94"/>
                </a:cubicBezTo>
                <a:moveTo>
                  <a:pt x="2237" y="72"/>
                </a:moveTo>
                <a:cubicBezTo>
                  <a:pt x="2231" y="68"/>
                  <a:pt x="2212" y="64"/>
                  <a:pt x="2250" y="62"/>
                </a:cubicBezTo>
                <a:cubicBezTo>
                  <a:pt x="2269" y="66"/>
                  <a:pt x="2262" y="69"/>
                  <a:pt x="2237" y="72"/>
                </a:cubicBezTo>
                <a:moveTo>
                  <a:pt x="2387" y="42"/>
                </a:moveTo>
                <a:cubicBezTo>
                  <a:pt x="2393" y="48"/>
                  <a:pt x="2356" y="48"/>
                  <a:pt x="2343" y="45"/>
                </a:cubicBezTo>
                <a:cubicBezTo>
                  <a:pt x="2350" y="50"/>
                  <a:pt x="2312" y="52"/>
                  <a:pt x="2331" y="57"/>
                </a:cubicBezTo>
                <a:cubicBezTo>
                  <a:pt x="2318" y="57"/>
                  <a:pt x="2312" y="55"/>
                  <a:pt x="2300" y="57"/>
                </a:cubicBezTo>
                <a:cubicBezTo>
                  <a:pt x="2312" y="50"/>
                  <a:pt x="2343" y="42"/>
                  <a:pt x="2387" y="42"/>
                </a:cubicBezTo>
                <a:moveTo>
                  <a:pt x="1477" y="101"/>
                </a:moveTo>
                <a:cubicBezTo>
                  <a:pt x="1464" y="97"/>
                  <a:pt x="1502" y="99"/>
                  <a:pt x="1508" y="97"/>
                </a:cubicBezTo>
                <a:cubicBezTo>
                  <a:pt x="1521" y="101"/>
                  <a:pt x="1533" y="103"/>
                  <a:pt x="1508" y="106"/>
                </a:cubicBezTo>
                <a:cubicBezTo>
                  <a:pt x="1502" y="105"/>
                  <a:pt x="1489" y="98"/>
                  <a:pt x="1477" y="101"/>
                </a:cubicBezTo>
                <a:moveTo>
                  <a:pt x="1620" y="84"/>
                </a:moveTo>
                <a:cubicBezTo>
                  <a:pt x="1639" y="81"/>
                  <a:pt x="1651" y="78"/>
                  <a:pt x="1645" y="76"/>
                </a:cubicBezTo>
                <a:cubicBezTo>
                  <a:pt x="1676" y="77"/>
                  <a:pt x="1633" y="87"/>
                  <a:pt x="1626" y="92"/>
                </a:cubicBezTo>
                <a:cubicBezTo>
                  <a:pt x="1620" y="90"/>
                  <a:pt x="1614" y="89"/>
                  <a:pt x="1608" y="87"/>
                </a:cubicBezTo>
                <a:cubicBezTo>
                  <a:pt x="1620" y="86"/>
                  <a:pt x="1620" y="89"/>
                  <a:pt x="1626" y="89"/>
                </a:cubicBezTo>
                <a:cubicBezTo>
                  <a:pt x="1639" y="87"/>
                  <a:pt x="1626" y="86"/>
                  <a:pt x="1620" y="84"/>
                </a:cubicBezTo>
                <a:moveTo>
                  <a:pt x="1545" y="107"/>
                </a:moveTo>
                <a:cubicBezTo>
                  <a:pt x="1533" y="103"/>
                  <a:pt x="1552" y="101"/>
                  <a:pt x="1564" y="97"/>
                </a:cubicBezTo>
                <a:cubicBezTo>
                  <a:pt x="1583" y="103"/>
                  <a:pt x="1577" y="106"/>
                  <a:pt x="1545" y="107"/>
                </a:cubicBezTo>
                <a:moveTo>
                  <a:pt x="1695" y="84"/>
                </a:moveTo>
                <a:cubicBezTo>
                  <a:pt x="1664" y="77"/>
                  <a:pt x="1732" y="78"/>
                  <a:pt x="1714" y="76"/>
                </a:cubicBezTo>
                <a:cubicBezTo>
                  <a:pt x="1751" y="76"/>
                  <a:pt x="1720" y="84"/>
                  <a:pt x="1695" y="84"/>
                </a:cubicBezTo>
                <a:moveTo>
                  <a:pt x="1795" y="61"/>
                </a:moveTo>
                <a:cubicBezTo>
                  <a:pt x="1807" y="64"/>
                  <a:pt x="1826" y="64"/>
                  <a:pt x="1801" y="56"/>
                </a:cubicBezTo>
                <a:cubicBezTo>
                  <a:pt x="1826" y="55"/>
                  <a:pt x="1813" y="57"/>
                  <a:pt x="1826" y="61"/>
                </a:cubicBezTo>
                <a:cubicBezTo>
                  <a:pt x="1832" y="59"/>
                  <a:pt x="1826" y="57"/>
                  <a:pt x="1838" y="55"/>
                </a:cubicBezTo>
                <a:cubicBezTo>
                  <a:pt x="1832" y="60"/>
                  <a:pt x="1863" y="57"/>
                  <a:pt x="1876" y="62"/>
                </a:cubicBezTo>
                <a:cubicBezTo>
                  <a:pt x="1876" y="65"/>
                  <a:pt x="1870" y="66"/>
                  <a:pt x="1857" y="69"/>
                </a:cubicBezTo>
                <a:cubicBezTo>
                  <a:pt x="1876" y="59"/>
                  <a:pt x="1813" y="65"/>
                  <a:pt x="1813" y="69"/>
                </a:cubicBezTo>
                <a:cubicBezTo>
                  <a:pt x="1782" y="70"/>
                  <a:pt x="1807" y="64"/>
                  <a:pt x="1795" y="61"/>
                </a:cubicBezTo>
                <a:moveTo>
                  <a:pt x="1682" y="90"/>
                </a:moveTo>
                <a:cubicBezTo>
                  <a:pt x="1689" y="92"/>
                  <a:pt x="1682" y="93"/>
                  <a:pt x="1676" y="93"/>
                </a:cubicBezTo>
                <a:cubicBezTo>
                  <a:pt x="1682" y="94"/>
                  <a:pt x="1695" y="94"/>
                  <a:pt x="1701" y="97"/>
                </a:cubicBezTo>
                <a:cubicBezTo>
                  <a:pt x="1701" y="94"/>
                  <a:pt x="1707" y="93"/>
                  <a:pt x="1720" y="95"/>
                </a:cubicBezTo>
                <a:cubicBezTo>
                  <a:pt x="1689" y="99"/>
                  <a:pt x="1682" y="103"/>
                  <a:pt x="1664" y="107"/>
                </a:cubicBezTo>
                <a:cubicBezTo>
                  <a:pt x="1657" y="101"/>
                  <a:pt x="1664" y="95"/>
                  <a:pt x="1682" y="90"/>
                </a:cubicBezTo>
                <a:moveTo>
                  <a:pt x="1888" y="61"/>
                </a:moveTo>
                <a:cubicBezTo>
                  <a:pt x="1895" y="59"/>
                  <a:pt x="1907" y="59"/>
                  <a:pt x="1919" y="61"/>
                </a:cubicBezTo>
                <a:cubicBezTo>
                  <a:pt x="1913" y="62"/>
                  <a:pt x="1907" y="61"/>
                  <a:pt x="1907" y="60"/>
                </a:cubicBezTo>
                <a:cubicBezTo>
                  <a:pt x="1901" y="62"/>
                  <a:pt x="1938" y="68"/>
                  <a:pt x="1907" y="73"/>
                </a:cubicBezTo>
                <a:cubicBezTo>
                  <a:pt x="1882" y="68"/>
                  <a:pt x="1913" y="65"/>
                  <a:pt x="1888" y="61"/>
                </a:cubicBezTo>
                <a:moveTo>
                  <a:pt x="2050" y="42"/>
                </a:moveTo>
                <a:cubicBezTo>
                  <a:pt x="2063" y="44"/>
                  <a:pt x="2050" y="45"/>
                  <a:pt x="2044" y="47"/>
                </a:cubicBezTo>
                <a:cubicBezTo>
                  <a:pt x="2057" y="52"/>
                  <a:pt x="2069" y="50"/>
                  <a:pt x="2082" y="53"/>
                </a:cubicBezTo>
                <a:cubicBezTo>
                  <a:pt x="2050" y="55"/>
                  <a:pt x="2013" y="47"/>
                  <a:pt x="2050" y="42"/>
                </a:cubicBezTo>
                <a:moveTo>
                  <a:pt x="2032" y="61"/>
                </a:moveTo>
                <a:cubicBezTo>
                  <a:pt x="1969" y="64"/>
                  <a:pt x="1988" y="74"/>
                  <a:pt x="1957" y="81"/>
                </a:cubicBezTo>
                <a:cubicBezTo>
                  <a:pt x="1944" y="81"/>
                  <a:pt x="1944" y="80"/>
                  <a:pt x="1951" y="80"/>
                </a:cubicBezTo>
                <a:cubicBezTo>
                  <a:pt x="1944" y="78"/>
                  <a:pt x="1938" y="80"/>
                  <a:pt x="1932" y="80"/>
                </a:cubicBezTo>
                <a:cubicBezTo>
                  <a:pt x="1919" y="74"/>
                  <a:pt x="1963" y="72"/>
                  <a:pt x="1975" y="70"/>
                </a:cubicBezTo>
                <a:cubicBezTo>
                  <a:pt x="1963" y="69"/>
                  <a:pt x="1957" y="69"/>
                  <a:pt x="1944" y="70"/>
                </a:cubicBezTo>
                <a:cubicBezTo>
                  <a:pt x="1969" y="66"/>
                  <a:pt x="1988" y="51"/>
                  <a:pt x="2032" y="61"/>
                </a:cubicBezTo>
                <a:moveTo>
                  <a:pt x="1845" y="99"/>
                </a:moveTo>
                <a:cubicBezTo>
                  <a:pt x="1838" y="97"/>
                  <a:pt x="1851" y="98"/>
                  <a:pt x="1857" y="97"/>
                </a:cubicBezTo>
                <a:cubicBezTo>
                  <a:pt x="1832" y="95"/>
                  <a:pt x="1832" y="97"/>
                  <a:pt x="1826" y="90"/>
                </a:cubicBezTo>
                <a:cubicBezTo>
                  <a:pt x="1832" y="89"/>
                  <a:pt x="1838" y="92"/>
                  <a:pt x="1845" y="93"/>
                </a:cubicBezTo>
                <a:cubicBezTo>
                  <a:pt x="1851" y="92"/>
                  <a:pt x="1845" y="90"/>
                  <a:pt x="1845" y="90"/>
                </a:cubicBezTo>
                <a:cubicBezTo>
                  <a:pt x="1851" y="89"/>
                  <a:pt x="1863" y="92"/>
                  <a:pt x="1857" y="93"/>
                </a:cubicBezTo>
                <a:cubicBezTo>
                  <a:pt x="1857" y="94"/>
                  <a:pt x="1863" y="95"/>
                  <a:pt x="1870" y="94"/>
                </a:cubicBezTo>
                <a:cubicBezTo>
                  <a:pt x="1882" y="98"/>
                  <a:pt x="1851" y="99"/>
                  <a:pt x="1845" y="99"/>
                </a:cubicBezTo>
                <a:moveTo>
                  <a:pt x="2082" y="86"/>
                </a:moveTo>
                <a:cubicBezTo>
                  <a:pt x="2057" y="89"/>
                  <a:pt x="2038" y="89"/>
                  <a:pt x="2019" y="85"/>
                </a:cubicBezTo>
                <a:cubicBezTo>
                  <a:pt x="2038" y="82"/>
                  <a:pt x="2075" y="85"/>
                  <a:pt x="2057" y="77"/>
                </a:cubicBezTo>
                <a:cubicBezTo>
                  <a:pt x="2069" y="73"/>
                  <a:pt x="2075" y="81"/>
                  <a:pt x="2088" y="82"/>
                </a:cubicBezTo>
                <a:cubicBezTo>
                  <a:pt x="2082" y="84"/>
                  <a:pt x="2075" y="85"/>
                  <a:pt x="2082" y="86"/>
                </a:cubicBezTo>
                <a:moveTo>
                  <a:pt x="2162" y="70"/>
                </a:moveTo>
                <a:cubicBezTo>
                  <a:pt x="2150" y="65"/>
                  <a:pt x="2156" y="61"/>
                  <a:pt x="2150" y="57"/>
                </a:cubicBezTo>
                <a:cubicBezTo>
                  <a:pt x="2187" y="56"/>
                  <a:pt x="2187" y="65"/>
                  <a:pt x="2162" y="70"/>
                </a:cubicBezTo>
                <a:moveTo>
                  <a:pt x="2219" y="44"/>
                </a:moveTo>
                <a:cubicBezTo>
                  <a:pt x="2237" y="50"/>
                  <a:pt x="2212" y="52"/>
                  <a:pt x="2219" y="56"/>
                </a:cubicBezTo>
                <a:cubicBezTo>
                  <a:pt x="2206" y="57"/>
                  <a:pt x="2200" y="55"/>
                  <a:pt x="2194" y="53"/>
                </a:cubicBezTo>
                <a:cubicBezTo>
                  <a:pt x="2225" y="51"/>
                  <a:pt x="2194" y="47"/>
                  <a:pt x="2219" y="44"/>
                </a:cubicBezTo>
                <a:moveTo>
                  <a:pt x="2119" y="64"/>
                </a:moveTo>
                <a:cubicBezTo>
                  <a:pt x="2106" y="68"/>
                  <a:pt x="2088" y="72"/>
                  <a:pt x="2112" y="77"/>
                </a:cubicBezTo>
                <a:cubicBezTo>
                  <a:pt x="2082" y="77"/>
                  <a:pt x="2082" y="66"/>
                  <a:pt x="2082" y="62"/>
                </a:cubicBezTo>
                <a:cubicBezTo>
                  <a:pt x="2057" y="61"/>
                  <a:pt x="2057" y="62"/>
                  <a:pt x="2038" y="66"/>
                </a:cubicBezTo>
                <a:cubicBezTo>
                  <a:pt x="2032" y="64"/>
                  <a:pt x="2063" y="61"/>
                  <a:pt x="2050" y="57"/>
                </a:cubicBezTo>
                <a:cubicBezTo>
                  <a:pt x="2063" y="57"/>
                  <a:pt x="2100" y="65"/>
                  <a:pt x="2094" y="57"/>
                </a:cubicBezTo>
                <a:cubicBezTo>
                  <a:pt x="2112" y="55"/>
                  <a:pt x="2094" y="61"/>
                  <a:pt x="2119" y="64"/>
                </a:cubicBezTo>
                <a:moveTo>
                  <a:pt x="2169" y="37"/>
                </a:moveTo>
                <a:cubicBezTo>
                  <a:pt x="2162" y="44"/>
                  <a:pt x="2137" y="48"/>
                  <a:pt x="2106" y="53"/>
                </a:cubicBezTo>
                <a:cubicBezTo>
                  <a:pt x="2112" y="44"/>
                  <a:pt x="2137" y="39"/>
                  <a:pt x="2169" y="34"/>
                </a:cubicBezTo>
                <a:cubicBezTo>
                  <a:pt x="2175" y="36"/>
                  <a:pt x="2131" y="43"/>
                  <a:pt x="2169" y="37"/>
                </a:cubicBezTo>
                <a:moveTo>
                  <a:pt x="2069" y="48"/>
                </a:moveTo>
                <a:cubicBezTo>
                  <a:pt x="2063" y="39"/>
                  <a:pt x="2075" y="34"/>
                  <a:pt x="2094" y="30"/>
                </a:cubicBezTo>
                <a:cubicBezTo>
                  <a:pt x="2088" y="35"/>
                  <a:pt x="2106" y="40"/>
                  <a:pt x="2069" y="48"/>
                </a:cubicBezTo>
                <a:moveTo>
                  <a:pt x="2069" y="31"/>
                </a:moveTo>
                <a:cubicBezTo>
                  <a:pt x="2057" y="31"/>
                  <a:pt x="2050" y="32"/>
                  <a:pt x="2050" y="34"/>
                </a:cubicBezTo>
                <a:cubicBezTo>
                  <a:pt x="2044" y="35"/>
                  <a:pt x="2038" y="31"/>
                  <a:pt x="2025" y="34"/>
                </a:cubicBezTo>
                <a:cubicBezTo>
                  <a:pt x="2025" y="35"/>
                  <a:pt x="2025" y="36"/>
                  <a:pt x="2013" y="37"/>
                </a:cubicBezTo>
                <a:cubicBezTo>
                  <a:pt x="2000" y="34"/>
                  <a:pt x="2025" y="30"/>
                  <a:pt x="2032" y="26"/>
                </a:cubicBezTo>
                <a:cubicBezTo>
                  <a:pt x="2044" y="30"/>
                  <a:pt x="2057" y="27"/>
                  <a:pt x="2069" y="31"/>
                </a:cubicBezTo>
                <a:moveTo>
                  <a:pt x="1988" y="35"/>
                </a:moveTo>
                <a:cubicBezTo>
                  <a:pt x="1975" y="37"/>
                  <a:pt x="1969" y="36"/>
                  <a:pt x="1975" y="35"/>
                </a:cubicBezTo>
                <a:cubicBezTo>
                  <a:pt x="1975" y="32"/>
                  <a:pt x="1932" y="40"/>
                  <a:pt x="1957" y="37"/>
                </a:cubicBezTo>
                <a:cubicBezTo>
                  <a:pt x="1969" y="42"/>
                  <a:pt x="1932" y="40"/>
                  <a:pt x="1925" y="36"/>
                </a:cubicBezTo>
                <a:cubicBezTo>
                  <a:pt x="1951" y="31"/>
                  <a:pt x="1969" y="30"/>
                  <a:pt x="1988" y="35"/>
                </a:cubicBezTo>
                <a:moveTo>
                  <a:pt x="1895" y="39"/>
                </a:moveTo>
                <a:cubicBezTo>
                  <a:pt x="1882" y="48"/>
                  <a:pt x="1919" y="44"/>
                  <a:pt x="1925" y="52"/>
                </a:cubicBezTo>
                <a:cubicBezTo>
                  <a:pt x="1938" y="43"/>
                  <a:pt x="1969" y="47"/>
                  <a:pt x="2013" y="40"/>
                </a:cubicBezTo>
                <a:cubicBezTo>
                  <a:pt x="2013" y="43"/>
                  <a:pt x="2007" y="45"/>
                  <a:pt x="2013" y="47"/>
                </a:cubicBezTo>
                <a:cubicBezTo>
                  <a:pt x="1994" y="50"/>
                  <a:pt x="1951" y="45"/>
                  <a:pt x="1963" y="53"/>
                </a:cubicBezTo>
                <a:cubicBezTo>
                  <a:pt x="1957" y="55"/>
                  <a:pt x="1919" y="50"/>
                  <a:pt x="1925" y="55"/>
                </a:cubicBezTo>
                <a:cubicBezTo>
                  <a:pt x="1907" y="51"/>
                  <a:pt x="1882" y="55"/>
                  <a:pt x="1863" y="51"/>
                </a:cubicBezTo>
                <a:cubicBezTo>
                  <a:pt x="1895" y="47"/>
                  <a:pt x="1851" y="42"/>
                  <a:pt x="1895" y="39"/>
                </a:cubicBezTo>
                <a:moveTo>
                  <a:pt x="1732" y="65"/>
                </a:moveTo>
                <a:cubicBezTo>
                  <a:pt x="1720" y="65"/>
                  <a:pt x="1714" y="64"/>
                  <a:pt x="1701" y="61"/>
                </a:cubicBezTo>
                <a:cubicBezTo>
                  <a:pt x="1720" y="59"/>
                  <a:pt x="1726" y="60"/>
                  <a:pt x="1726" y="64"/>
                </a:cubicBezTo>
                <a:cubicBezTo>
                  <a:pt x="1726" y="55"/>
                  <a:pt x="1763" y="60"/>
                  <a:pt x="1770" y="57"/>
                </a:cubicBezTo>
                <a:cubicBezTo>
                  <a:pt x="1807" y="61"/>
                  <a:pt x="1757" y="60"/>
                  <a:pt x="1732" y="65"/>
                </a:cubicBezTo>
                <a:moveTo>
                  <a:pt x="1857" y="32"/>
                </a:moveTo>
                <a:cubicBezTo>
                  <a:pt x="1888" y="32"/>
                  <a:pt x="1838" y="42"/>
                  <a:pt x="1838" y="45"/>
                </a:cubicBezTo>
                <a:cubicBezTo>
                  <a:pt x="1820" y="44"/>
                  <a:pt x="1801" y="48"/>
                  <a:pt x="1782" y="43"/>
                </a:cubicBezTo>
                <a:cubicBezTo>
                  <a:pt x="1795" y="42"/>
                  <a:pt x="1801" y="40"/>
                  <a:pt x="1795" y="37"/>
                </a:cubicBezTo>
                <a:cubicBezTo>
                  <a:pt x="1820" y="45"/>
                  <a:pt x="1832" y="34"/>
                  <a:pt x="1857" y="32"/>
                </a:cubicBezTo>
                <a:moveTo>
                  <a:pt x="1695" y="61"/>
                </a:moveTo>
                <a:cubicBezTo>
                  <a:pt x="1676" y="66"/>
                  <a:pt x="1664" y="62"/>
                  <a:pt x="1651" y="65"/>
                </a:cubicBezTo>
                <a:cubicBezTo>
                  <a:pt x="1633" y="59"/>
                  <a:pt x="1682" y="57"/>
                  <a:pt x="1695" y="61"/>
                </a:cubicBezTo>
                <a:moveTo>
                  <a:pt x="1433" y="98"/>
                </a:moveTo>
                <a:cubicBezTo>
                  <a:pt x="1439" y="99"/>
                  <a:pt x="1433" y="99"/>
                  <a:pt x="1433" y="101"/>
                </a:cubicBezTo>
                <a:cubicBezTo>
                  <a:pt x="1427" y="101"/>
                  <a:pt x="1427" y="102"/>
                  <a:pt x="1433" y="103"/>
                </a:cubicBezTo>
                <a:cubicBezTo>
                  <a:pt x="1421" y="103"/>
                  <a:pt x="1396" y="93"/>
                  <a:pt x="1365" y="94"/>
                </a:cubicBezTo>
                <a:cubicBezTo>
                  <a:pt x="1365" y="87"/>
                  <a:pt x="1408" y="78"/>
                  <a:pt x="1433" y="86"/>
                </a:cubicBezTo>
                <a:cubicBezTo>
                  <a:pt x="1427" y="86"/>
                  <a:pt x="1421" y="85"/>
                  <a:pt x="1415" y="84"/>
                </a:cubicBezTo>
                <a:cubicBezTo>
                  <a:pt x="1408" y="85"/>
                  <a:pt x="1421" y="86"/>
                  <a:pt x="1421" y="87"/>
                </a:cubicBezTo>
                <a:cubicBezTo>
                  <a:pt x="1402" y="89"/>
                  <a:pt x="1390" y="87"/>
                  <a:pt x="1365" y="92"/>
                </a:cubicBezTo>
                <a:cubicBezTo>
                  <a:pt x="1377" y="94"/>
                  <a:pt x="1396" y="89"/>
                  <a:pt x="1408" y="90"/>
                </a:cubicBezTo>
                <a:cubicBezTo>
                  <a:pt x="1408" y="94"/>
                  <a:pt x="1402" y="101"/>
                  <a:pt x="1433" y="98"/>
                </a:cubicBezTo>
                <a:moveTo>
                  <a:pt x="1595" y="64"/>
                </a:moveTo>
                <a:cubicBezTo>
                  <a:pt x="1589" y="70"/>
                  <a:pt x="1583" y="61"/>
                  <a:pt x="1570" y="59"/>
                </a:cubicBezTo>
                <a:cubicBezTo>
                  <a:pt x="1589" y="55"/>
                  <a:pt x="1608" y="55"/>
                  <a:pt x="1626" y="59"/>
                </a:cubicBezTo>
                <a:cubicBezTo>
                  <a:pt x="1633" y="62"/>
                  <a:pt x="1614" y="59"/>
                  <a:pt x="1608" y="57"/>
                </a:cubicBezTo>
                <a:cubicBezTo>
                  <a:pt x="1595" y="60"/>
                  <a:pt x="1589" y="61"/>
                  <a:pt x="1595" y="64"/>
                </a:cubicBezTo>
                <a:moveTo>
                  <a:pt x="1745" y="36"/>
                </a:moveTo>
                <a:cubicBezTo>
                  <a:pt x="1776" y="23"/>
                  <a:pt x="1820" y="35"/>
                  <a:pt x="1745" y="36"/>
                </a:cubicBezTo>
                <a:moveTo>
                  <a:pt x="1726" y="28"/>
                </a:moveTo>
                <a:cubicBezTo>
                  <a:pt x="1745" y="27"/>
                  <a:pt x="1732" y="37"/>
                  <a:pt x="1732" y="42"/>
                </a:cubicBezTo>
                <a:cubicBezTo>
                  <a:pt x="1707" y="44"/>
                  <a:pt x="1726" y="36"/>
                  <a:pt x="1720" y="35"/>
                </a:cubicBezTo>
                <a:cubicBezTo>
                  <a:pt x="1695" y="31"/>
                  <a:pt x="1701" y="39"/>
                  <a:pt x="1682" y="40"/>
                </a:cubicBezTo>
                <a:cubicBezTo>
                  <a:pt x="1657" y="31"/>
                  <a:pt x="1726" y="32"/>
                  <a:pt x="1726" y="28"/>
                </a:cubicBezTo>
                <a:moveTo>
                  <a:pt x="1657" y="42"/>
                </a:moveTo>
                <a:cubicBezTo>
                  <a:pt x="1676" y="47"/>
                  <a:pt x="1664" y="52"/>
                  <a:pt x="1689" y="45"/>
                </a:cubicBezTo>
                <a:cubicBezTo>
                  <a:pt x="1707" y="53"/>
                  <a:pt x="1657" y="51"/>
                  <a:pt x="1639" y="52"/>
                </a:cubicBezTo>
                <a:cubicBezTo>
                  <a:pt x="1626" y="47"/>
                  <a:pt x="1620" y="50"/>
                  <a:pt x="1614" y="44"/>
                </a:cubicBezTo>
                <a:cubicBezTo>
                  <a:pt x="1633" y="43"/>
                  <a:pt x="1645" y="43"/>
                  <a:pt x="1657" y="42"/>
                </a:cubicBezTo>
                <a:moveTo>
                  <a:pt x="1539" y="53"/>
                </a:moveTo>
                <a:cubicBezTo>
                  <a:pt x="1552" y="57"/>
                  <a:pt x="1514" y="60"/>
                  <a:pt x="1521" y="64"/>
                </a:cubicBezTo>
                <a:cubicBezTo>
                  <a:pt x="1514" y="65"/>
                  <a:pt x="1508" y="62"/>
                  <a:pt x="1514" y="61"/>
                </a:cubicBezTo>
                <a:cubicBezTo>
                  <a:pt x="1508" y="60"/>
                  <a:pt x="1502" y="60"/>
                  <a:pt x="1502" y="61"/>
                </a:cubicBezTo>
                <a:cubicBezTo>
                  <a:pt x="1495" y="59"/>
                  <a:pt x="1502" y="59"/>
                  <a:pt x="1508" y="60"/>
                </a:cubicBezTo>
                <a:cubicBezTo>
                  <a:pt x="1533" y="57"/>
                  <a:pt x="1521" y="53"/>
                  <a:pt x="1539" y="53"/>
                </a:cubicBezTo>
                <a:moveTo>
                  <a:pt x="1190" y="95"/>
                </a:moveTo>
                <a:cubicBezTo>
                  <a:pt x="1184" y="90"/>
                  <a:pt x="1190" y="93"/>
                  <a:pt x="1171" y="97"/>
                </a:cubicBezTo>
                <a:cubicBezTo>
                  <a:pt x="1165" y="93"/>
                  <a:pt x="1165" y="90"/>
                  <a:pt x="1177" y="87"/>
                </a:cubicBezTo>
                <a:cubicBezTo>
                  <a:pt x="1202" y="87"/>
                  <a:pt x="1215" y="93"/>
                  <a:pt x="1190" y="95"/>
                </a:cubicBezTo>
                <a:moveTo>
                  <a:pt x="1340" y="69"/>
                </a:moveTo>
                <a:cubicBezTo>
                  <a:pt x="1333" y="70"/>
                  <a:pt x="1327" y="69"/>
                  <a:pt x="1327" y="68"/>
                </a:cubicBezTo>
                <a:cubicBezTo>
                  <a:pt x="1321" y="66"/>
                  <a:pt x="1315" y="68"/>
                  <a:pt x="1315" y="68"/>
                </a:cubicBezTo>
                <a:cubicBezTo>
                  <a:pt x="1296" y="66"/>
                  <a:pt x="1358" y="64"/>
                  <a:pt x="1321" y="64"/>
                </a:cubicBezTo>
                <a:cubicBezTo>
                  <a:pt x="1321" y="59"/>
                  <a:pt x="1377" y="62"/>
                  <a:pt x="1383" y="53"/>
                </a:cubicBezTo>
                <a:cubicBezTo>
                  <a:pt x="1396" y="59"/>
                  <a:pt x="1415" y="52"/>
                  <a:pt x="1427" y="59"/>
                </a:cubicBezTo>
                <a:cubicBezTo>
                  <a:pt x="1396" y="60"/>
                  <a:pt x="1340" y="60"/>
                  <a:pt x="1340" y="69"/>
                </a:cubicBezTo>
                <a:moveTo>
                  <a:pt x="1614" y="37"/>
                </a:moveTo>
                <a:cubicBezTo>
                  <a:pt x="1577" y="36"/>
                  <a:pt x="1577" y="48"/>
                  <a:pt x="1539" y="47"/>
                </a:cubicBezTo>
                <a:cubicBezTo>
                  <a:pt x="1533" y="44"/>
                  <a:pt x="1583" y="31"/>
                  <a:pt x="1583" y="37"/>
                </a:cubicBezTo>
                <a:cubicBezTo>
                  <a:pt x="1589" y="35"/>
                  <a:pt x="1602" y="32"/>
                  <a:pt x="1595" y="28"/>
                </a:cubicBezTo>
                <a:cubicBezTo>
                  <a:pt x="1626" y="27"/>
                  <a:pt x="1595" y="35"/>
                  <a:pt x="1614" y="37"/>
                </a:cubicBezTo>
                <a:moveTo>
                  <a:pt x="1471" y="37"/>
                </a:moveTo>
                <a:cubicBezTo>
                  <a:pt x="1489" y="43"/>
                  <a:pt x="1458" y="45"/>
                  <a:pt x="1477" y="51"/>
                </a:cubicBezTo>
                <a:cubicBezTo>
                  <a:pt x="1464" y="52"/>
                  <a:pt x="1464" y="50"/>
                  <a:pt x="1471" y="50"/>
                </a:cubicBezTo>
                <a:cubicBezTo>
                  <a:pt x="1458" y="45"/>
                  <a:pt x="1439" y="56"/>
                  <a:pt x="1433" y="48"/>
                </a:cubicBezTo>
                <a:cubicBezTo>
                  <a:pt x="1433" y="47"/>
                  <a:pt x="1439" y="48"/>
                  <a:pt x="1446" y="48"/>
                </a:cubicBezTo>
                <a:cubicBezTo>
                  <a:pt x="1477" y="45"/>
                  <a:pt x="1433" y="40"/>
                  <a:pt x="1471" y="37"/>
                </a:cubicBezTo>
                <a:moveTo>
                  <a:pt x="1265" y="70"/>
                </a:moveTo>
                <a:cubicBezTo>
                  <a:pt x="1265" y="74"/>
                  <a:pt x="1277" y="77"/>
                  <a:pt x="1277" y="81"/>
                </a:cubicBezTo>
                <a:cubicBezTo>
                  <a:pt x="1265" y="85"/>
                  <a:pt x="1234" y="76"/>
                  <a:pt x="1259" y="84"/>
                </a:cubicBezTo>
                <a:cubicBezTo>
                  <a:pt x="1246" y="85"/>
                  <a:pt x="1221" y="80"/>
                  <a:pt x="1246" y="86"/>
                </a:cubicBezTo>
                <a:cubicBezTo>
                  <a:pt x="1227" y="85"/>
                  <a:pt x="1196" y="86"/>
                  <a:pt x="1196" y="80"/>
                </a:cubicBezTo>
                <a:cubicBezTo>
                  <a:pt x="1240" y="85"/>
                  <a:pt x="1234" y="77"/>
                  <a:pt x="1265" y="70"/>
                </a:cubicBezTo>
                <a:moveTo>
                  <a:pt x="511" y="80"/>
                </a:moveTo>
                <a:cubicBezTo>
                  <a:pt x="473" y="78"/>
                  <a:pt x="511" y="68"/>
                  <a:pt x="467" y="77"/>
                </a:cubicBezTo>
                <a:cubicBezTo>
                  <a:pt x="461" y="72"/>
                  <a:pt x="517" y="66"/>
                  <a:pt x="554" y="61"/>
                </a:cubicBezTo>
                <a:cubicBezTo>
                  <a:pt x="561" y="65"/>
                  <a:pt x="561" y="68"/>
                  <a:pt x="567" y="70"/>
                </a:cubicBezTo>
                <a:cubicBezTo>
                  <a:pt x="529" y="72"/>
                  <a:pt x="517" y="72"/>
                  <a:pt x="511" y="80"/>
                </a:cubicBezTo>
                <a:moveTo>
                  <a:pt x="660" y="50"/>
                </a:moveTo>
                <a:cubicBezTo>
                  <a:pt x="685" y="45"/>
                  <a:pt x="660" y="57"/>
                  <a:pt x="679" y="53"/>
                </a:cubicBezTo>
                <a:cubicBezTo>
                  <a:pt x="685" y="56"/>
                  <a:pt x="667" y="57"/>
                  <a:pt x="660" y="59"/>
                </a:cubicBezTo>
                <a:cubicBezTo>
                  <a:pt x="635" y="56"/>
                  <a:pt x="667" y="53"/>
                  <a:pt x="660" y="50"/>
                </a:cubicBezTo>
                <a:moveTo>
                  <a:pt x="498" y="92"/>
                </a:moveTo>
                <a:cubicBezTo>
                  <a:pt x="467" y="87"/>
                  <a:pt x="535" y="81"/>
                  <a:pt x="548" y="87"/>
                </a:cubicBezTo>
                <a:cubicBezTo>
                  <a:pt x="529" y="92"/>
                  <a:pt x="517" y="85"/>
                  <a:pt x="498" y="92"/>
                </a:cubicBezTo>
                <a:moveTo>
                  <a:pt x="941" y="56"/>
                </a:moveTo>
                <a:cubicBezTo>
                  <a:pt x="972" y="50"/>
                  <a:pt x="941" y="50"/>
                  <a:pt x="991" y="48"/>
                </a:cubicBezTo>
                <a:cubicBezTo>
                  <a:pt x="991" y="50"/>
                  <a:pt x="984" y="50"/>
                  <a:pt x="984" y="50"/>
                </a:cubicBezTo>
                <a:cubicBezTo>
                  <a:pt x="972" y="51"/>
                  <a:pt x="984" y="52"/>
                  <a:pt x="991" y="55"/>
                </a:cubicBezTo>
                <a:cubicBezTo>
                  <a:pt x="972" y="59"/>
                  <a:pt x="960" y="53"/>
                  <a:pt x="941" y="56"/>
                </a:cubicBezTo>
                <a:moveTo>
                  <a:pt x="754" y="89"/>
                </a:moveTo>
                <a:cubicBezTo>
                  <a:pt x="766" y="90"/>
                  <a:pt x="772" y="93"/>
                  <a:pt x="779" y="94"/>
                </a:cubicBezTo>
                <a:cubicBezTo>
                  <a:pt x="754" y="99"/>
                  <a:pt x="722" y="92"/>
                  <a:pt x="754" y="89"/>
                </a:cubicBezTo>
                <a:moveTo>
                  <a:pt x="1059" y="52"/>
                </a:moveTo>
                <a:cubicBezTo>
                  <a:pt x="1072" y="59"/>
                  <a:pt x="1059" y="59"/>
                  <a:pt x="1028" y="62"/>
                </a:cubicBezTo>
                <a:cubicBezTo>
                  <a:pt x="1003" y="57"/>
                  <a:pt x="1053" y="56"/>
                  <a:pt x="1059" y="52"/>
                </a:cubicBezTo>
                <a:moveTo>
                  <a:pt x="835" y="101"/>
                </a:moveTo>
                <a:cubicBezTo>
                  <a:pt x="822" y="98"/>
                  <a:pt x="829" y="97"/>
                  <a:pt x="822" y="94"/>
                </a:cubicBezTo>
                <a:cubicBezTo>
                  <a:pt x="835" y="94"/>
                  <a:pt x="841" y="93"/>
                  <a:pt x="853" y="92"/>
                </a:cubicBezTo>
                <a:cubicBezTo>
                  <a:pt x="872" y="94"/>
                  <a:pt x="866" y="95"/>
                  <a:pt x="872" y="98"/>
                </a:cubicBezTo>
                <a:cubicBezTo>
                  <a:pt x="860" y="101"/>
                  <a:pt x="847" y="98"/>
                  <a:pt x="835" y="101"/>
                </a:cubicBezTo>
                <a:moveTo>
                  <a:pt x="885" y="93"/>
                </a:moveTo>
                <a:cubicBezTo>
                  <a:pt x="885" y="85"/>
                  <a:pt x="910" y="93"/>
                  <a:pt x="947" y="87"/>
                </a:cubicBezTo>
                <a:cubicBezTo>
                  <a:pt x="935" y="87"/>
                  <a:pt x="922" y="89"/>
                  <a:pt x="916" y="86"/>
                </a:cubicBezTo>
                <a:cubicBezTo>
                  <a:pt x="928" y="84"/>
                  <a:pt x="941" y="84"/>
                  <a:pt x="953" y="86"/>
                </a:cubicBezTo>
                <a:cubicBezTo>
                  <a:pt x="947" y="94"/>
                  <a:pt x="910" y="89"/>
                  <a:pt x="885" y="93"/>
                </a:cubicBezTo>
                <a:moveTo>
                  <a:pt x="991" y="82"/>
                </a:moveTo>
                <a:cubicBezTo>
                  <a:pt x="984" y="80"/>
                  <a:pt x="1009" y="82"/>
                  <a:pt x="1003" y="78"/>
                </a:cubicBezTo>
                <a:cubicBezTo>
                  <a:pt x="1028" y="84"/>
                  <a:pt x="1003" y="90"/>
                  <a:pt x="1009" y="97"/>
                </a:cubicBezTo>
                <a:cubicBezTo>
                  <a:pt x="991" y="93"/>
                  <a:pt x="1003" y="84"/>
                  <a:pt x="991" y="82"/>
                </a:cubicBezTo>
                <a:moveTo>
                  <a:pt x="1215" y="48"/>
                </a:moveTo>
                <a:cubicBezTo>
                  <a:pt x="1190" y="44"/>
                  <a:pt x="1240" y="39"/>
                  <a:pt x="1252" y="40"/>
                </a:cubicBezTo>
                <a:cubicBezTo>
                  <a:pt x="1265" y="47"/>
                  <a:pt x="1234" y="44"/>
                  <a:pt x="1215" y="48"/>
                </a:cubicBezTo>
                <a:moveTo>
                  <a:pt x="1427" y="37"/>
                </a:moveTo>
                <a:cubicBezTo>
                  <a:pt x="1415" y="40"/>
                  <a:pt x="1402" y="37"/>
                  <a:pt x="1390" y="40"/>
                </a:cubicBezTo>
                <a:cubicBezTo>
                  <a:pt x="1377" y="43"/>
                  <a:pt x="1421" y="36"/>
                  <a:pt x="1396" y="32"/>
                </a:cubicBezTo>
                <a:cubicBezTo>
                  <a:pt x="1408" y="31"/>
                  <a:pt x="1421" y="28"/>
                  <a:pt x="1433" y="27"/>
                </a:cubicBezTo>
                <a:cubicBezTo>
                  <a:pt x="1415" y="27"/>
                  <a:pt x="1415" y="25"/>
                  <a:pt x="1427" y="23"/>
                </a:cubicBezTo>
                <a:cubicBezTo>
                  <a:pt x="1452" y="28"/>
                  <a:pt x="1408" y="32"/>
                  <a:pt x="1427" y="37"/>
                </a:cubicBezTo>
                <a:moveTo>
                  <a:pt x="1134" y="66"/>
                </a:moveTo>
                <a:cubicBezTo>
                  <a:pt x="1153" y="65"/>
                  <a:pt x="1122" y="73"/>
                  <a:pt x="1128" y="77"/>
                </a:cubicBezTo>
                <a:cubicBezTo>
                  <a:pt x="1109" y="80"/>
                  <a:pt x="1090" y="73"/>
                  <a:pt x="1115" y="69"/>
                </a:cubicBezTo>
                <a:cubicBezTo>
                  <a:pt x="1122" y="77"/>
                  <a:pt x="1115" y="69"/>
                  <a:pt x="1134" y="66"/>
                </a:cubicBezTo>
                <a:moveTo>
                  <a:pt x="1321" y="31"/>
                </a:moveTo>
                <a:cubicBezTo>
                  <a:pt x="1358" y="32"/>
                  <a:pt x="1302" y="35"/>
                  <a:pt x="1283" y="39"/>
                </a:cubicBezTo>
                <a:cubicBezTo>
                  <a:pt x="1283" y="37"/>
                  <a:pt x="1283" y="36"/>
                  <a:pt x="1277" y="34"/>
                </a:cubicBezTo>
                <a:cubicBezTo>
                  <a:pt x="1290" y="27"/>
                  <a:pt x="1327" y="39"/>
                  <a:pt x="1321" y="31"/>
                </a:cubicBezTo>
                <a:moveTo>
                  <a:pt x="1147" y="57"/>
                </a:moveTo>
                <a:cubicBezTo>
                  <a:pt x="1134" y="62"/>
                  <a:pt x="1097" y="55"/>
                  <a:pt x="1103" y="62"/>
                </a:cubicBezTo>
                <a:cubicBezTo>
                  <a:pt x="1072" y="64"/>
                  <a:pt x="1090" y="57"/>
                  <a:pt x="1109" y="56"/>
                </a:cubicBezTo>
                <a:cubicBezTo>
                  <a:pt x="1097" y="53"/>
                  <a:pt x="1084" y="57"/>
                  <a:pt x="1072" y="52"/>
                </a:cubicBezTo>
                <a:cubicBezTo>
                  <a:pt x="1084" y="50"/>
                  <a:pt x="1097" y="52"/>
                  <a:pt x="1084" y="53"/>
                </a:cubicBezTo>
                <a:cubicBezTo>
                  <a:pt x="1115" y="56"/>
                  <a:pt x="1122" y="48"/>
                  <a:pt x="1140" y="50"/>
                </a:cubicBezTo>
                <a:cubicBezTo>
                  <a:pt x="1147" y="52"/>
                  <a:pt x="1122" y="53"/>
                  <a:pt x="1147" y="57"/>
                </a:cubicBezTo>
                <a:moveTo>
                  <a:pt x="1209" y="23"/>
                </a:moveTo>
                <a:cubicBezTo>
                  <a:pt x="1227" y="22"/>
                  <a:pt x="1240" y="22"/>
                  <a:pt x="1252" y="20"/>
                </a:cubicBezTo>
                <a:cubicBezTo>
                  <a:pt x="1277" y="31"/>
                  <a:pt x="1215" y="26"/>
                  <a:pt x="1209" y="37"/>
                </a:cubicBezTo>
                <a:cubicBezTo>
                  <a:pt x="1184" y="37"/>
                  <a:pt x="1184" y="35"/>
                  <a:pt x="1184" y="30"/>
                </a:cubicBezTo>
                <a:cubicBezTo>
                  <a:pt x="1177" y="34"/>
                  <a:pt x="1171" y="34"/>
                  <a:pt x="1165" y="31"/>
                </a:cubicBezTo>
                <a:cubicBezTo>
                  <a:pt x="1184" y="30"/>
                  <a:pt x="1209" y="28"/>
                  <a:pt x="1227" y="27"/>
                </a:cubicBezTo>
                <a:cubicBezTo>
                  <a:pt x="1234" y="25"/>
                  <a:pt x="1221" y="26"/>
                  <a:pt x="1209" y="23"/>
                </a:cubicBezTo>
                <a:moveTo>
                  <a:pt x="1153" y="40"/>
                </a:moveTo>
                <a:cubicBezTo>
                  <a:pt x="1134" y="42"/>
                  <a:pt x="1103" y="40"/>
                  <a:pt x="1103" y="36"/>
                </a:cubicBezTo>
                <a:cubicBezTo>
                  <a:pt x="1122" y="32"/>
                  <a:pt x="1153" y="36"/>
                  <a:pt x="1153" y="40"/>
                </a:cubicBezTo>
                <a:moveTo>
                  <a:pt x="1053" y="44"/>
                </a:moveTo>
                <a:cubicBezTo>
                  <a:pt x="1022" y="39"/>
                  <a:pt x="1065" y="36"/>
                  <a:pt x="1053" y="32"/>
                </a:cubicBezTo>
                <a:cubicBezTo>
                  <a:pt x="1065" y="31"/>
                  <a:pt x="1065" y="42"/>
                  <a:pt x="1053" y="44"/>
                </a:cubicBezTo>
                <a:moveTo>
                  <a:pt x="747" y="82"/>
                </a:moveTo>
                <a:cubicBezTo>
                  <a:pt x="754" y="86"/>
                  <a:pt x="741" y="84"/>
                  <a:pt x="735" y="82"/>
                </a:cubicBezTo>
                <a:cubicBezTo>
                  <a:pt x="710" y="87"/>
                  <a:pt x="710" y="102"/>
                  <a:pt x="667" y="92"/>
                </a:cubicBezTo>
                <a:cubicBezTo>
                  <a:pt x="704" y="89"/>
                  <a:pt x="698" y="85"/>
                  <a:pt x="710" y="80"/>
                </a:cubicBezTo>
                <a:cubicBezTo>
                  <a:pt x="722" y="77"/>
                  <a:pt x="735" y="84"/>
                  <a:pt x="747" y="82"/>
                </a:cubicBezTo>
                <a:moveTo>
                  <a:pt x="853" y="57"/>
                </a:moveTo>
                <a:cubicBezTo>
                  <a:pt x="847" y="59"/>
                  <a:pt x="853" y="59"/>
                  <a:pt x="853" y="60"/>
                </a:cubicBezTo>
                <a:cubicBezTo>
                  <a:pt x="816" y="59"/>
                  <a:pt x="872" y="56"/>
                  <a:pt x="878" y="52"/>
                </a:cubicBezTo>
                <a:cubicBezTo>
                  <a:pt x="903" y="56"/>
                  <a:pt x="872" y="60"/>
                  <a:pt x="853" y="57"/>
                </a:cubicBezTo>
                <a:moveTo>
                  <a:pt x="997" y="37"/>
                </a:moveTo>
                <a:cubicBezTo>
                  <a:pt x="978" y="39"/>
                  <a:pt x="966" y="42"/>
                  <a:pt x="953" y="44"/>
                </a:cubicBezTo>
                <a:cubicBezTo>
                  <a:pt x="941" y="39"/>
                  <a:pt x="972" y="35"/>
                  <a:pt x="972" y="31"/>
                </a:cubicBezTo>
                <a:cubicBezTo>
                  <a:pt x="997" y="32"/>
                  <a:pt x="978" y="34"/>
                  <a:pt x="997" y="37"/>
                </a:cubicBezTo>
                <a:moveTo>
                  <a:pt x="735" y="70"/>
                </a:moveTo>
                <a:cubicBezTo>
                  <a:pt x="754" y="72"/>
                  <a:pt x="754" y="65"/>
                  <a:pt x="779" y="68"/>
                </a:cubicBezTo>
                <a:cubicBezTo>
                  <a:pt x="785" y="76"/>
                  <a:pt x="741" y="73"/>
                  <a:pt x="722" y="77"/>
                </a:cubicBezTo>
                <a:cubicBezTo>
                  <a:pt x="716" y="74"/>
                  <a:pt x="710" y="73"/>
                  <a:pt x="704" y="70"/>
                </a:cubicBezTo>
                <a:cubicBezTo>
                  <a:pt x="716" y="66"/>
                  <a:pt x="722" y="64"/>
                  <a:pt x="729" y="62"/>
                </a:cubicBezTo>
                <a:cubicBezTo>
                  <a:pt x="754" y="60"/>
                  <a:pt x="722" y="68"/>
                  <a:pt x="735" y="70"/>
                </a:cubicBezTo>
                <a:moveTo>
                  <a:pt x="772" y="47"/>
                </a:moveTo>
                <a:cubicBezTo>
                  <a:pt x="797" y="52"/>
                  <a:pt x="772" y="56"/>
                  <a:pt x="772" y="60"/>
                </a:cubicBezTo>
                <a:cubicBezTo>
                  <a:pt x="766" y="60"/>
                  <a:pt x="766" y="59"/>
                  <a:pt x="766" y="57"/>
                </a:cubicBezTo>
                <a:cubicBezTo>
                  <a:pt x="760" y="57"/>
                  <a:pt x="747" y="57"/>
                  <a:pt x="735" y="59"/>
                </a:cubicBezTo>
                <a:cubicBezTo>
                  <a:pt x="729" y="55"/>
                  <a:pt x="747" y="51"/>
                  <a:pt x="772" y="47"/>
                </a:cubicBezTo>
                <a:moveTo>
                  <a:pt x="673" y="66"/>
                </a:moveTo>
                <a:cubicBezTo>
                  <a:pt x="654" y="72"/>
                  <a:pt x="642" y="80"/>
                  <a:pt x="617" y="81"/>
                </a:cubicBezTo>
                <a:cubicBezTo>
                  <a:pt x="617" y="74"/>
                  <a:pt x="598" y="68"/>
                  <a:pt x="635" y="62"/>
                </a:cubicBezTo>
                <a:cubicBezTo>
                  <a:pt x="660" y="62"/>
                  <a:pt x="648" y="69"/>
                  <a:pt x="673" y="66"/>
                </a:cubicBezTo>
                <a:moveTo>
                  <a:pt x="916" y="19"/>
                </a:moveTo>
                <a:cubicBezTo>
                  <a:pt x="903" y="22"/>
                  <a:pt x="897" y="20"/>
                  <a:pt x="903" y="19"/>
                </a:cubicBezTo>
                <a:cubicBezTo>
                  <a:pt x="891" y="18"/>
                  <a:pt x="866" y="22"/>
                  <a:pt x="853" y="23"/>
                </a:cubicBezTo>
                <a:cubicBezTo>
                  <a:pt x="835" y="18"/>
                  <a:pt x="897" y="11"/>
                  <a:pt x="916" y="19"/>
                </a:cubicBezTo>
                <a:moveTo>
                  <a:pt x="835" y="25"/>
                </a:moveTo>
                <a:cubicBezTo>
                  <a:pt x="835" y="31"/>
                  <a:pt x="810" y="34"/>
                  <a:pt x="816" y="37"/>
                </a:cubicBezTo>
                <a:cubicBezTo>
                  <a:pt x="803" y="40"/>
                  <a:pt x="791" y="43"/>
                  <a:pt x="772" y="44"/>
                </a:cubicBezTo>
                <a:cubicBezTo>
                  <a:pt x="760" y="43"/>
                  <a:pt x="760" y="40"/>
                  <a:pt x="772" y="37"/>
                </a:cubicBezTo>
                <a:cubicBezTo>
                  <a:pt x="779" y="39"/>
                  <a:pt x="772" y="40"/>
                  <a:pt x="772" y="40"/>
                </a:cubicBezTo>
                <a:cubicBezTo>
                  <a:pt x="797" y="42"/>
                  <a:pt x="810" y="23"/>
                  <a:pt x="797" y="27"/>
                </a:cubicBezTo>
                <a:cubicBezTo>
                  <a:pt x="791" y="25"/>
                  <a:pt x="816" y="23"/>
                  <a:pt x="810" y="20"/>
                </a:cubicBezTo>
                <a:cubicBezTo>
                  <a:pt x="822" y="19"/>
                  <a:pt x="816" y="23"/>
                  <a:pt x="835" y="25"/>
                </a:cubicBezTo>
                <a:moveTo>
                  <a:pt x="747" y="31"/>
                </a:moveTo>
                <a:cubicBezTo>
                  <a:pt x="766" y="35"/>
                  <a:pt x="729" y="37"/>
                  <a:pt x="741" y="42"/>
                </a:cubicBezTo>
                <a:cubicBezTo>
                  <a:pt x="722" y="43"/>
                  <a:pt x="716" y="32"/>
                  <a:pt x="747" y="31"/>
                </a:cubicBezTo>
                <a:moveTo>
                  <a:pt x="660" y="44"/>
                </a:moveTo>
                <a:cubicBezTo>
                  <a:pt x="660" y="40"/>
                  <a:pt x="679" y="36"/>
                  <a:pt x="698" y="34"/>
                </a:cubicBezTo>
                <a:cubicBezTo>
                  <a:pt x="729" y="40"/>
                  <a:pt x="685" y="42"/>
                  <a:pt x="660" y="44"/>
                </a:cubicBezTo>
                <a:moveTo>
                  <a:pt x="280" y="72"/>
                </a:moveTo>
                <a:cubicBezTo>
                  <a:pt x="255" y="74"/>
                  <a:pt x="230" y="74"/>
                  <a:pt x="212" y="69"/>
                </a:cubicBezTo>
                <a:cubicBezTo>
                  <a:pt x="205" y="73"/>
                  <a:pt x="193" y="77"/>
                  <a:pt x="212" y="81"/>
                </a:cubicBezTo>
                <a:cubicBezTo>
                  <a:pt x="174" y="85"/>
                  <a:pt x="180" y="86"/>
                  <a:pt x="149" y="86"/>
                </a:cubicBezTo>
                <a:cubicBezTo>
                  <a:pt x="168" y="78"/>
                  <a:pt x="193" y="77"/>
                  <a:pt x="168" y="66"/>
                </a:cubicBezTo>
                <a:cubicBezTo>
                  <a:pt x="224" y="65"/>
                  <a:pt x="199" y="53"/>
                  <a:pt x="218" y="47"/>
                </a:cubicBezTo>
                <a:cubicBezTo>
                  <a:pt x="224" y="52"/>
                  <a:pt x="236" y="59"/>
                  <a:pt x="212" y="64"/>
                </a:cubicBezTo>
                <a:cubicBezTo>
                  <a:pt x="212" y="62"/>
                  <a:pt x="205" y="62"/>
                  <a:pt x="199" y="64"/>
                </a:cubicBezTo>
                <a:cubicBezTo>
                  <a:pt x="205" y="64"/>
                  <a:pt x="212" y="65"/>
                  <a:pt x="212" y="66"/>
                </a:cubicBezTo>
                <a:cubicBezTo>
                  <a:pt x="224" y="69"/>
                  <a:pt x="236" y="64"/>
                  <a:pt x="249" y="65"/>
                </a:cubicBezTo>
                <a:cubicBezTo>
                  <a:pt x="255" y="62"/>
                  <a:pt x="261" y="60"/>
                  <a:pt x="249" y="57"/>
                </a:cubicBezTo>
                <a:cubicBezTo>
                  <a:pt x="267" y="55"/>
                  <a:pt x="286" y="52"/>
                  <a:pt x="305" y="48"/>
                </a:cubicBezTo>
                <a:cubicBezTo>
                  <a:pt x="342" y="57"/>
                  <a:pt x="261" y="61"/>
                  <a:pt x="280" y="72"/>
                </a:cubicBezTo>
                <a:moveTo>
                  <a:pt x="399" y="64"/>
                </a:moveTo>
                <a:cubicBezTo>
                  <a:pt x="392" y="62"/>
                  <a:pt x="386" y="65"/>
                  <a:pt x="380" y="65"/>
                </a:cubicBezTo>
                <a:cubicBezTo>
                  <a:pt x="355" y="53"/>
                  <a:pt x="455" y="64"/>
                  <a:pt x="405" y="70"/>
                </a:cubicBezTo>
                <a:cubicBezTo>
                  <a:pt x="399" y="68"/>
                  <a:pt x="405" y="66"/>
                  <a:pt x="399" y="64"/>
                </a:cubicBezTo>
                <a:moveTo>
                  <a:pt x="604" y="37"/>
                </a:moveTo>
                <a:cubicBezTo>
                  <a:pt x="592" y="28"/>
                  <a:pt x="660" y="35"/>
                  <a:pt x="648" y="26"/>
                </a:cubicBezTo>
                <a:cubicBezTo>
                  <a:pt x="673" y="30"/>
                  <a:pt x="704" y="16"/>
                  <a:pt x="722" y="25"/>
                </a:cubicBezTo>
                <a:cubicBezTo>
                  <a:pt x="698" y="27"/>
                  <a:pt x="704" y="26"/>
                  <a:pt x="691" y="31"/>
                </a:cubicBezTo>
                <a:cubicBezTo>
                  <a:pt x="685" y="23"/>
                  <a:pt x="642" y="35"/>
                  <a:pt x="623" y="42"/>
                </a:cubicBezTo>
                <a:cubicBezTo>
                  <a:pt x="592" y="37"/>
                  <a:pt x="579" y="40"/>
                  <a:pt x="535" y="35"/>
                </a:cubicBezTo>
                <a:cubicBezTo>
                  <a:pt x="561" y="32"/>
                  <a:pt x="579" y="32"/>
                  <a:pt x="604" y="37"/>
                </a:cubicBezTo>
                <a:moveTo>
                  <a:pt x="498" y="57"/>
                </a:moveTo>
                <a:cubicBezTo>
                  <a:pt x="473" y="50"/>
                  <a:pt x="542" y="50"/>
                  <a:pt x="561" y="47"/>
                </a:cubicBezTo>
                <a:cubicBezTo>
                  <a:pt x="573" y="55"/>
                  <a:pt x="517" y="52"/>
                  <a:pt x="498" y="57"/>
                </a:cubicBezTo>
                <a:moveTo>
                  <a:pt x="523" y="42"/>
                </a:moveTo>
                <a:cubicBezTo>
                  <a:pt x="504" y="42"/>
                  <a:pt x="486" y="47"/>
                  <a:pt x="473" y="45"/>
                </a:cubicBezTo>
                <a:cubicBezTo>
                  <a:pt x="455" y="40"/>
                  <a:pt x="498" y="34"/>
                  <a:pt x="511" y="34"/>
                </a:cubicBezTo>
                <a:cubicBezTo>
                  <a:pt x="511" y="36"/>
                  <a:pt x="517" y="39"/>
                  <a:pt x="523" y="42"/>
                </a:cubicBezTo>
                <a:moveTo>
                  <a:pt x="567" y="16"/>
                </a:moveTo>
                <a:cubicBezTo>
                  <a:pt x="579" y="22"/>
                  <a:pt x="567" y="28"/>
                  <a:pt x="542" y="28"/>
                </a:cubicBezTo>
                <a:cubicBezTo>
                  <a:pt x="535" y="25"/>
                  <a:pt x="542" y="20"/>
                  <a:pt x="567" y="16"/>
                </a:cubicBezTo>
                <a:moveTo>
                  <a:pt x="430" y="73"/>
                </a:moveTo>
                <a:cubicBezTo>
                  <a:pt x="442" y="65"/>
                  <a:pt x="430" y="64"/>
                  <a:pt x="423" y="57"/>
                </a:cubicBezTo>
                <a:cubicBezTo>
                  <a:pt x="417" y="52"/>
                  <a:pt x="373" y="57"/>
                  <a:pt x="386" y="52"/>
                </a:cubicBezTo>
                <a:cubicBezTo>
                  <a:pt x="423" y="43"/>
                  <a:pt x="523" y="62"/>
                  <a:pt x="430" y="73"/>
                </a:cubicBezTo>
                <a:moveTo>
                  <a:pt x="448" y="42"/>
                </a:moveTo>
                <a:cubicBezTo>
                  <a:pt x="436" y="44"/>
                  <a:pt x="361" y="48"/>
                  <a:pt x="349" y="53"/>
                </a:cubicBezTo>
                <a:cubicBezTo>
                  <a:pt x="342" y="48"/>
                  <a:pt x="367" y="44"/>
                  <a:pt x="392" y="39"/>
                </a:cubicBezTo>
                <a:cubicBezTo>
                  <a:pt x="411" y="40"/>
                  <a:pt x="430" y="43"/>
                  <a:pt x="448" y="42"/>
                </a:cubicBezTo>
                <a:moveTo>
                  <a:pt x="473" y="32"/>
                </a:moveTo>
                <a:cubicBezTo>
                  <a:pt x="436" y="32"/>
                  <a:pt x="436" y="34"/>
                  <a:pt x="405" y="36"/>
                </a:cubicBezTo>
                <a:cubicBezTo>
                  <a:pt x="392" y="34"/>
                  <a:pt x="411" y="32"/>
                  <a:pt x="405" y="30"/>
                </a:cubicBezTo>
                <a:cubicBezTo>
                  <a:pt x="386" y="28"/>
                  <a:pt x="361" y="43"/>
                  <a:pt x="330" y="35"/>
                </a:cubicBezTo>
                <a:cubicBezTo>
                  <a:pt x="373" y="30"/>
                  <a:pt x="367" y="25"/>
                  <a:pt x="399" y="19"/>
                </a:cubicBezTo>
                <a:cubicBezTo>
                  <a:pt x="411" y="27"/>
                  <a:pt x="430" y="30"/>
                  <a:pt x="473" y="32"/>
                </a:cubicBezTo>
                <a:moveTo>
                  <a:pt x="311" y="32"/>
                </a:moveTo>
                <a:cubicBezTo>
                  <a:pt x="286" y="42"/>
                  <a:pt x="355" y="43"/>
                  <a:pt x="330" y="47"/>
                </a:cubicBezTo>
                <a:cubicBezTo>
                  <a:pt x="317" y="42"/>
                  <a:pt x="299" y="47"/>
                  <a:pt x="292" y="42"/>
                </a:cubicBezTo>
                <a:cubicBezTo>
                  <a:pt x="280" y="45"/>
                  <a:pt x="280" y="50"/>
                  <a:pt x="249" y="52"/>
                </a:cubicBezTo>
                <a:cubicBezTo>
                  <a:pt x="249" y="42"/>
                  <a:pt x="255" y="35"/>
                  <a:pt x="311" y="32"/>
                </a:cubicBezTo>
                <a:moveTo>
                  <a:pt x="386" y="16"/>
                </a:moveTo>
                <a:cubicBezTo>
                  <a:pt x="386" y="22"/>
                  <a:pt x="330" y="19"/>
                  <a:pt x="311" y="28"/>
                </a:cubicBezTo>
                <a:cubicBezTo>
                  <a:pt x="299" y="26"/>
                  <a:pt x="286" y="30"/>
                  <a:pt x="274" y="26"/>
                </a:cubicBezTo>
                <a:cubicBezTo>
                  <a:pt x="292" y="22"/>
                  <a:pt x="330" y="26"/>
                  <a:pt x="305" y="18"/>
                </a:cubicBezTo>
                <a:cubicBezTo>
                  <a:pt x="336" y="13"/>
                  <a:pt x="361" y="18"/>
                  <a:pt x="386" y="16"/>
                </a:cubicBezTo>
              </a:path>
            </a:pathLst>
          </a:custGeom>
          <a:solidFill>
            <a:srgbClr val="5F7797">
              <a:alpha val="100000"/>
            </a:srgbClr>
          </a:solidFill>
          <a:ln w="0" cap="flat">
            <a:noFill/>
            <a:prstDash val="solid"/>
            <a:miter lim="0"/>
          </a:ln>
        </p:spPr>
        <p:txBody>
          <a:bodyPr rtlCol="0"/>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box 84"/>
          <p:cNvSpPr/>
          <p:nvPr/>
        </p:nvSpPr>
        <p:spPr>
          <a:xfrm>
            <a:off x="276402" y="178383"/>
            <a:ext cx="6913880" cy="9182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6000"/>
              </a:lnSpc>
            </a:pPr>
            <a:endParaRPr sz="1600" dirty="0">
              <a:latin typeface="Arial" panose="020B0604020202020204"/>
              <a:ea typeface="Arial" panose="020B0604020202020204"/>
              <a:cs typeface="Arial" panose="020B0604020202020204"/>
            </a:endParaRPr>
          </a:p>
          <a:p>
            <a:pPr algn="r" rtl="0" eaLnBrk="0">
              <a:lnSpc>
                <a:spcPct val="97000"/>
              </a:lnSpc>
              <a:spcBef>
                <a:spcPts val="0"/>
              </a:spcBef>
            </a:pPr>
            <a:r>
              <a:rPr sz="3000" b="1" kern="0" spc="-20" dirty="0">
                <a:solidFill>
                  <a:srgbClr val="5F7797">
                    <a:alpha val="100000"/>
                  </a:srgbClr>
                </a:solidFill>
                <a:latin typeface="Arial" panose="020B0604020202020204"/>
                <a:ea typeface="Arial" panose="020B0604020202020204"/>
                <a:cs typeface="Arial" panose="020B0604020202020204"/>
              </a:rPr>
              <a:t>2.1 </a:t>
            </a:r>
            <a:r>
              <a:rPr sz="3000" b="1"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基本原理</a:t>
            </a:r>
            <a:endParaRPr sz="3000" dirty="0">
              <a:latin typeface="微软雅黑" panose="020B0503020204020204" charset="-122"/>
              <a:ea typeface="微软雅黑" panose="020B0503020204020204" charset="-122"/>
              <a:cs typeface="微软雅黑" panose="020B0503020204020204" charset="-122"/>
            </a:endParaRPr>
          </a:p>
        </p:txBody>
      </p:sp>
      <p:sp>
        <p:nvSpPr>
          <p:cNvPr id="86" name="textbox 86"/>
          <p:cNvSpPr/>
          <p:nvPr/>
        </p:nvSpPr>
        <p:spPr>
          <a:xfrm>
            <a:off x="3646684" y="5515451"/>
            <a:ext cx="5312409" cy="322579"/>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algn="r" rtl="0" eaLnBrk="0">
              <a:lnSpc>
                <a:spcPct val="97000"/>
              </a:lnSpc>
            </a:pPr>
            <a:r>
              <a:rPr sz="2000" kern="0" spc="-70" dirty="0">
                <a:solidFill>
                  <a:srgbClr val="5F7797">
                    <a:alpha val="100000"/>
                  </a:srgbClr>
                </a:solidFill>
                <a:latin typeface="微软雅黑" panose="020B0503020204020204" charset="-122"/>
                <a:ea typeface="微软雅黑" panose="020B0503020204020204" charset="-122"/>
                <a:cs typeface="微软雅黑" panose="020B0503020204020204" charset="-122"/>
              </a:rPr>
              <a:t>对每个个体都进行上述的进化，然后择优录取。</a:t>
            </a:r>
            <a:endParaRPr sz="2000" dirty="0">
              <a:latin typeface="微软雅黑" panose="020B0503020204020204" charset="-122"/>
              <a:ea typeface="微软雅黑" panose="020B0503020204020204" charset="-122"/>
              <a:cs typeface="微软雅黑" panose="020B0503020204020204" charset="-122"/>
            </a:endParaRPr>
          </a:p>
        </p:txBody>
      </p:sp>
      <p:pic>
        <p:nvPicPr>
          <p:cNvPr id="88" name="picture 88"/>
          <p:cNvPicPr>
            <a:picLocks noChangeAspect="1"/>
          </p:cNvPicPr>
          <p:nvPr/>
        </p:nvPicPr>
        <p:blipFill>
          <a:blip r:embed="rId3"/>
          <a:stretch>
            <a:fillRect/>
          </a:stretch>
        </p:blipFill>
        <p:spPr>
          <a:xfrm rot="21600000">
            <a:off x="1253540" y="1838706"/>
            <a:ext cx="425359" cy="2245738"/>
          </a:xfrm>
          <a:prstGeom prst="rect">
            <a:avLst/>
          </a:prstGeom>
        </p:spPr>
      </p:pic>
      <p:graphicFrame>
        <p:nvGraphicFramePr>
          <p:cNvPr id="90" name="table 90"/>
          <p:cNvGraphicFramePr>
            <a:graphicFrameLocks noGrp="1"/>
          </p:cNvGraphicFramePr>
          <p:nvPr/>
        </p:nvGraphicFramePr>
        <p:xfrm>
          <a:off x="1247190" y="1832355"/>
          <a:ext cx="431165" cy="2251704"/>
        </p:xfrm>
        <a:graphic>
          <a:graphicData uri="http://schemas.openxmlformats.org/drawingml/2006/table">
            <a:tbl>
              <a:tblPr/>
              <a:tblGrid>
                <a:gridCol w="431165">
                  <a:extLst>
                    <a:ext uri="{9D8B030D-6E8A-4147-A177-3AD203B41FA5}">
                      <a16:colId xmlns:a16="http://schemas.microsoft.com/office/drawing/2014/main" val="20000"/>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15570" algn="l" rtl="0" eaLnBrk="0">
                        <a:lnSpc>
                          <a:spcPct val="80000"/>
                        </a:lnSpc>
                        <a:spcBef>
                          <a:spcPts val="0"/>
                        </a:spcBef>
                      </a:pPr>
                      <a:r>
                        <a:rPr sz="1800" kern="0" spc="-10" dirty="0">
                          <a:solidFill>
                            <a:srgbClr val="000000">
                              <a:alpha val="100000"/>
                            </a:srgbClr>
                          </a:solidFill>
                          <a:latin typeface="Arial" panose="020B0604020202020204"/>
                          <a:ea typeface="Arial" panose="020B0604020202020204"/>
                          <a:cs typeface="Arial" panose="020B0604020202020204"/>
                        </a:rPr>
                        <a:t>A</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32715" algn="l" rtl="0" eaLnBrk="0">
                        <a:lnSpc>
                          <a:spcPct val="80000"/>
                        </a:lnSpc>
                        <a:spcBef>
                          <a:spcPts val="0"/>
                        </a:spcBef>
                      </a:pPr>
                      <a:r>
                        <a:rPr sz="1800" kern="0" spc="-10" dirty="0">
                          <a:solidFill>
                            <a:srgbClr val="000000">
                              <a:alpha val="100000"/>
                            </a:srgbClr>
                          </a:solidFill>
                          <a:latin typeface="Arial" panose="020B0604020202020204"/>
                          <a:ea typeface="Arial" panose="020B0604020202020204"/>
                          <a:cs typeface="Arial" panose="020B0604020202020204"/>
                        </a:rPr>
                        <a:t>B</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65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92" name="picture 92"/>
          <p:cNvPicPr>
            <a:picLocks noChangeAspect="1"/>
          </p:cNvPicPr>
          <p:nvPr/>
        </p:nvPicPr>
        <p:blipFill>
          <a:blip r:embed="rId4"/>
          <a:stretch>
            <a:fillRect/>
          </a:stretch>
        </p:blipFill>
        <p:spPr>
          <a:xfrm rot="21600000">
            <a:off x="8042909" y="1852041"/>
            <a:ext cx="425411" cy="2244620"/>
          </a:xfrm>
          <a:prstGeom prst="rect">
            <a:avLst/>
          </a:prstGeom>
        </p:spPr>
      </p:pic>
      <p:graphicFrame>
        <p:nvGraphicFramePr>
          <p:cNvPr id="94" name="table 94"/>
          <p:cNvGraphicFramePr>
            <a:graphicFrameLocks noGrp="1"/>
          </p:cNvGraphicFramePr>
          <p:nvPr/>
        </p:nvGraphicFramePr>
        <p:xfrm>
          <a:off x="8036559" y="1845690"/>
          <a:ext cx="431165" cy="2250435"/>
        </p:xfrm>
        <a:graphic>
          <a:graphicData uri="http://schemas.openxmlformats.org/drawingml/2006/table">
            <a:tbl>
              <a:tblPr/>
              <a:tblGrid>
                <a:gridCol w="431165">
                  <a:extLst>
                    <a:ext uri="{9D8B030D-6E8A-4147-A177-3AD203B41FA5}">
                      <a16:colId xmlns:a16="http://schemas.microsoft.com/office/drawing/2014/main" val="20000"/>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33350" algn="l" rtl="0" eaLnBrk="0">
                        <a:lnSpc>
                          <a:spcPct val="80000"/>
                        </a:lnSpc>
                        <a:spcBef>
                          <a:spcPts val="0"/>
                        </a:spcBef>
                      </a:pPr>
                      <a:r>
                        <a:rPr sz="1800" kern="0" spc="-10" dirty="0">
                          <a:solidFill>
                            <a:srgbClr val="000000">
                              <a:alpha val="100000"/>
                            </a:srgbClr>
                          </a:solidFill>
                          <a:latin typeface="Arial" panose="020B0604020202020204"/>
                          <a:ea typeface="Arial" panose="020B0604020202020204"/>
                          <a:cs typeface="Arial" panose="020B0604020202020204"/>
                        </a:rPr>
                        <a:t>B</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529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96" name="picture 96"/>
          <p:cNvPicPr>
            <a:picLocks noChangeAspect="1"/>
          </p:cNvPicPr>
          <p:nvPr/>
        </p:nvPicPr>
        <p:blipFill>
          <a:blip r:embed="rId5"/>
          <a:stretch>
            <a:fillRect/>
          </a:stretch>
        </p:blipFill>
        <p:spPr>
          <a:xfrm rot="21600000">
            <a:off x="7439786" y="1852041"/>
            <a:ext cx="425029" cy="2244620"/>
          </a:xfrm>
          <a:prstGeom prst="rect">
            <a:avLst/>
          </a:prstGeom>
        </p:spPr>
      </p:pic>
      <p:graphicFrame>
        <p:nvGraphicFramePr>
          <p:cNvPr id="98" name="table 98"/>
          <p:cNvGraphicFramePr>
            <a:graphicFrameLocks noGrp="1"/>
          </p:cNvGraphicFramePr>
          <p:nvPr/>
        </p:nvGraphicFramePr>
        <p:xfrm>
          <a:off x="7433436" y="1845690"/>
          <a:ext cx="431165" cy="2250435"/>
        </p:xfrm>
        <a:graphic>
          <a:graphicData uri="http://schemas.openxmlformats.org/drawingml/2006/table">
            <a:tbl>
              <a:tblPr/>
              <a:tblGrid>
                <a:gridCol w="431165">
                  <a:extLst>
                    <a:ext uri="{9D8B030D-6E8A-4147-A177-3AD203B41FA5}">
                      <a16:colId xmlns:a16="http://schemas.microsoft.com/office/drawing/2014/main" val="20000"/>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16840" algn="l" rtl="0" eaLnBrk="0">
                        <a:lnSpc>
                          <a:spcPct val="80000"/>
                        </a:lnSpc>
                        <a:spcBef>
                          <a:spcPts val="0"/>
                        </a:spcBef>
                      </a:pPr>
                      <a:r>
                        <a:rPr sz="1800" kern="0" spc="-10" dirty="0">
                          <a:solidFill>
                            <a:srgbClr val="000000">
                              <a:alpha val="100000"/>
                            </a:srgbClr>
                          </a:solidFill>
                          <a:latin typeface="Arial" panose="020B0604020202020204"/>
                          <a:ea typeface="Arial" panose="020B0604020202020204"/>
                          <a:cs typeface="Arial" panose="020B0604020202020204"/>
                        </a:rPr>
                        <a:t>A</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529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100" name="picture 100"/>
          <p:cNvPicPr>
            <a:picLocks noChangeAspect="1"/>
          </p:cNvPicPr>
          <p:nvPr/>
        </p:nvPicPr>
        <p:blipFill>
          <a:blip r:embed="rId6"/>
          <a:stretch>
            <a:fillRect/>
          </a:stretch>
        </p:blipFill>
        <p:spPr>
          <a:xfrm rot="21600000">
            <a:off x="10584434" y="1865249"/>
            <a:ext cx="424519" cy="2245103"/>
          </a:xfrm>
          <a:prstGeom prst="rect">
            <a:avLst/>
          </a:prstGeom>
        </p:spPr>
      </p:pic>
      <p:graphicFrame>
        <p:nvGraphicFramePr>
          <p:cNvPr id="102" name="table 102"/>
          <p:cNvGraphicFramePr>
            <a:graphicFrameLocks noGrp="1"/>
          </p:cNvGraphicFramePr>
          <p:nvPr/>
        </p:nvGraphicFramePr>
        <p:xfrm>
          <a:off x="10578084" y="1858898"/>
          <a:ext cx="430530" cy="2251070"/>
        </p:xfrm>
        <a:graphic>
          <a:graphicData uri="http://schemas.openxmlformats.org/drawingml/2006/table">
            <a:tbl>
              <a:tblPr/>
              <a:tblGrid>
                <a:gridCol w="430530">
                  <a:extLst>
                    <a:ext uri="{9D8B030D-6E8A-4147-A177-3AD203B41FA5}">
                      <a16:colId xmlns:a16="http://schemas.microsoft.com/office/drawing/2014/main" val="20000"/>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35255" algn="l" rtl="0" eaLnBrk="0">
                        <a:lnSpc>
                          <a:spcPct val="80000"/>
                        </a:lnSpc>
                        <a:spcBef>
                          <a:spcPts val="0"/>
                        </a:spcBef>
                      </a:pPr>
                      <a:r>
                        <a:rPr sz="1800" kern="0" spc="-10" dirty="0">
                          <a:solidFill>
                            <a:srgbClr val="000000">
                              <a:alpha val="100000"/>
                            </a:srgbClr>
                          </a:solidFill>
                          <a:latin typeface="Arial" panose="020B0604020202020204"/>
                          <a:ea typeface="Arial" panose="020B0604020202020204"/>
                          <a:cs typeface="Arial" panose="020B0604020202020204"/>
                        </a:rPr>
                        <a:t>E</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592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104" name="picture 104"/>
          <p:cNvPicPr>
            <a:picLocks noChangeAspect="1"/>
          </p:cNvPicPr>
          <p:nvPr/>
        </p:nvPicPr>
        <p:blipFill>
          <a:blip r:embed="rId7"/>
          <a:stretch>
            <a:fillRect/>
          </a:stretch>
        </p:blipFill>
        <p:spPr>
          <a:xfrm rot="21600000">
            <a:off x="4378833" y="1838706"/>
            <a:ext cx="424393" cy="2245738"/>
          </a:xfrm>
          <a:prstGeom prst="rect">
            <a:avLst/>
          </a:prstGeom>
        </p:spPr>
      </p:pic>
      <p:graphicFrame>
        <p:nvGraphicFramePr>
          <p:cNvPr id="106" name="table 106"/>
          <p:cNvGraphicFramePr>
            <a:graphicFrameLocks noGrp="1"/>
          </p:cNvGraphicFramePr>
          <p:nvPr/>
        </p:nvGraphicFramePr>
        <p:xfrm>
          <a:off x="4372483" y="1832355"/>
          <a:ext cx="430530" cy="2251704"/>
        </p:xfrm>
        <a:graphic>
          <a:graphicData uri="http://schemas.openxmlformats.org/drawingml/2006/table">
            <a:tbl>
              <a:tblPr/>
              <a:tblGrid>
                <a:gridCol w="430530">
                  <a:extLst>
                    <a:ext uri="{9D8B030D-6E8A-4147-A177-3AD203B41FA5}">
                      <a16:colId xmlns:a16="http://schemas.microsoft.com/office/drawing/2014/main" val="20000"/>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16205" algn="l" rtl="0" eaLnBrk="0">
                        <a:lnSpc>
                          <a:spcPct val="80000"/>
                        </a:lnSpc>
                        <a:spcBef>
                          <a:spcPts val="0"/>
                        </a:spcBef>
                      </a:pPr>
                      <a:r>
                        <a:rPr sz="1800" kern="0" spc="-10" dirty="0">
                          <a:solidFill>
                            <a:srgbClr val="000000">
                              <a:alpha val="100000"/>
                            </a:srgbClr>
                          </a:solidFill>
                          <a:latin typeface="Arial" panose="020B0604020202020204"/>
                          <a:ea typeface="Arial" panose="020B0604020202020204"/>
                          <a:cs typeface="Arial" panose="020B0604020202020204"/>
                        </a:rPr>
                        <a:t>A</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32715" algn="l" rtl="0" eaLnBrk="0">
                        <a:lnSpc>
                          <a:spcPct val="80000"/>
                        </a:lnSpc>
                        <a:spcBef>
                          <a:spcPts val="0"/>
                        </a:spcBef>
                      </a:pPr>
                      <a:r>
                        <a:rPr sz="1800" kern="0" spc="-10" dirty="0">
                          <a:solidFill>
                            <a:srgbClr val="000000">
                              <a:alpha val="100000"/>
                            </a:srgbClr>
                          </a:solidFill>
                          <a:latin typeface="Arial" panose="020B0604020202020204"/>
                          <a:ea typeface="Arial" panose="020B0604020202020204"/>
                          <a:cs typeface="Arial" panose="020B0604020202020204"/>
                        </a:rPr>
                        <a:t>B</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65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108" name="picture 108"/>
          <p:cNvPicPr>
            <a:picLocks noChangeAspect="1"/>
          </p:cNvPicPr>
          <p:nvPr/>
        </p:nvPicPr>
        <p:blipFill>
          <a:blip r:embed="rId8"/>
          <a:stretch>
            <a:fillRect/>
          </a:stretch>
        </p:blipFill>
        <p:spPr>
          <a:xfrm rot="21600000">
            <a:off x="1856739" y="1838706"/>
            <a:ext cx="424266" cy="2245738"/>
          </a:xfrm>
          <a:prstGeom prst="rect">
            <a:avLst/>
          </a:prstGeom>
        </p:spPr>
      </p:pic>
      <p:graphicFrame>
        <p:nvGraphicFramePr>
          <p:cNvPr id="110" name="table 110"/>
          <p:cNvGraphicFramePr>
            <a:graphicFrameLocks noGrp="1"/>
          </p:cNvGraphicFramePr>
          <p:nvPr/>
        </p:nvGraphicFramePr>
        <p:xfrm>
          <a:off x="1850389" y="1832355"/>
          <a:ext cx="430530" cy="2251704"/>
        </p:xfrm>
        <a:graphic>
          <a:graphicData uri="http://schemas.openxmlformats.org/drawingml/2006/table">
            <a:tbl>
              <a:tblPr/>
              <a:tblGrid>
                <a:gridCol w="430530">
                  <a:extLst>
                    <a:ext uri="{9D8B030D-6E8A-4147-A177-3AD203B41FA5}">
                      <a16:colId xmlns:a16="http://schemas.microsoft.com/office/drawing/2014/main" val="20000"/>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10000"/>
                        </a:lnSpc>
                      </a:pPr>
                      <a:endParaRPr sz="600" dirty="0">
                        <a:latin typeface="Arial" panose="020B0604020202020204"/>
                        <a:ea typeface="Arial" panose="020B0604020202020204"/>
                        <a:cs typeface="Arial" panose="020B0604020202020204"/>
                      </a:endParaRPr>
                    </a:p>
                    <a:p>
                      <a:pPr marL="121285" algn="l" rtl="0" eaLnBrk="0">
                        <a:lnSpc>
                          <a:spcPct val="81000"/>
                        </a:lnSpc>
                        <a:spcBef>
                          <a:spcPts val="5"/>
                        </a:spcBef>
                      </a:pPr>
                      <a:r>
                        <a:rPr sz="1800" kern="0" spc="-20" dirty="0">
                          <a:solidFill>
                            <a:srgbClr val="000000">
                              <a:alpha val="100000"/>
                            </a:srgbClr>
                          </a:solidFill>
                          <a:latin typeface="Arial" panose="020B0604020202020204"/>
                          <a:ea typeface="Arial" panose="020B0604020202020204"/>
                          <a:cs typeface="Arial" panose="020B0604020202020204"/>
                        </a:rPr>
                        <a:t>C</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27635" algn="l" rtl="0" eaLnBrk="0">
                        <a:lnSpc>
                          <a:spcPct val="80000"/>
                        </a:lnSpc>
                        <a:spcBef>
                          <a:spcPts val="0"/>
                        </a:spcBef>
                      </a:pPr>
                      <a:r>
                        <a:rPr sz="1800" kern="0" spc="-20" dirty="0">
                          <a:solidFill>
                            <a:srgbClr val="000000">
                              <a:alpha val="100000"/>
                            </a:srgbClr>
                          </a:solidFill>
                          <a:latin typeface="Arial" panose="020B0604020202020204"/>
                          <a:ea typeface="Arial" panose="020B0604020202020204"/>
                          <a:cs typeface="Arial" panose="020B0604020202020204"/>
                        </a:rPr>
                        <a:t>D</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65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112" name="picture 112"/>
          <p:cNvPicPr>
            <a:picLocks noChangeAspect="1"/>
          </p:cNvPicPr>
          <p:nvPr/>
        </p:nvPicPr>
        <p:blipFill>
          <a:blip r:embed="rId9"/>
          <a:stretch>
            <a:fillRect/>
          </a:stretch>
        </p:blipFill>
        <p:spPr>
          <a:xfrm rot="21600000">
            <a:off x="9981184" y="1865249"/>
            <a:ext cx="424264" cy="2245103"/>
          </a:xfrm>
          <a:prstGeom prst="rect">
            <a:avLst/>
          </a:prstGeom>
        </p:spPr>
      </p:pic>
      <p:graphicFrame>
        <p:nvGraphicFramePr>
          <p:cNvPr id="114" name="table 114"/>
          <p:cNvGraphicFramePr>
            <a:graphicFrameLocks noGrp="1"/>
          </p:cNvGraphicFramePr>
          <p:nvPr/>
        </p:nvGraphicFramePr>
        <p:xfrm>
          <a:off x="9974834" y="1858898"/>
          <a:ext cx="430530" cy="2251070"/>
        </p:xfrm>
        <a:graphic>
          <a:graphicData uri="http://schemas.openxmlformats.org/drawingml/2006/table">
            <a:tbl>
              <a:tblPr/>
              <a:tblGrid>
                <a:gridCol w="430530">
                  <a:extLst>
                    <a:ext uri="{9D8B030D-6E8A-4147-A177-3AD203B41FA5}">
                      <a16:colId xmlns:a16="http://schemas.microsoft.com/office/drawing/2014/main" val="20000"/>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10000"/>
                        </a:lnSpc>
                      </a:pPr>
                      <a:endParaRPr sz="600" dirty="0">
                        <a:latin typeface="Arial" panose="020B0604020202020204"/>
                        <a:ea typeface="Arial" panose="020B0604020202020204"/>
                        <a:cs typeface="Arial" panose="020B0604020202020204"/>
                      </a:endParaRPr>
                    </a:p>
                    <a:p>
                      <a:pPr marL="116840" algn="l" rtl="0" eaLnBrk="0">
                        <a:lnSpc>
                          <a:spcPct val="81000"/>
                        </a:lnSpc>
                        <a:spcBef>
                          <a:spcPts val="5"/>
                        </a:spcBef>
                      </a:pPr>
                      <a:r>
                        <a:rPr sz="1800" kern="0" spc="-10" dirty="0">
                          <a:solidFill>
                            <a:srgbClr val="000000">
                              <a:alpha val="100000"/>
                            </a:srgbClr>
                          </a:solidFill>
                          <a:latin typeface="Arial" panose="020B0604020202020204"/>
                          <a:ea typeface="Arial" panose="020B0604020202020204"/>
                          <a:cs typeface="Arial" panose="020B0604020202020204"/>
                        </a:rPr>
                        <a:t>G</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592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116" name="picture 116"/>
          <p:cNvPicPr>
            <a:picLocks noChangeAspect="1"/>
          </p:cNvPicPr>
          <p:nvPr/>
        </p:nvPicPr>
        <p:blipFill>
          <a:blip r:embed="rId10"/>
          <a:stretch>
            <a:fillRect/>
          </a:stretch>
        </p:blipFill>
        <p:spPr>
          <a:xfrm rot="21600000">
            <a:off x="3775709" y="1838706"/>
            <a:ext cx="424012" cy="2245738"/>
          </a:xfrm>
          <a:prstGeom prst="rect">
            <a:avLst/>
          </a:prstGeom>
        </p:spPr>
      </p:pic>
      <p:graphicFrame>
        <p:nvGraphicFramePr>
          <p:cNvPr id="118" name="table 118"/>
          <p:cNvGraphicFramePr>
            <a:graphicFrameLocks noGrp="1"/>
          </p:cNvGraphicFramePr>
          <p:nvPr/>
        </p:nvGraphicFramePr>
        <p:xfrm>
          <a:off x="3769359" y="1832355"/>
          <a:ext cx="429894" cy="2251704"/>
        </p:xfrm>
        <a:graphic>
          <a:graphicData uri="http://schemas.openxmlformats.org/drawingml/2006/table">
            <a:tbl>
              <a:tblPr/>
              <a:tblGrid>
                <a:gridCol w="429894">
                  <a:extLst>
                    <a:ext uri="{9D8B030D-6E8A-4147-A177-3AD203B41FA5}">
                      <a16:colId xmlns:a16="http://schemas.microsoft.com/office/drawing/2014/main" val="20000"/>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10000"/>
                        </a:lnSpc>
                      </a:pPr>
                      <a:endParaRPr sz="600" dirty="0">
                        <a:latin typeface="Arial" panose="020B0604020202020204"/>
                        <a:ea typeface="Arial" panose="020B0604020202020204"/>
                        <a:cs typeface="Arial" panose="020B0604020202020204"/>
                      </a:endParaRPr>
                    </a:p>
                    <a:p>
                      <a:pPr marL="121920" algn="l" rtl="0" eaLnBrk="0">
                        <a:lnSpc>
                          <a:spcPct val="81000"/>
                        </a:lnSpc>
                        <a:spcBef>
                          <a:spcPts val="5"/>
                        </a:spcBef>
                      </a:pPr>
                      <a:r>
                        <a:rPr sz="1800" kern="0" spc="-20" dirty="0">
                          <a:solidFill>
                            <a:srgbClr val="000000">
                              <a:alpha val="100000"/>
                            </a:srgbClr>
                          </a:solidFill>
                          <a:latin typeface="Arial" panose="020B0604020202020204"/>
                          <a:ea typeface="Arial" panose="020B0604020202020204"/>
                          <a:cs typeface="Arial" panose="020B0604020202020204"/>
                        </a:rPr>
                        <a:t>C</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27635" algn="l" rtl="0" eaLnBrk="0">
                        <a:lnSpc>
                          <a:spcPct val="80000"/>
                        </a:lnSpc>
                        <a:spcBef>
                          <a:spcPts val="0"/>
                        </a:spcBef>
                      </a:pPr>
                      <a:r>
                        <a:rPr sz="1800" kern="0" spc="-20" dirty="0">
                          <a:solidFill>
                            <a:srgbClr val="000000">
                              <a:alpha val="100000"/>
                            </a:srgbClr>
                          </a:solidFill>
                          <a:latin typeface="Arial" panose="020B0604020202020204"/>
                          <a:ea typeface="Arial" panose="020B0604020202020204"/>
                          <a:cs typeface="Arial" panose="020B0604020202020204"/>
                        </a:rPr>
                        <a:t>D</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65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4" name="group 4"/>
          <p:cNvGrpSpPr/>
          <p:nvPr/>
        </p:nvGrpSpPr>
        <p:grpSpPr>
          <a:xfrm rot="21600000">
            <a:off x="11045006" y="6024838"/>
            <a:ext cx="921774" cy="822622"/>
            <a:chOff x="0" y="0"/>
            <a:chExt cx="921774" cy="822622"/>
          </a:xfrm>
        </p:grpSpPr>
        <p:pic>
          <p:nvPicPr>
            <p:cNvPr id="120" name="picture 120"/>
            <p:cNvPicPr>
              <a:picLocks noChangeAspect="1"/>
            </p:cNvPicPr>
            <p:nvPr/>
          </p:nvPicPr>
          <p:blipFill>
            <a:blip r:embed="rId11"/>
            <a:stretch>
              <a:fillRect/>
            </a:stretch>
          </p:blipFill>
          <p:spPr>
            <a:xfrm rot="21600000">
              <a:off x="0" y="0"/>
              <a:ext cx="921774" cy="822622"/>
            </a:xfrm>
            <a:prstGeom prst="rect">
              <a:avLst/>
            </a:prstGeom>
          </p:spPr>
        </p:pic>
        <p:sp>
          <p:nvSpPr>
            <p:cNvPr id="122" name="textbox 122"/>
            <p:cNvSpPr/>
            <p:nvPr/>
          </p:nvSpPr>
          <p:spPr>
            <a:xfrm>
              <a:off x="-12700" y="-12700"/>
              <a:ext cx="947419" cy="906144"/>
            </a:xfrm>
            <a:prstGeom prst="rect">
              <a:avLst/>
            </a:prstGeom>
            <a:noFill/>
            <a:ln w="0" cap="flat">
              <a:no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367665" algn="l" rtl="0" eaLnBrk="0">
                <a:lnSpc>
                  <a:spcPct val="80000"/>
                </a:lnSpc>
                <a:spcBef>
                  <a:spcPts val="5"/>
                </a:spcBef>
              </a:pPr>
              <a:r>
                <a:rPr sz="2000" b="1" kern="0" spc="-30" dirty="0">
                  <a:solidFill>
                    <a:srgbClr val="5F7797">
                      <a:alpha val="100000"/>
                    </a:srgbClr>
                  </a:solidFill>
                  <a:latin typeface="Arial" panose="020B0604020202020204"/>
                  <a:ea typeface="Arial" panose="020B0604020202020204"/>
                  <a:cs typeface="Arial" panose="020B0604020202020204"/>
                </a:rPr>
                <a:t>06</a:t>
              </a:r>
              <a:endParaRPr sz="2000" dirty="0">
                <a:latin typeface="Arial" panose="020B0604020202020204"/>
                <a:ea typeface="Arial" panose="020B0604020202020204"/>
                <a:cs typeface="Arial" panose="020B0604020202020204"/>
              </a:endParaRPr>
            </a:p>
          </p:txBody>
        </p:sp>
      </p:grpSp>
      <p:pic>
        <p:nvPicPr>
          <p:cNvPr id="124" name="picture 124"/>
          <p:cNvPicPr>
            <a:picLocks noChangeAspect="1"/>
          </p:cNvPicPr>
          <p:nvPr/>
        </p:nvPicPr>
        <p:blipFill>
          <a:blip r:embed="rId12"/>
          <a:stretch>
            <a:fillRect/>
          </a:stretch>
        </p:blipFill>
        <p:spPr>
          <a:xfrm rot="21600000">
            <a:off x="8416797" y="2864739"/>
            <a:ext cx="1545844" cy="171450"/>
          </a:xfrm>
          <a:prstGeom prst="rect">
            <a:avLst/>
          </a:prstGeom>
        </p:spPr>
      </p:pic>
      <p:pic>
        <p:nvPicPr>
          <p:cNvPr id="126" name="picture 126"/>
          <p:cNvPicPr>
            <a:picLocks noChangeAspect="1"/>
          </p:cNvPicPr>
          <p:nvPr/>
        </p:nvPicPr>
        <p:blipFill>
          <a:blip r:embed="rId13"/>
          <a:stretch>
            <a:fillRect/>
          </a:stretch>
        </p:blipFill>
        <p:spPr>
          <a:xfrm rot="21600000">
            <a:off x="2229357" y="2852547"/>
            <a:ext cx="1545844" cy="171450"/>
          </a:xfrm>
          <a:prstGeom prst="rect">
            <a:avLst/>
          </a:prstGeom>
        </p:spPr>
      </p:pic>
      <p:sp>
        <p:nvSpPr>
          <p:cNvPr id="128" name="path 128"/>
          <p:cNvSpPr/>
          <p:nvPr/>
        </p:nvSpPr>
        <p:spPr>
          <a:xfrm>
            <a:off x="4870703" y="1118616"/>
            <a:ext cx="2450592" cy="85343"/>
          </a:xfrm>
          <a:custGeom>
            <a:avLst/>
            <a:gdLst/>
            <a:ahLst/>
            <a:cxnLst/>
            <a:rect l="0" t="0" r="0" b="0"/>
            <a:pathLst>
              <a:path w="3859" h="134">
                <a:moveTo>
                  <a:pt x="102" y="23"/>
                </a:moveTo>
                <a:cubicBezTo>
                  <a:pt x="113" y="26"/>
                  <a:pt x="124" y="19"/>
                  <a:pt x="135" y="22"/>
                </a:cubicBezTo>
                <a:cubicBezTo>
                  <a:pt x="129" y="23"/>
                  <a:pt x="135" y="25"/>
                  <a:pt x="129" y="26"/>
                </a:cubicBezTo>
                <a:cubicBezTo>
                  <a:pt x="102" y="23"/>
                  <a:pt x="102" y="31"/>
                  <a:pt x="75" y="32"/>
                </a:cubicBezTo>
                <a:cubicBezTo>
                  <a:pt x="86" y="36"/>
                  <a:pt x="107" y="31"/>
                  <a:pt x="107" y="39"/>
                </a:cubicBezTo>
                <a:cubicBezTo>
                  <a:pt x="145" y="35"/>
                  <a:pt x="156" y="18"/>
                  <a:pt x="183" y="22"/>
                </a:cubicBezTo>
                <a:cubicBezTo>
                  <a:pt x="178" y="23"/>
                  <a:pt x="189" y="26"/>
                  <a:pt x="183" y="28"/>
                </a:cubicBezTo>
                <a:cubicBezTo>
                  <a:pt x="167" y="32"/>
                  <a:pt x="151" y="36"/>
                  <a:pt x="172" y="40"/>
                </a:cubicBezTo>
                <a:cubicBezTo>
                  <a:pt x="183" y="39"/>
                  <a:pt x="189" y="36"/>
                  <a:pt x="199" y="35"/>
                </a:cubicBezTo>
                <a:cubicBezTo>
                  <a:pt x="194" y="28"/>
                  <a:pt x="189" y="22"/>
                  <a:pt x="205" y="16"/>
                </a:cubicBezTo>
                <a:cubicBezTo>
                  <a:pt x="210" y="23"/>
                  <a:pt x="215" y="23"/>
                  <a:pt x="237" y="31"/>
                </a:cubicBezTo>
                <a:cubicBezTo>
                  <a:pt x="215" y="36"/>
                  <a:pt x="205" y="36"/>
                  <a:pt x="199" y="45"/>
                </a:cubicBezTo>
                <a:cubicBezTo>
                  <a:pt x="183" y="38"/>
                  <a:pt x="183" y="46"/>
                  <a:pt x="183" y="49"/>
                </a:cubicBezTo>
                <a:cubicBezTo>
                  <a:pt x="178" y="46"/>
                  <a:pt x="172" y="45"/>
                  <a:pt x="167" y="43"/>
                </a:cubicBezTo>
                <a:cubicBezTo>
                  <a:pt x="135" y="52"/>
                  <a:pt x="162" y="59"/>
                  <a:pt x="135" y="64"/>
                </a:cubicBezTo>
                <a:cubicBezTo>
                  <a:pt x="140" y="63"/>
                  <a:pt x="151" y="63"/>
                  <a:pt x="162" y="63"/>
                </a:cubicBezTo>
                <a:cubicBezTo>
                  <a:pt x="145" y="66"/>
                  <a:pt x="151" y="67"/>
                  <a:pt x="140" y="70"/>
                </a:cubicBezTo>
                <a:cubicBezTo>
                  <a:pt x="129" y="60"/>
                  <a:pt x="107" y="72"/>
                  <a:pt x="91" y="67"/>
                </a:cubicBezTo>
                <a:cubicBezTo>
                  <a:pt x="107" y="57"/>
                  <a:pt x="113" y="48"/>
                  <a:pt x="135" y="40"/>
                </a:cubicBezTo>
                <a:cubicBezTo>
                  <a:pt x="118" y="39"/>
                  <a:pt x="97" y="42"/>
                  <a:pt x="86" y="38"/>
                </a:cubicBezTo>
                <a:cubicBezTo>
                  <a:pt x="64" y="42"/>
                  <a:pt x="54" y="46"/>
                  <a:pt x="54" y="50"/>
                </a:cubicBezTo>
                <a:cubicBezTo>
                  <a:pt x="70" y="52"/>
                  <a:pt x="64" y="42"/>
                  <a:pt x="86" y="45"/>
                </a:cubicBezTo>
                <a:cubicBezTo>
                  <a:pt x="97" y="49"/>
                  <a:pt x="75" y="50"/>
                  <a:pt x="81" y="53"/>
                </a:cubicBezTo>
                <a:cubicBezTo>
                  <a:pt x="86" y="53"/>
                  <a:pt x="97" y="52"/>
                  <a:pt x="97" y="53"/>
                </a:cubicBezTo>
                <a:cubicBezTo>
                  <a:pt x="37" y="62"/>
                  <a:pt x="37" y="74"/>
                  <a:pt x="0" y="84"/>
                </a:cubicBezTo>
                <a:cubicBezTo>
                  <a:pt x="32" y="80"/>
                  <a:pt x="64" y="74"/>
                  <a:pt x="91" y="80"/>
                </a:cubicBezTo>
                <a:cubicBezTo>
                  <a:pt x="102" y="74"/>
                  <a:pt x="43" y="73"/>
                  <a:pt x="70" y="66"/>
                </a:cubicBezTo>
                <a:cubicBezTo>
                  <a:pt x="75" y="73"/>
                  <a:pt x="118" y="70"/>
                  <a:pt x="135" y="79"/>
                </a:cubicBezTo>
                <a:cubicBezTo>
                  <a:pt x="118" y="82"/>
                  <a:pt x="102" y="86"/>
                  <a:pt x="86" y="89"/>
                </a:cubicBezTo>
                <a:cubicBezTo>
                  <a:pt x="64" y="83"/>
                  <a:pt x="37" y="90"/>
                  <a:pt x="16" y="90"/>
                </a:cubicBezTo>
                <a:cubicBezTo>
                  <a:pt x="32" y="94"/>
                  <a:pt x="10" y="101"/>
                  <a:pt x="37" y="98"/>
                </a:cubicBezTo>
                <a:cubicBezTo>
                  <a:pt x="37" y="90"/>
                  <a:pt x="129" y="90"/>
                  <a:pt x="140" y="98"/>
                </a:cubicBezTo>
                <a:cubicBezTo>
                  <a:pt x="151" y="96"/>
                  <a:pt x="167" y="93"/>
                  <a:pt x="183" y="90"/>
                </a:cubicBezTo>
                <a:cubicBezTo>
                  <a:pt x="194" y="98"/>
                  <a:pt x="215" y="90"/>
                  <a:pt x="232" y="94"/>
                </a:cubicBezTo>
                <a:cubicBezTo>
                  <a:pt x="232" y="104"/>
                  <a:pt x="215" y="97"/>
                  <a:pt x="194" y="100"/>
                </a:cubicBezTo>
                <a:cubicBezTo>
                  <a:pt x="189" y="103"/>
                  <a:pt x="189" y="106"/>
                  <a:pt x="199" y="110"/>
                </a:cubicBezTo>
                <a:cubicBezTo>
                  <a:pt x="221" y="103"/>
                  <a:pt x="237" y="106"/>
                  <a:pt x="259" y="100"/>
                </a:cubicBezTo>
                <a:cubicBezTo>
                  <a:pt x="248" y="96"/>
                  <a:pt x="226" y="84"/>
                  <a:pt x="269" y="84"/>
                </a:cubicBezTo>
                <a:cubicBezTo>
                  <a:pt x="259" y="80"/>
                  <a:pt x="237" y="76"/>
                  <a:pt x="253" y="72"/>
                </a:cubicBezTo>
                <a:cubicBezTo>
                  <a:pt x="280" y="74"/>
                  <a:pt x="280" y="62"/>
                  <a:pt x="302" y="64"/>
                </a:cubicBezTo>
                <a:cubicBezTo>
                  <a:pt x="291" y="67"/>
                  <a:pt x="302" y="69"/>
                  <a:pt x="296" y="70"/>
                </a:cubicBezTo>
                <a:cubicBezTo>
                  <a:pt x="291" y="72"/>
                  <a:pt x="275" y="70"/>
                  <a:pt x="280" y="74"/>
                </a:cubicBezTo>
                <a:cubicBezTo>
                  <a:pt x="302" y="74"/>
                  <a:pt x="269" y="97"/>
                  <a:pt x="264" y="106"/>
                </a:cubicBezTo>
                <a:cubicBezTo>
                  <a:pt x="296" y="106"/>
                  <a:pt x="307" y="96"/>
                  <a:pt x="318" y="107"/>
                </a:cubicBezTo>
                <a:cubicBezTo>
                  <a:pt x="334" y="98"/>
                  <a:pt x="367" y="100"/>
                  <a:pt x="350" y="92"/>
                </a:cubicBezTo>
                <a:cubicBezTo>
                  <a:pt x="334" y="92"/>
                  <a:pt x="329" y="93"/>
                  <a:pt x="323" y="96"/>
                </a:cubicBezTo>
                <a:cubicBezTo>
                  <a:pt x="323" y="93"/>
                  <a:pt x="285" y="93"/>
                  <a:pt x="302" y="89"/>
                </a:cubicBezTo>
                <a:cubicBezTo>
                  <a:pt x="334" y="87"/>
                  <a:pt x="329" y="86"/>
                  <a:pt x="334" y="79"/>
                </a:cubicBezTo>
                <a:cubicBezTo>
                  <a:pt x="345" y="82"/>
                  <a:pt x="361" y="76"/>
                  <a:pt x="372" y="82"/>
                </a:cubicBezTo>
                <a:cubicBezTo>
                  <a:pt x="334" y="87"/>
                  <a:pt x="361" y="90"/>
                  <a:pt x="383" y="89"/>
                </a:cubicBezTo>
                <a:cubicBezTo>
                  <a:pt x="361" y="94"/>
                  <a:pt x="356" y="101"/>
                  <a:pt x="350" y="107"/>
                </a:cubicBezTo>
                <a:cubicBezTo>
                  <a:pt x="388" y="110"/>
                  <a:pt x="404" y="90"/>
                  <a:pt x="442" y="103"/>
                </a:cubicBezTo>
                <a:cubicBezTo>
                  <a:pt x="437" y="106"/>
                  <a:pt x="421" y="104"/>
                  <a:pt x="426" y="107"/>
                </a:cubicBezTo>
                <a:cubicBezTo>
                  <a:pt x="437" y="106"/>
                  <a:pt x="431" y="108"/>
                  <a:pt x="437" y="111"/>
                </a:cubicBezTo>
                <a:cubicBezTo>
                  <a:pt x="458" y="103"/>
                  <a:pt x="480" y="101"/>
                  <a:pt x="496" y="92"/>
                </a:cubicBezTo>
                <a:cubicBezTo>
                  <a:pt x="512" y="93"/>
                  <a:pt x="529" y="89"/>
                  <a:pt x="545" y="90"/>
                </a:cubicBezTo>
                <a:cubicBezTo>
                  <a:pt x="518" y="94"/>
                  <a:pt x="523" y="101"/>
                  <a:pt x="512" y="107"/>
                </a:cubicBezTo>
                <a:cubicBezTo>
                  <a:pt x="502" y="108"/>
                  <a:pt x="469" y="104"/>
                  <a:pt x="475" y="110"/>
                </a:cubicBezTo>
                <a:cubicBezTo>
                  <a:pt x="485" y="107"/>
                  <a:pt x="491" y="114"/>
                  <a:pt x="502" y="113"/>
                </a:cubicBezTo>
                <a:cubicBezTo>
                  <a:pt x="512" y="111"/>
                  <a:pt x="523" y="108"/>
                  <a:pt x="534" y="107"/>
                </a:cubicBezTo>
                <a:cubicBezTo>
                  <a:pt x="550" y="111"/>
                  <a:pt x="534" y="113"/>
                  <a:pt x="555" y="114"/>
                </a:cubicBezTo>
                <a:cubicBezTo>
                  <a:pt x="577" y="111"/>
                  <a:pt x="583" y="110"/>
                  <a:pt x="583" y="104"/>
                </a:cubicBezTo>
                <a:cubicBezTo>
                  <a:pt x="620" y="106"/>
                  <a:pt x="593" y="110"/>
                  <a:pt x="631" y="115"/>
                </a:cubicBezTo>
                <a:cubicBezTo>
                  <a:pt x="653" y="108"/>
                  <a:pt x="669" y="115"/>
                  <a:pt x="690" y="108"/>
                </a:cubicBezTo>
                <a:cubicBezTo>
                  <a:pt x="696" y="110"/>
                  <a:pt x="690" y="113"/>
                  <a:pt x="707" y="115"/>
                </a:cubicBezTo>
                <a:cubicBezTo>
                  <a:pt x="723" y="114"/>
                  <a:pt x="744" y="113"/>
                  <a:pt x="761" y="114"/>
                </a:cubicBezTo>
                <a:cubicBezTo>
                  <a:pt x="744" y="110"/>
                  <a:pt x="782" y="103"/>
                  <a:pt x="798" y="107"/>
                </a:cubicBezTo>
                <a:cubicBezTo>
                  <a:pt x="798" y="114"/>
                  <a:pt x="755" y="106"/>
                  <a:pt x="771" y="114"/>
                </a:cubicBezTo>
                <a:cubicBezTo>
                  <a:pt x="831" y="111"/>
                  <a:pt x="885" y="118"/>
                  <a:pt x="950" y="114"/>
                </a:cubicBezTo>
                <a:cubicBezTo>
                  <a:pt x="923" y="110"/>
                  <a:pt x="944" y="106"/>
                  <a:pt x="950" y="101"/>
                </a:cubicBezTo>
                <a:cubicBezTo>
                  <a:pt x="944" y="111"/>
                  <a:pt x="1009" y="127"/>
                  <a:pt x="1009" y="113"/>
                </a:cubicBezTo>
                <a:cubicBezTo>
                  <a:pt x="982" y="117"/>
                  <a:pt x="993" y="101"/>
                  <a:pt x="971" y="100"/>
                </a:cubicBezTo>
                <a:cubicBezTo>
                  <a:pt x="977" y="98"/>
                  <a:pt x="982" y="96"/>
                  <a:pt x="982" y="94"/>
                </a:cubicBezTo>
                <a:cubicBezTo>
                  <a:pt x="982" y="100"/>
                  <a:pt x="993" y="98"/>
                  <a:pt x="1009" y="100"/>
                </a:cubicBezTo>
                <a:cubicBezTo>
                  <a:pt x="977" y="106"/>
                  <a:pt x="1020" y="111"/>
                  <a:pt x="1036" y="108"/>
                </a:cubicBezTo>
                <a:cubicBezTo>
                  <a:pt x="1025" y="111"/>
                  <a:pt x="1020" y="114"/>
                  <a:pt x="1036" y="117"/>
                </a:cubicBezTo>
                <a:cubicBezTo>
                  <a:pt x="1041" y="117"/>
                  <a:pt x="1047" y="115"/>
                  <a:pt x="1052" y="117"/>
                </a:cubicBezTo>
                <a:cubicBezTo>
                  <a:pt x="1057" y="106"/>
                  <a:pt x="1101" y="107"/>
                  <a:pt x="1095" y="92"/>
                </a:cubicBezTo>
                <a:cubicBezTo>
                  <a:pt x="1095" y="93"/>
                  <a:pt x="1101" y="94"/>
                  <a:pt x="1106" y="93"/>
                </a:cubicBezTo>
                <a:cubicBezTo>
                  <a:pt x="1101" y="96"/>
                  <a:pt x="1101" y="100"/>
                  <a:pt x="1122" y="104"/>
                </a:cubicBezTo>
                <a:cubicBezTo>
                  <a:pt x="1138" y="101"/>
                  <a:pt x="1192" y="101"/>
                  <a:pt x="1176" y="108"/>
                </a:cubicBezTo>
                <a:cubicBezTo>
                  <a:pt x="1155" y="101"/>
                  <a:pt x="1127" y="110"/>
                  <a:pt x="1084" y="107"/>
                </a:cubicBezTo>
                <a:cubicBezTo>
                  <a:pt x="1074" y="110"/>
                  <a:pt x="1079" y="113"/>
                  <a:pt x="1074" y="114"/>
                </a:cubicBezTo>
                <a:cubicBezTo>
                  <a:pt x="1106" y="121"/>
                  <a:pt x="1144" y="115"/>
                  <a:pt x="1176" y="118"/>
                </a:cubicBezTo>
                <a:cubicBezTo>
                  <a:pt x="1171" y="117"/>
                  <a:pt x="1165" y="115"/>
                  <a:pt x="1176" y="113"/>
                </a:cubicBezTo>
                <a:cubicBezTo>
                  <a:pt x="1225" y="108"/>
                  <a:pt x="1214" y="128"/>
                  <a:pt x="1214" y="128"/>
                </a:cubicBezTo>
                <a:cubicBezTo>
                  <a:pt x="1230" y="124"/>
                  <a:pt x="1263" y="120"/>
                  <a:pt x="1225" y="120"/>
                </a:cubicBezTo>
                <a:cubicBezTo>
                  <a:pt x="1230" y="114"/>
                  <a:pt x="1257" y="110"/>
                  <a:pt x="1268" y="121"/>
                </a:cubicBezTo>
                <a:cubicBezTo>
                  <a:pt x="1327" y="117"/>
                  <a:pt x="1365" y="124"/>
                  <a:pt x="1419" y="115"/>
                </a:cubicBezTo>
                <a:cubicBezTo>
                  <a:pt x="1425" y="122"/>
                  <a:pt x="1473" y="121"/>
                  <a:pt x="1500" y="120"/>
                </a:cubicBezTo>
                <a:cubicBezTo>
                  <a:pt x="1505" y="111"/>
                  <a:pt x="1516" y="114"/>
                  <a:pt x="1505" y="110"/>
                </a:cubicBezTo>
                <a:cubicBezTo>
                  <a:pt x="1516" y="108"/>
                  <a:pt x="1522" y="106"/>
                  <a:pt x="1532" y="104"/>
                </a:cubicBezTo>
                <a:cubicBezTo>
                  <a:pt x="1532" y="108"/>
                  <a:pt x="1543" y="111"/>
                  <a:pt x="1559" y="107"/>
                </a:cubicBezTo>
                <a:cubicBezTo>
                  <a:pt x="1559" y="101"/>
                  <a:pt x="1549" y="104"/>
                  <a:pt x="1532" y="101"/>
                </a:cubicBezTo>
                <a:cubicBezTo>
                  <a:pt x="1543" y="98"/>
                  <a:pt x="1538" y="96"/>
                  <a:pt x="1554" y="93"/>
                </a:cubicBezTo>
                <a:cubicBezTo>
                  <a:pt x="1554" y="101"/>
                  <a:pt x="1586" y="113"/>
                  <a:pt x="1543" y="121"/>
                </a:cubicBezTo>
                <a:cubicBezTo>
                  <a:pt x="1559" y="128"/>
                  <a:pt x="1559" y="114"/>
                  <a:pt x="1575" y="124"/>
                </a:cubicBezTo>
                <a:cubicBezTo>
                  <a:pt x="1597" y="122"/>
                  <a:pt x="1597" y="114"/>
                  <a:pt x="1608" y="117"/>
                </a:cubicBezTo>
                <a:cubicBezTo>
                  <a:pt x="1619" y="128"/>
                  <a:pt x="1624" y="115"/>
                  <a:pt x="1657" y="117"/>
                </a:cubicBezTo>
                <a:cubicBezTo>
                  <a:pt x="1662" y="120"/>
                  <a:pt x="1651" y="121"/>
                  <a:pt x="1646" y="122"/>
                </a:cubicBezTo>
                <a:cubicBezTo>
                  <a:pt x="1700" y="131"/>
                  <a:pt x="1662" y="108"/>
                  <a:pt x="1705" y="104"/>
                </a:cubicBezTo>
                <a:cubicBezTo>
                  <a:pt x="1667" y="94"/>
                  <a:pt x="1667" y="121"/>
                  <a:pt x="1624" y="111"/>
                </a:cubicBezTo>
                <a:cubicBezTo>
                  <a:pt x="1667" y="113"/>
                  <a:pt x="1657" y="96"/>
                  <a:pt x="1700" y="98"/>
                </a:cubicBezTo>
                <a:cubicBezTo>
                  <a:pt x="1705" y="93"/>
                  <a:pt x="1711" y="87"/>
                  <a:pt x="1727" y="82"/>
                </a:cubicBezTo>
                <a:cubicBezTo>
                  <a:pt x="1743" y="87"/>
                  <a:pt x="1705" y="94"/>
                  <a:pt x="1743" y="93"/>
                </a:cubicBezTo>
                <a:cubicBezTo>
                  <a:pt x="1727" y="98"/>
                  <a:pt x="1716" y="93"/>
                  <a:pt x="1705" y="94"/>
                </a:cubicBezTo>
                <a:cubicBezTo>
                  <a:pt x="1748" y="106"/>
                  <a:pt x="1667" y="114"/>
                  <a:pt x="1705" y="125"/>
                </a:cubicBezTo>
                <a:cubicBezTo>
                  <a:pt x="1727" y="121"/>
                  <a:pt x="1743" y="115"/>
                  <a:pt x="1732" y="110"/>
                </a:cubicBezTo>
                <a:cubicBezTo>
                  <a:pt x="1754" y="104"/>
                  <a:pt x="1770" y="107"/>
                  <a:pt x="1786" y="108"/>
                </a:cubicBezTo>
                <a:cubicBezTo>
                  <a:pt x="1759" y="111"/>
                  <a:pt x="1781" y="115"/>
                  <a:pt x="1759" y="120"/>
                </a:cubicBezTo>
                <a:cubicBezTo>
                  <a:pt x="1754" y="117"/>
                  <a:pt x="1748" y="114"/>
                  <a:pt x="1743" y="115"/>
                </a:cubicBezTo>
                <a:cubicBezTo>
                  <a:pt x="1759" y="122"/>
                  <a:pt x="1737" y="118"/>
                  <a:pt x="1743" y="125"/>
                </a:cubicBezTo>
                <a:cubicBezTo>
                  <a:pt x="1765" y="124"/>
                  <a:pt x="1797" y="125"/>
                  <a:pt x="1802" y="121"/>
                </a:cubicBezTo>
                <a:cubicBezTo>
                  <a:pt x="1797" y="117"/>
                  <a:pt x="1786" y="118"/>
                  <a:pt x="1775" y="118"/>
                </a:cubicBezTo>
                <a:cubicBezTo>
                  <a:pt x="1808" y="118"/>
                  <a:pt x="1792" y="110"/>
                  <a:pt x="1808" y="113"/>
                </a:cubicBezTo>
                <a:cubicBezTo>
                  <a:pt x="1813" y="115"/>
                  <a:pt x="1813" y="120"/>
                  <a:pt x="1813" y="124"/>
                </a:cubicBezTo>
                <a:cubicBezTo>
                  <a:pt x="1937" y="122"/>
                  <a:pt x="2061" y="127"/>
                  <a:pt x="2185" y="124"/>
                </a:cubicBezTo>
                <a:cubicBezTo>
                  <a:pt x="2159" y="115"/>
                  <a:pt x="2202" y="111"/>
                  <a:pt x="2213" y="111"/>
                </a:cubicBezTo>
                <a:cubicBezTo>
                  <a:pt x="2218" y="118"/>
                  <a:pt x="2196" y="118"/>
                  <a:pt x="2185" y="124"/>
                </a:cubicBezTo>
                <a:cubicBezTo>
                  <a:pt x="2202" y="131"/>
                  <a:pt x="2223" y="124"/>
                  <a:pt x="2234" y="120"/>
                </a:cubicBezTo>
                <a:cubicBezTo>
                  <a:pt x="2256" y="121"/>
                  <a:pt x="2240" y="127"/>
                  <a:pt x="2261" y="120"/>
                </a:cubicBezTo>
                <a:cubicBezTo>
                  <a:pt x="2261" y="131"/>
                  <a:pt x="2310" y="120"/>
                  <a:pt x="2331" y="127"/>
                </a:cubicBezTo>
                <a:cubicBezTo>
                  <a:pt x="2331" y="125"/>
                  <a:pt x="2364" y="122"/>
                  <a:pt x="2369" y="117"/>
                </a:cubicBezTo>
                <a:cubicBezTo>
                  <a:pt x="2374" y="120"/>
                  <a:pt x="2385" y="120"/>
                  <a:pt x="2391" y="121"/>
                </a:cubicBezTo>
                <a:cubicBezTo>
                  <a:pt x="2385" y="124"/>
                  <a:pt x="2358" y="120"/>
                  <a:pt x="2364" y="125"/>
                </a:cubicBezTo>
                <a:cubicBezTo>
                  <a:pt x="2380" y="124"/>
                  <a:pt x="2369" y="128"/>
                  <a:pt x="2380" y="131"/>
                </a:cubicBezTo>
                <a:cubicBezTo>
                  <a:pt x="2417" y="124"/>
                  <a:pt x="2482" y="134"/>
                  <a:pt x="2504" y="125"/>
                </a:cubicBezTo>
                <a:cubicBezTo>
                  <a:pt x="2493" y="120"/>
                  <a:pt x="2417" y="125"/>
                  <a:pt x="2407" y="117"/>
                </a:cubicBezTo>
                <a:cubicBezTo>
                  <a:pt x="2450" y="122"/>
                  <a:pt x="2499" y="118"/>
                  <a:pt x="2547" y="117"/>
                </a:cubicBezTo>
                <a:cubicBezTo>
                  <a:pt x="2536" y="118"/>
                  <a:pt x="2531" y="120"/>
                  <a:pt x="2520" y="122"/>
                </a:cubicBezTo>
                <a:cubicBezTo>
                  <a:pt x="2531" y="125"/>
                  <a:pt x="2542" y="128"/>
                  <a:pt x="2547" y="131"/>
                </a:cubicBezTo>
                <a:cubicBezTo>
                  <a:pt x="2580" y="128"/>
                  <a:pt x="2547" y="121"/>
                  <a:pt x="2569" y="118"/>
                </a:cubicBezTo>
                <a:cubicBezTo>
                  <a:pt x="2574" y="120"/>
                  <a:pt x="2563" y="121"/>
                  <a:pt x="2574" y="124"/>
                </a:cubicBezTo>
                <a:cubicBezTo>
                  <a:pt x="2617" y="117"/>
                  <a:pt x="2585" y="101"/>
                  <a:pt x="2617" y="100"/>
                </a:cubicBezTo>
                <a:cubicBezTo>
                  <a:pt x="2601" y="107"/>
                  <a:pt x="2623" y="117"/>
                  <a:pt x="2585" y="124"/>
                </a:cubicBezTo>
                <a:cubicBezTo>
                  <a:pt x="2617" y="134"/>
                  <a:pt x="2623" y="120"/>
                  <a:pt x="2650" y="131"/>
                </a:cubicBezTo>
                <a:cubicBezTo>
                  <a:pt x="2666" y="127"/>
                  <a:pt x="2677" y="130"/>
                  <a:pt x="2693" y="124"/>
                </a:cubicBezTo>
                <a:cubicBezTo>
                  <a:pt x="2698" y="131"/>
                  <a:pt x="2758" y="134"/>
                  <a:pt x="2769" y="125"/>
                </a:cubicBezTo>
                <a:cubicBezTo>
                  <a:pt x="2790" y="130"/>
                  <a:pt x="2828" y="134"/>
                  <a:pt x="2849" y="124"/>
                </a:cubicBezTo>
                <a:cubicBezTo>
                  <a:pt x="2855" y="131"/>
                  <a:pt x="2892" y="131"/>
                  <a:pt x="2892" y="122"/>
                </a:cubicBezTo>
                <a:cubicBezTo>
                  <a:pt x="2903" y="125"/>
                  <a:pt x="2909" y="128"/>
                  <a:pt x="2909" y="130"/>
                </a:cubicBezTo>
                <a:cubicBezTo>
                  <a:pt x="2941" y="118"/>
                  <a:pt x="3065" y="128"/>
                  <a:pt x="3038" y="108"/>
                </a:cubicBezTo>
                <a:cubicBezTo>
                  <a:pt x="3049" y="107"/>
                  <a:pt x="3055" y="111"/>
                  <a:pt x="3060" y="114"/>
                </a:cubicBezTo>
                <a:cubicBezTo>
                  <a:pt x="3076" y="111"/>
                  <a:pt x="3065" y="108"/>
                  <a:pt x="3071" y="107"/>
                </a:cubicBezTo>
                <a:cubicBezTo>
                  <a:pt x="3082" y="107"/>
                  <a:pt x="3098" y="103"/>
                  <a:pt x="3109" y="107"/>
                </a:cubicBezTo>
                <a:cubicBezTo>
                  <a:pt x="3087" y="111"/>
                  <a:pt x="3076" y="114"/>
                  <a:pt x="3082" y="122"/>
                </a:cubicBezTo>
                <a:cubicBezTo>
                  <a:pt x="3060" y="121"/>
                  <a:pt x="3038" y="127"/>
                  <a:pt x="3022" y="127"/>
                </a:cubicBezTo>
                <a:cubicBezTo>
                  <a:pt x="3082" y="131"/>
                  <a:pt x="3190" y="132"/>
                  <a:pt x="3254" y="118"/>
                </a:cubicBezTo>
                <a:cubicBezTo>
                  <a:pt x="3265" y="127"/>
                  <a:pt x="3287" y="111"/>
                  <a:pt x="3303" y="115"/>
                </a:cubicBezTo>
                <a:cubicBezTo>
                  <a:pt x="3281" y="120"/>
                  <a:pt x="3260" y="124"/>
                  <a:pt x="3260" y="130"/>
                </a:cubicBezTo>
                <a:cubicBezTo>
                  <a:pt x="3270" y="128"/>
                  <a:pt x="3287" y="125"/>
                  <a:pt x="3297" y="130"/>
                </a:cubicBezTo>
                <a:cubicBezTo>
                  <a:pt x="3335" y="122"/>
                  <a:pt x="3319" y="108"/>
                  <a:pt x="3362" y="110"/>
                </a:cubicBezTo>
                <a:cubicBezTo>
                  <a:pt x="3368" y="104"/>
                  <a:pt x="3357" y="90"/>
                  <a:pt x="3400" y="90"/>
                </a:cubicBezTo>
                <a:cubicBezTo>
                  <a:pt x="3378" y="106"/>
                  <a:pt x="3405" y="115"/>
                  <a:pt x="3324" y="127"/>
                </a:cubicBezTo>
                <a:cubicBezTo>
                  <a:pt x="3362" y="134"/>
                  <a:pt x="3422" y="125"/>
                  <a:pt x="3449" y="115"/>
                </a:cubicBezTo>
                <a:cubicBezTo>
                  <a:pt x="3438" y="110"/>
                  <a:pt x="3422" y="115"/>
                  <a:pt x="3416" y="110"/>
                </a:cubicBezTo>
                <a:cubicBezTo>
                  <a:pt x="3422" y="110"/>
                  <a:pt x="3416" y="107"/>
                  <a:pt x="3422" y="107"/>
                </a:cubicBezTo>
                <a:cubicBezTo>
                  <a:pt x="3459" y="108"/>
                  <a:pt x="3513" y="107"/>
                  <a:pt x="3535" y="96"/>
                </a:cubicBezTo>
                <a:cubicBezTo>
                  <a:pt x="3557" y="100"/>
                  <a:pt x="3540" y="104"/>
                  <a:pt x="3524" y="108"/>
                </a:cubicBezTo>
                <a:cubicBezTo>
                  <a:pt x="3519" y="106"/>
                  <a:pt x="3524" y="103"/>
                  <a:pt x="3508" y="106"/>
                </a:cubicBezTo>
                <a:cubicBezTo>
                  <a:pt x="3497" y="114"/>
                  <a:pt x="3519" y="110"/>
                  <a:pt x="3535" y="114"/>
                </a:cubicBezTo>
                <a:cubicBezTo>
                  <a:pt x="3519" y="115"/>
                  <a:pt x="3508" y="122"/>
                  <a:pt x="3497" y="118"/>
                </a:cubicBezTo>
                <a:cubicBezTo>
                  <a:pt x="3481" y="115"/>
                  <a:pt x="3502" y="113"/>
                  <a:pt x="3492" y="110"/>
                </a:cubicBezTo>
                <a:cubicBezTo>
                  <a:pt x="3432" y="111"/>
                  <a:pt x="3476" y="121"/>
                  <a:pt x="3449" y="128"/>
                </a:cubicBezTo>
                <a:cubicBezTo>
                  <a:pt x="3481" y="131"/>
                  <a:pt x="3535" y="117"/>
                  <a:pt x="3557" y="110"/>
                </a:cubicBezTo>
                <a:cubicBezTo>
                  <a:pt x="3567" y="111"/>
                  <a:pt x="3573" y="110"/>
                  <a:pt x="3584" y="114"/>
                </a:cubicBezTo>
                <a:cubicBezTo>
                  <a:pt x="3600" y="103"/>
                  <a:pt x="3632" y="94"/>
                  <a:pt x="3664" y="87"/>
                </a:cubicBezTo>
                <a:cubicBezTo>
                  <a:pt x="3648" y="80"/>
                  <a:pt x="3638" y="86"/>
                  <a:pt x="3627" y="90"/>
                </a:cubicBezTo>
                <a:cubicBezTo>
                  <a:pt x="3594" y="80"/>
                  <a:pt x="3632" y="73"/>
                  <a:pt x="3664" y="70"/>
                </a:cubicBezTo>
                <a:cubicBezTo>
                  <a:pt x="3675" y="76"/>
                  <a:pt x="3632" y="73"/>
                  <a:pt x="3659" y="82"/>
                </a:cubicBezTo>
                <a:cubicBezTo>
                  <a:pt x="3670" y="79"/>
                  <a:pt x="3675" y="80"/>
                  <a:pt x="3686" y="77"/>
                </a:cubicBezTo>
                <a:cubicBezTo>
                  <a:pt x="3675" y="64"/>
                  <a:pt x="3735" y="55"/>
                  <a:pt x="3702" y="40"/>
                </a:cubicBezTo>
                <a:cubicBezTo>
                  <a:pt x="3718" y="38"/>
                  <a:pt x="3729" y="38"/>
                  <a:pt x="3735" y="42"/>
                </a:cubicBezTo>
                <a:cubicBezTo>
                  <a:pt x="3713" y="45"/>
                  <a:pt x="3740" y="49"/>
                  <a:pt x="3751" y="49"/>
                </a:cubicBezTo>
                <a:cubicBezTo>
                  <a:pt x="3735" y="52"/>
                  <a:pt x="3718" y="55"/>
                  <a:pt x="3729" y="59"/>
                </a:cubicBezTo>
                <a:cubicBezTo>
                  <a:pt x="3756" y="57"/>
                  <a:pt x="3762" y="50"/>
                  <a:pt x="3794" y="45"/>
                </a:cubicBezTo>
                <a:cubicBezTo>
                  <a:pt x="3805" y="48"/>
                  <a:pt x="3810" y="50"/>
                  <a:pt x="3821" y="50"/>
                </a:cubicBezTo>
                <a:cubicBezTo>
                  <a:pt x="3837" y="46"/>
                  <a:pt x="3853" y="49"/>
                  <a:pt x="3859" y="43"/>
                </a:cubicBezTo>
                <a:cubicBezTo>
                  <a:pt x="3848" y="35"/>
                  <a:pt x="3832" y="46"/>
                  <a:pt x="3826" y="42"/>
                </a:cubicBezTo>
                <a:cubicBezTo>
                  <a:pt x="3832" y="39"/>
                  <a:pt x="3848" y="36"/>
                  <a:pt x="3842" y="32"/>
                </a:cubicBezTo>
                <a:cubicBezTo>
                  <a:pt x="3805" y="33"/>
                  <a:pt x="3772" y="45"/>
                  <a:pt x="3740" y="43"/>
                </a:cubicBezTo>
                <a:cubicBezTo>
                  <a:pt x="3762" y="35"/>
                  <a:pt x="3718" y="36"/>
                  <a:pt x="3702" y="33"/>
                </a:cubicBezTo>
                <a:cubicBezTo>
                  <a:pt x="3708" y="32"/>
                  <a:pt x="3713" y="31"/>
                  <a:pt x="3708" y="29"/>
                </a:cubicBezTo>
                <a:cubicBezTo>
                  <a:pt x="3681" y="38"/>
                  <a:pt x="3697" y="48"/>
                  <a:pt x="3691" y="56"/>
                </a:cubicBezTo>
                <a:cubicBezTo>
                  <a:pt x="3670" y="57"/>
                  <a:pt x="3648" y="70"/>
                  <a:pt x="3616" y="60"/>
                </a:cubicBezTo>
                <a:cubicBezTo>
                  <a:pt x="3638" y="57"/>
                  <a:pt x="3616" y="53"/>
                  <a:pt x="3611" y="49"/>
                </a:cubicBezTo>
                <a:cubicBezTo>
                  <a:pt x="3578" y="56"/>
                  <a:pt x="3589" y="64"/>
                  <a:pt x="3584" y="73"/>
                </a:cubicBezTo>
                <a:cubicBezTo>
                  <a:pt x="3600" y="72"/>
                  <a:pt x="3594" y="63"/>
                  <a:pt x="3616" y="66"/>
                </a:cubicBezTo>
                <a:cubicBezTo>
                  <a:pt x="3621" y="73"/>
                  <a:pt x="3600" y="72"/>
                  <a:pt x="3578" y="77"/>
                </a:cubicBezTo>
                <a:cubicBezTo>
                  <a:pt x="3578" y="82"/>
                  <a:pt x="3611" y="79"/>
                  <a:pt x="3594" y="83"/>
                </a:cubicBezTo>
                <a:cubicBezTo>
                  <a:pt x="3540" y="90"/>
                  <a:pt x="3513" y="96"/>
                  <a:pt x="3465" y="101"/>
                </a:cubicBezTo>
                <a:cubicBezTo>
                  <a:pt x="3465" y="98"/>
                  <a:pt x="3481" y="94"/>
                  <a:pt x="3481" y="92"/>
                </a:cubicBezTo>
                <a:cubicBezTo>
                  <a:pt x="3508" y="90"/>
                  <a:pt x="3578" y="84"/>
                  <a:pt x="3573" y="79"/>
                </a:cubicBezTo>
                <a:cubicBezTo>
                  <a:pt x="3535" y="77"/>
                  <a:pt x="3530" y="83"/>
                  <a:pt x="3492" y="82"/>
                </a:cubicBezTo>
                <a:cubicBezTo>
                  <a:pt x="3508" y="73"/>
                  <a:pt x="3530" y="77"/>
                  <a:pt x="3557" y="73"/>
                </a:cubicBezTo>
                <a:cubicBezTo>
                  <a:pt x="3584" y="66"/>
                  <a:pt x="3573" y="53"/>
                  <a:pt x="3562" y="49"/>
                </a:cubicBezTo>
                <a:cubicBezTo>
                  <a:pt x="3573" y="49"/>
                  <a:pt x="3584" y="48"/>
                  <a:pt x="3600" y="45"/>
                </a:cubicBezTo>
                <a:cubicBezTo>
                  <a:pt x="3605" y="49"/>
                  <a:pt x="3616" y="49"/>
                  <a:pt x="3632" y="46"/>
                </a:cubicBezTo>
                <a:cubicBezTo>
                  <a:pt x="3621" y="40"/>
                  <a:pt x="3578" y="46"/>
                  <a:pt x="3584" y="39"/>
                </a:cubicBezTo>
                <a:cubicBezTo>
                  <a:pt x="3600" y="40"/>
                  <a:pt x="3621" y="43"/>
                  <a:pt x="3638" y="42"/>
                </a:cubicBezTo>
                <a:cubicBezTo>
                  <a:pt x="3632" y="38"/>
                  <a:pt x="3627" y="33"/>
                  <a:pt x="3632" y="29"/>
                </a:cubicBezTo>
                <a:cubicBezTo>
                  <a:pt x="3611" y="36"/>
                  <a:pt x="3594" y="32"/>
                  <a:pt x="3578" y="31"/>
                </a:cubicBezTo>
                <a:cubicBezTo>
                  <a:pt x="3562" y="33"/>
                  <a:pt x="3573" y="36"/>
                  <a:pt x="3551" y="39"/>
                </a:cubicBezTo>
                <a:cubicBezTo>
                  <a:pt x="3557" y="40"/>
                  <a:pt x="3567" y="42"/>
                  <a:pt x="3573" y="42"/>
                </a:cubicBezTo>
                <a:cubicBezTo>
                  <a:pt x="3540" y="42"/>
                  <a:pt x="3562" y="50"/>
                  <a:pt x="3540" y="55"/>
                </a:cubicBezTo>
                <a:cubicBezTo>
                  <a:pt x="3519" y="46"/>
                  <a:pt x="3546" y="48"/>
                  <a:pt x="3513" y="42"/>
                </a:cubicBezTo>
                <a:cubicBezTo>
                  <a:pt x="3481" y="45"/>
                  <a:pt x="3443" y="46"/>
                  <a:pt x="3432" y="35"/>
                </a:cubicBezTo>
                <a:cubicBezTo>
                  <a:pt x="3427" y="36"/>
                  <a:pt x="3416" y="36"/>
                  <a:pt x="3411" y="38"/>
                </a:cubicBezTo>
                <a:cubicBezTo>
                  <a:pt x="3405" y="43"/>
                  <a:pt x="3427" y="45"/>
                  <a:pt x="3427" y="49"/>
                </a:cubicBezTo>
                <a:cubicBezTo>
                  <a:pt x="3395" y="46"/>
                  <a:pt x="3351" y="63"/>
                  <a:pt x="3297" y="55"/>
                </a:cubicBezTo>
                <a:cubicBezTo>
                  <a:pt x="3324" y="57"/>
                  <a:pt x="3330" y="42"/>
                  <a:pt x="3362" y="45"/>
                </a:cubicBezTo>
                <a:cubicBezTo>
                  <a:pt x="3357" y="46"/>
                  <a:pt x="3346" y="48"/>
                  <a:pt x="3351" y="49"/>
                </a:cubicBezTo>
                <a:cubicBezTo>
                  <a:pt x="3362" y="48"/>
                  <a:pt x="3368" y="52"/>
                  <a:pt x="3384" y="48"/>
                </a:cubicBezTo>
                <a:cubicBezTo>
                  <a:pt x="3373" y="31"/>
                  <a:pt x="3459" y="33"/>
                  <a:pt x="3459" y="28"/>
                </a:cubicBezTo>
                <a:cubicBezTo>
                  <a:pt x="3416" y="33"/>
                  <a:pt x="3373" y="26"/>
                  <a:pt x="3330" y="31"/>
                </a:cubicBezTo>
                <a:cubicBezTo>
                  <a:pt x="3335" y="32"/>
                  <a:pt x="3324" y="33"/>
                  <a:pt x="3319" y="35"/>
                </a:cubicBezTo>
                <a:cubicBezTo>
                  <a:pt x="3324" y="38"/>
                  <a:pt x="3330" y="39"/>
                  <a:pt x="3324" y="42"/>
                </a:cubicBezTo>
                <a:cubicBezTo>
                  <a:pt x="3303" y="43"/>
                  <a:pt x="3297" y="52"/>
                  <a:pt x="3292" y="49"/>
                </a:cubicBezTo>
                <a:cubicBezTo>
                  <a:pt x="3292" y="46"/>
                  <a:pt x="3308" y="43"/>
                  <a:pt x="3292" y="40"/>
                </a:cubicBezTo>
                <a:cubicBezTo>
                  <a:pt x="3287" y="40"/>
                  <a:pt x="3281" y="43"/>
                  <a:pt x="3276" y="42"/>
                </a:cubicBezTo>
                <a:cubicBezTo>
                  <a:pt x="3254" y="46"/>
                  <a:pt x="3260" y="55"/>
                  <a:pt x="3227" y="52"/>
                </a:cubicBezTo>
                <a:cubicBezTo>
                  <a:pt x="3222" y="48"/>
                  <a:pt x="3260" y="46"/>
                  <a:pt x="3249" y="42"/>
                </a:cubicBezTo>
                <a:cubicBezTo>
                  <a:pt x="3227" y="48"/>
                  <a:pt x="3216" y="39"/>
                  <a:pt x="3200" y="45"/>
                </a:cubicBezTo>
                <a:cubicBezTo>
                  <a:pt x="3211" y="49"/>
                  <a:pt x="3222" y="52"/>
                  <a:pt x="3200" y="55"/>
                </a:cubicBezTo>
                <a:cubicBezTo>
                  <a:pt x="3206" y="42"/>
                  <a:pt x="3162" y="53"/>
                  <a:pt x="3195" y="40"/>
                </a:cubicBezTo>
                <a:cubicBezTo>
                  <a:pt x="3227" y="45"/>
                  <a:pt x="3270" y="32"/>
                  <a:pt x="3303" y="40"/>
                </a:cubicBezTo>
                <a:cubicBezTo>
                  <a:pt x="3324" y="39"/>
                  <a:pt x="3297" y="28"/>
                  <a:pt x="3292" y="31"/>
                </a:cubicBezTo>
                <a:cubicBezTo>
                  <a:pt x="3292" y="33"/>
                  <a:pt x="3254" y="33"/>
                  <a:pt x="3249" y="36"/>
                </a:cubicBezTo>
                <a:cubicBezTo>
                  <a:pt x="3238" y="33"/>
                  <a:pt x="3249" y="32"/>
                  <a:pt x="3249" y="29"/>
                </a:cubicBezTo>
                <a:cubicBezTo>
                  <a:pt x="3243" y="29"/>
                  <a:pt x="3243" y="31"/>
                  <a:pt x="3238" y="29"/>
                </a:cubicBezTo>
                <a:cubicBezTo>
                  <a:pt x="3232" y="29"/>
                  <a:pt x="3227" y="29"/>
                  <a:pt x="3222" y="29"/>
                </a:cubicBezTo>
                <a:cubicBezTo>
                  <a:pt x="3227" y="32"/>
                  <a:pt x="3243" y="35"/>
                  <a:pt x="3232" y="38"/>
                </a:cubicBezTo>
                <a:cubicBezTo>
                  <a:pt x="3227" y="35"/>
                  <a:pt x="3222" y="38"/>
                  <a:pt x="3211" y="36"/>
                </a:cubicBezTo>
                <a:cubicBezTo>
                  <a:pt x="3200" y="33"/>
                  <a:pt x="3211" y="32"/>
                  <a:pt x="3200" y="29"/>
                </a:cubicBezTo>
                <a:cubicBezTo>
                  <a:pt x="3179" y="28"/>
                  <a:pt x="3190" y="32"/>
                  <a:pt x="3168" y="35"/>
                </a:cubicBezTo>
                <a:cubicBezTo>
                  <a:pt x="3179" y="26"/>
                  <a:pt x="3076" y="29"/>
                  <a:pt x="3125" y="33"/>
                </a:cubicBezTo>
                <a:cubicBezTo>
                  <a:pt x="3119" y="35"/>
                  <a:pt x="3109" y="38"/>
                  <a:pt x="3103" y="39"/>
                </a:cubicBezTo>
                <a:cubicBezTo>
                  <a:pt x="3087" y="31"/>
                  <a:pt x="3060" y="38"/>
                  <a:pt x="3044" y="35"/>
                </a:cubicBezTo>
                <a:cubicBezTo>
                  <a:pt x="3038" y="33"/>
                  <a:pt x="3049" y="32"/>
                  <a:pt x="3044" y="29"/>
                </a:cubicBezTo>
                <a:cubicBezTo>
                  <a:pt x="3028" y="29"/>
                  <a:pt x="3011" y="36"/>
                  <a:pt x="2995" y="29"/>
                </a:cubicBezTo>
                <a:cubicBezTo>
                  <a:pt x="2974" y="31"/>
                  <a:pt x="2984" y="39"/>
                  <a:pt x="2968" y="36"/>
                </a:cubicBezTo>
                <a:cubicBezTo>
                  <a:pt x="2974" y="25"/>
                  <a:pt x="2876" y="25"/>
                  <a:pt x="2849" y="36"/>
                </a:cubicBezTo>
                <a:cubicBezTo>
                  <a:pt x="2822" y="38"/>
                  <a:pt x="2855" y="28"/>
                  <a:pt x="2833" y="31"/>
                </a:cubicBezTo>
                <a:cubicBezTo>
                  <a:pt x="2844" y="33"/>
                  <a:pt x="2806" y="36"/>
                  <a:pt x="2806" y="33"/>
                </a:cubicBezTo>
                <a:cubicBezTo>
                  <a:pt x="2812" y="31"/>
                  <a:pt x="2801" y="28"/>
                  <a:pt x="2801" y="26"/>
                </a:cubicBezTo>
                <a:cubicBezTo>
                  <a:pt x="2774" y="28"/>
                  <a:pt x="2812" y="32"/>
                  <a:pt x="2785" y="35"/>
                </a:cubicBezTo>
                <a:cubicBezTo>
                  <a:pt x="2785" y="32"/>
                  <a:pt x="2774" y="33"/>
                  <a:pt x="2774" y="32"/>
                </a:cubicBezTo>
                <a:cubicBezTo>
                  <a:pt x="2795" y="31"/>
                  <a:pt x="2774" y="22"/>
                  <a:pt x="2779" y="28"/>
                </a:cubicBezTo>
                <a:cubicBezTo>
                  <a:pt x="2763" y="29"/>
                  <a:pt x="2769" y="38"/>
                  <a:pt x="2747" y="35"/>
                </a:cubicBezTo>
                <a:cubicBezTo>
                  <a:pt x="2742" y="31"/>
                  <a:pt x="2763" y="25"/>
                  <a:pt x="2736" y="23"/>
                </a:cubicBezTo>
                <a:cubicBezTo>
                  <a:pt x="2731" y="32"/>
                  <a:pt x="2688" y="40"/>
                  <a:pt x="2671" y="32"/>
                </a:cubicBezTo>
                <a:cubicBezTo>
                  <a:pt x="2661" y="36"/>
                  <a:pt x="2661" y="48"/>
                  <a:pt x="2634" y="42"/>
                </a:cubicBezTo>
                <a:cubicBezTo>
                  <a:pt x="2644" y="40"/>
                  <a:pt x="2650" y="39"/>
                  <a:pt x="2639" y="36"/>
                </a:cubicBezTo>
                <a:cubicBezTo>
                  <a:pt x="2634" y="38"/>
                  <a:pt x="2628" y="39"/>
                  <a:pt x="2623" y="38"/>
                </a:cubicBezTo>
                <a:cubicBezTo>
                  <a:pt x="2628" y="25"/>
                  <a:pt x="2698" y="35"/>
                  <a:pt x="2698" y="23"/>
                </a:cubicBezTo>
                <a:cubicBezTo>
                  <a:pt x="2666" y="28"/>
                  <a:pt x="2639" y="22"/>
                  <a:pt x="2612" y="28"/>
                </a:cubicBezTo>
                <a:cubicBezTo>
                  <a:pt x="2601" y="29"/>
                  <a:pt x="2607" y="32"/>
                  <a:pt x="2601" y="33"/>
                </a:cubicBezTo>
                <a:cubicBezTo>
                  <a:pt x="2580" y="28"/>
                  <a:pt x="2574" y="48"/>
                  <a:pt x="2542" y="36"/>
                </a:cubicBezTo>
                <a:cubicBezTo>
                  <a:pt x="2580" y="36"/>
                  <a:pt x="2563" y="29"/>
                  <a:pt x="2601" y="26"/>
                </a:cubicBezTo>
                <a:cubicBezTo>
                  <a:pt x="2563" y="21"/>
                  <a:pt x="2525" y="28"/>
                  <a:pt x="2488" y="26"/>
                </a:cubicBezTo>
                <a:cubicBezTo>
                  <a:pt x="2499" y="33"/>
                  <a:pt x="2515" y="23"/>
                  <a:pt x="2520" y="31"/>
                </a:cubicBezTo>
                <a:cubicBezTo>
                  <a:pt x="2515" y="31"/>
                  <a:pt x="2515" y="33"/>
                  <a:pt x="2515" y="33"/>
                </a:cubicBezTo>
                <a:cubicBezTo>
                  <a:pt x="2493" y="29"/>
                  <a:pt x="2455" y="32"/>
                  <a:pt x="2472" y="22"/>
                </a:cubicBezTo>
                <a:cubicBezTo>
                  <a:pt x="2466" y="23"/>
                  <a:pt x="2461" y="23"/>
                  <a:pt x="2461" y="22"/>
                </a:cubicBezTo>
                <a:cubicBezTo>
                  <a:pt x="2450" y="23"/>
                  <a:pt x="2445" y="22"/>
                  <a:pt x="2439" y="23"/>
                </a:cubicBezTo>
                <a:cubicBezTo>
                  <a:pt x="2450" y="26"/>
                  <a:pt x="2445" y="28"/>
                  <a:pt x="2434" y="31"/>
                </a:cubicBezTo>
                <a:cubicBezTo>
                  <a:pt x="2455" y="33"/>
                  <a:pt x="2455" y="36"/>
                  <a:pt x="2428" y="42"/>
                </a:cubicBezTo>
                <a:cubicBezTo>
                  <a:pt x="2428" y="38"/>
                  <a:pt x="2423" y="36"/>
                  <a:pt x="2407" y="35"/>
                </a:cubicBezTo>
                <a:cubicBezTo>
                  <a:pt x="2434" y="33"/>
                  <a:pt x="2417" y="29"/>
                  <a:pt x="2423" y="26"/>
                </a:cubicBezTo>
                <a:cubicBezTo>
                  <a:pt x="2407" y="22"/>
                  <a:pt x="2396" y="18"/>
                  <a:pt x="2374" y="23"/>
                </a:cubicBezTo>
                <a:cubicBezTo>
                  <a:pt x="2385" y="31"/>
                  <a:pt x="2396" y="26"/>
                  <a:pt x="2407" y="28"/>
                </a:cubicBezTo>
                <a:cubicBezTo>
                  <a:pt x="2380" y="29"/>
                  <a:pt x="2417" y="33"/>
                  <a:pt x="2391" y="36"/>
                </a:cubicBezTo>
                <a:cubicBezTo>
                  <a:pt x="2391" y="32"/>
                  <a:pt x="2396" y="26"/>
                  <a:pt x="2374" y="29"/>
                </a:cubicBezTo>
                <a:cubicBezTo>
                  <a:pt x="2380" y="35"/>
                  <a:pt x="2337" y="32"/>
                  <a:pt x="2342" y="39"/>
                </a:cubicBezTo>
                <a:cubicBezTo>
                  <a:pt x="2315" y="29"/>
                  <a:pt x="2315" y="45"/>
                  <a:pt x="2294" y="39"/>
                </a:cubicBezTo>
                <a:cubicBezTo>
                  <a:pt x="2304" y="35"/>
                  <a:pt x="2283" y="31"/>
                  <a:pt x="2299" y="28"/>
                </a:cubicBezTo>
                <a:cubicBezTo>
                  <a:pt x="2294" y="31"/>
                  <a:pt x="2304" y="35"/>
                  <a:pt x="2321" y="35"/>
                </a:cubicBezTo>
                <a:cubicBezTo>
                  <a:pt x="2337" y="28"/>
                  <a:pt x="2347" y="33"/>
                  <a:pt x="2369" y="25"/>
                </a:cubicBezTo>
                <a:cubicBezTo>
                  <a:pt x="2326" y="22"/>
                  <a:pt x="2277" y="22"/>
                  <a:pt x="2250" y="26"/>
                </a:cubicBezTo>
                <a:cubicBezTo>
                  <a:pt x="2229" y="16"/>
                  <a:pt x="2142" y="16"/>
                  <a:pt x="2126" y="32"/>
                </a:cubicBezTo>
                <a:cubicBezTo>
                  <a:pt x="2126" y="23"/>
                  <a:pt x="2110" y="32"/>
                  <a:pt x="2099" y="29"/>
                </a:cubicBezTo>
                <a:cubicBezTo>
                  <a:pt x="2083" y="23"/>
                  <a:pt x="2121" y="25"/>
                  <a:pt x="2115" y="21"/>
                </a:cubicBezTo>
                <a:cubicBezTo>
                  <a:pt x="2083" y="21"/>
                  <a:pt x="2077" y="33"/>
                  <a:pt x="2045" y="31"/>
                </a:cubicBezTo>
                <a:cubicBezTo>
                  <a:pt x="2045" y="26"/>
                  <a:pt x="2067" y="28"/>
                  <a:pt x="2067" y="21"/>
                </a:cubicBezTo>
                <a:cubicBezTo>
                  <a:pt x="2056" y="23"/>
                  <a:pt x="2045" y="22"/>
                  <a:pt x="2034" y="25"/>
                </a:cubicBezTo>
                <a:cubicBezTo>
                  <a:pt x="2040" y="28"/>
                  <a:pt x="2051" y="38"/>
                  <a:pt x="2024" y="35"/>
                </a:cubicBezTo>
                <a:cubicBezTo>
                  <a:pt x="2024" y="29"/>
                  <a:pt x="2040" y="23"/>
                  <a:pt x="2018" y="18"/>
                </a:cubicBezTo>
                <a:cubicBezTo>
                  <a:pt x="1997" y="22"/>
                  <a:pt x="1986" y="18"/>
                  <a:pt x="1964" y="21"/>
                </a:cubicBezTo>
                <a:cubicBezTo>
                  <a:pt x="1975" y="29"/>
                  <a:pt x="2018" y="19"/>
                  <a:pt x="2007" y="28"/>
                </a:cubicBezTo>
                <a:cubicBezTo>
                  <a:pt x="1997" y="26"/>
                  <a:pt x="1927" y="32"/>
                  <a:pt x="1970" y="32"/>
                </a:cubicBezTo>
                <a:cubicBezTo>
                  <a:pt x="1948" y="35"/>
                  <a:pt x="1953" y="45"/>
                  <a:pt x="1927" y="40"/>
                </a:cubicBezTo>
                <a:cubicBezTo>
                  <a:pt x="1959" y="35"/>
                  <a:pt x="1905" y="28"/>
                  <a:pt x="1959" y="22"/>
                </a:cubicBezTo>
                <a:cubicBezTo>
                  <a:pt x="1932" y="16"/>
                  <a:pt x="1900" y="21"/>
                  <a:pt x="1867" y="21"/>
                </a:cubicBezTo>
                <a:cubicBezTo>
                  <a:pt x="1883" y="26"/>
                  <a:pt x="1900" y="25"/>
                  <a:pt x="1921" y="28"/>
                </a:cubicBezTo>
                <a:cubicBezTo>
                  <a:pt x="1900" y="28"/>
                  <a:pt x="1910" y="29"/>
                  <a:pt x="1894" y="33"/>
                </a:cubicBezTo>
                <a:cubicBezTo>
                  <a:pt x="1900" y="23"/>
                  <a:pt x="1873" y="35"/>
                  <a:pt x="1862" y="32"/>
                </a:cubicBezTo>
                <a:cubicBezTo>
                  <a:pt x="1840" y="26"/>
                  <a:pt x="1867" y="23"/>
                  <a:pt x="1851" y="19"/>
                </a:cubicBezTo>
                <a:cubicBezTo>
                  <a:pt x="1824" y="18"/>
                  <a:pt x="1829" y="28"/>
                  <a:pt x="1802" y="26"/>
                </a:cubicBezTo>
                <a:cubicBezTo>
                  <a:pt x="1797" y="23"/>
                  <a:pt x="1808" y="21"/>
                  <a:pt x="1802" y="18"/>
                </a:cubicBezTo>
                <a:cubicBezTo>
                  <a:pt x="1786" y="26"/>
                  <a:pt x="1759" y="26"/>
                  <a:pt x="1748" y="16"/>
                </a:cubicBezTo>
                <a:cubicBezTo>
                  <a:pt x="1711" y="21"/>
                  <a:pt x="1711" y="16"/>
                  <a:pt x="1678" y="26"/>
                </a:cubicBezTo>
                <a:cubicBezTo>
                  <a:pt x="1678" y="21"/>
                  <a:pt x="1640" y="19"/>
                  <a:pt x="1624" y="16"/>
                </a:cubicBezTo>
                <a:cubicBezTo>
                  <a:pt x="1592" y="22"/>
                  <a:pt x="1597" y="26"/>
                  <a:pt x="1575" y="26"/>
                </a:cubicBezTo>
                <a:cubicBezTo>
                  <a:pt x="1603" y="21"/>
                  <a:pt x="1549" y="19"/>
                  <a:pt x="1559" y="15"/>
                </a:cubicBezTo>
                <a:cubicBezTo>
                  <a:pt x="1532" y="18"/>
                  <a:pt x="1511" y="23"/>
                  <a:pt x="1489" y="15"/>
                </a:cubicBezTo>
                <a:cubicBezTo>
                  <a:pt x="1468" y="21"/>
                  <a:pt x="1441" y="25"/>
                  <a:pt x="1419" y="18"/>
                </a:cubicBezTo>
                <a:cubicBezTo>
                  <a:pt x="1403" y="21"/>
                  <a:pt x="1392" y="23"/>
                  <a:pt x="1376" y="26"/>
                </a:cubicBezTo>
                <a:cubicBezTo>
                  <a:pt x="1365" y="19"/>
                  <a:pt x="1344" y="25"/>
                  <a:pt x="1333" y="21"/>
                </a:cubicBezTo>
                <a:cubicBezTo>
                  <a:pt x="1349" y="18"/>
                  <a:pt x="1381" y="22"/>
                  <a:pt x="1371" y="15"/>
                </a:cubicBezTo>
                <a:cubicBezTo>
                  <a:pt x="1333" y="14"/>
                  <a:pt x="1290" y="23"/>
                  <a:pt x="1252" y="14"/>
                </a:cubicBezTo>
                <a:cubicBezTo>
                  <a:pt x="1225" y="21"/>
                  <a:pt x="1214" y="25"/>
                  <a:pt x="1187" y="19"/>
                </a:cubicBezTo>
                <a:cubicBezTo>
                  <a:pt x="1203" y="18"/>
                  <a:pt x="1235" y="18"/>
                  <a:pt x="1225" y="11"/>
                </a:cubicBezTo>
                <a:cubicBezTo>
                  <a:pt x="1209" y="14"/>
                  <a:pt x="1187" y="12"/>
                  <a:pt x="1171" y="15"/>
                </a:cubicBezTo>
                <a:cubicBezTo>
                  <a:pt x="1171" y="23"/>
                  <a:pt x="1192" y="25"/>
                  <a:pt x="1198" y="28"/>
                </a:cubicBezTo>
                <a:cubicBezTo>
                  <a:pt x="1176" y="23"/>
                  <a:pt x="1149" y="32"/>
                  <a:pt x="1133" y="25"/>
                </a:cubicBezTo>
                <a:cubicBezTo>
                  <a:pt x="1144" y="23"/>
                  <a:pt x="1155" y="26"/>
                  <a:pt x="1171" y="22"/>
                </a:cubicBezTo>
                <a:cubicBezTo>
                  <a:pt x="1149" y="16"/>
                  <a:pt x="1155" y="14"/>
                  <a:pt x="1133" y="10"/>
                </a:cubicBezTo>
                <a:cubicBezTo>
                  <a:pt x="1117" y="14"/>
                  <a:pt x="1084" y="12"/>
                  <a:pt x="1052" y="14"/>
                </a:cubicBezTo>
                <a:cubicBezTo>
                  <a:pt x="1047" y="21"/>
                  <a:pt x="1031" y="28"/>
                  <a:pt x="993" y="28"/>
                </a:cubicBezTo>
                <a:cubicBezTo>
                  <a:pt x="1009" y="25"/>
                  <a:pt x="998" y="23"/>
                  <a:pt x="1014" y="23"/>
                </a:cubicBezTo>
                <a:cubicBezTo>
                  <a:pt x="1009" y="18"/>
                  <a:pt x="993" y="18"/>
                  <a:pt x="982" y="18"/>
                </a:cubicBezTo>
                <a:cubicBezTo>
                  <a:pt x="982" y="16"/>
                  <a:pt x="987" y="16"/>
                  <a:pt x="982" y="15"/>
                </a:cubicBezTo>
                <a:cubicBezTo>
                  <a:pt x="1004" y="15"/>
                  <a:pt x="1036" y="22"/>
                  <a:pt x="1041" y="12"/>
                </a:cubicBezTo>
                <a:cubicBezTo>
                  <a:pt x="1009" y="8"/>
                  <a:pt x="987" y="14"/>
                  <a:pt x="966" y="10"/>
                </a:cubicBezTo>
                <a:cubicBezTo>
                  <a:pt x="950" y="16"/>
                  <a:pt x="912" y="18"/>
                  <a:pt x="890" y="16"/>
                </a:cubicBezTo>
                <a:cubicBezTo>
                  <a:pt x="906" y="19"/>
                  <a:pt x="885" y="22"/>
                  <a:pt x="885" y="25"/>
                </a:cubicBezTo>
                <a:cubicBezTo>
                  <a:pt x="869" y="12"/>
                  <a:pt x="912" y="16"/>
                  <a:pt x="923" y="10"/>
                </a:cubicBezTo>
                <a:cubicBezTo>
                  <a:pt x="869" y="11"/>
                  <a:pt x="842" y="4"/>
                  <a:pt x="831" y="18"/>
                </a:cubicBezTo>
                <a:cubicBezTo>
                  <a:pt x="831" y="15"/>
                  <a:pt x="831" y="12"/>
                  <a:pt x="825" y="10"/>
                </a:cubicBezTo>
                <a:cubicBezTo>
                  <a:pt x="804" y="16"/>
                  <a:pt x="787" y="8"/>
                  <a:pt x="771" y="6"/>
                </a:cubicBezTo>
                <a:cubicBezTo>
                  <a:pt x="750" y="8"/>
                  <a:pt x="744" y="18"/>
                  <a:pt x="734" y="15"/>
                </a:cubicBezTo>
                <a:cubicBezTo>
                  <a:pt x="723" y="12"/>
                  <a:pt x="739" y="5"/>
                  <a:pt x="717" y="8"/>
                </a:cubicBezTo>
                <a:cubicBezTo>
                  <a:pt x="717" y="10"/>
                  <a:pt x="712" y="18"/>
                  <a:pt x="696" y="15"/>
                </a:cubicBezTo>
                <a:cubicBezTo>
                  <a:pt x="690" y="12"/>
                  <a:pt x="712" y="10"/>
                  <a:pt x="690" y="5"/>
                </a:cubicBezTo>
                <a:cubicBezTo>
                  <a:pt x="680" y="15"/>
                  <a:pt x="647" y="15"/>
                  <a:pt x="631" y="25"/>
                </a:cubicBezTo>
                <a:cubicBezTo>
                  <a:pt x="631" y="21"/>
                  <a:pt x="626" y="23"/>
                  <a:pt x="615" y="19"/>
                </a:cubicBezTo>
                <a:cubicBezTo>
                  <a:pt x="642" y="15"/>
                  <a:pt x="631" y="12"/>
                  <a:pt x="658" y="11"/>
                </a:cubicBezTo>
                <a:cubicBezTo>
                  <a:pt x="637" y="10"/>
                  <a:pt x="593" y="0"/>
                  <a:pt x="583" y="10"/>
                </a:cubicBezTo>
                <a:cubicBezTo>
                  <a:pt x="593" y="8"/>
                  <a:pt x="599" y="11"/>
                  <a:pt x="593" y="12"/>
                </a:cubicBezTo>
                <a:cubicBezTo>
                  <a:pt x="555" y="11"/>
                  <a:pt x="550" y="23"/>
                  <a:pt x="529" y="29"/>
                </a:cubicBezTo>
                <a:cubicBezTo>
                  <a:pt x="485" y="18"/>
                  <a:pt x="566" y="16"/>
                  <a:pt x="561" y="8"/>
                </a:cubicBezTo>
                <a:cubicBezTo>
                  <a:pt x="512" y="2"/>
                  <a:pt x="421" y="16"/>
                  <a:pt x="453" y="31"/>
                </a:cubicBezTo>
                <a:cubicBezTo>
                  <a:pt x="431" y="29"/>
                  <a:pt x="404" y="33"/>
                  <a:pt x="383" y="28"/>
                </a:cubicBezTo>
                <a:cubicBezTo>
                  <a:pt x="431" y="21"/>
                  <a:pt x="453" y="18"/>
                  <a:pt x="453" y="5"/>
                </a:cubicBezTo>
                <a:cubicBezTo>
                  <a:pt x="404" y="6"/>
                  <a:pt x="415" y="15"/>
                  <a:pt x="367" y="21"/>
                </a:cubicBezTo>
                <a:cubicBezTo>
                  <a:pt x="356" y="18"/>
                  <a:pt x="350" y="19"/>
                  <a:pt x="340" y="16"/>
                </a:cubicBezTo>
                <a:cubicBezTo>
                  <a:pt x="372" y="18"/>
                  <a:pt x="350" y="6"/>
                  <a:pt x="377" y="8"/>
                </a:cubicBezTo>
                <a:cubicBezTo>
                  <a:pt x="329" y="5"/>
                  <a:pt x="280" y="10"/>
                  <a:pt x="237" y="6"/>
                </a:cubicBezTo>
                <a:cubicBezTo>
                  <a:pt x="215" y="21"/>
                  <a:pt x="107" y="10"/>
                  <a:pt x="102" y="23"/>
                </a:cubicBezTo>
                <a:moveTo>
                  <a:pt x="3600" y="87"/>
                </a:moveTo>
                <a:cubicBezTo>
                  <a:pt x="3600" y="90"/>
                  <a:pt x="3600" y="92"/>
                  <a:pt x="3611" y="94"/>
                </a:cubicBezTo>
                <a:cubicBezTo>
                  <a:pt x="3600" y="94"/>
                  <a:pt x="3594" y="96"/>
                  <a:pt x="3589" y="97"/>
                </a:cubicBezTo>
                <a:cubicBezTo>
                  <a:pt x="3584" y="96"/>
                  <a:pt x="3578" y="94"/>
                  <a:pt x="3573" y="96"/>
                </a:cubicBezTo>
                <a:cubicBezTo>
                  <a:pt x="3562" y="93"/>
                  <a:pt x="3594" y="90"/>
                  <a:pt x="3600" y="87"/>
                </a:cubicBezTo>
                <a:moveTo>
                  <a:pt x="2126" y="124"/>
                </a:moveTo>
                <a:cubicBezTo>
                  <a:pt x="2115" y="118"/>
                  <a:pt x="2094" y="124"/>
                  <a:pt x="2094" y="117"/>
                </a:cubicBezTo>
                <a:cubicBezTo>
                  <a:pt x="2132" y="121"/>
                  <a:pt x="2159" y="115"/>
                  <a:pt x="2175" y="108"/>
                </a:cubicBezTo>
                <a:cubicBezTo>
                  <a:pt x="2180" y="115"/>
                  <a:pt x="2153" y="120"/>
                  <a:pt x="2126" y="124"/>
                </a:cubicBezTo>
                <a:moveTo>
                  <a:pt x="2229" y="108"/>
                </a:moveTo>
                <a:cubicBezTo>
                  <a:pt x="2223" y="103"/>
                  <a:pt x="2261" y="98"/>
                  <a:pt x="2272" y="104"/>
                </a:cubicBezTo>
                <a:cubicBezTo>
                  <a:pt x="2277" y="103"/>
                  <a:pt x="2272" y="101"/>
                  <a:pt x="2267" y="100"/>
                </a:cubicBezTo>
                <a:cubicBezTo>
                  <a:pt x="2283" y="94"/>
                  <a:pt x="2288" y="100"/>
                  <a:pt x="2304" y="97"/>
                </a:cubicBezTo>
                <a:cubicBezTo>
                  <a:pt x="2299" y="101"/>
                  <a:pt x="2277" y="103"/>
                  <a:pt x="2261" y="110"/>
                </a:cubicBezTo>
                <a:cubicBezTo>
                  <a:pt x="2250" y="108"/>
                  <a:pt x="2240" y="104"/>
                  <a:pt x="2229" y="108"/>
                </a:cubicBezTo>
                <a:moveTo>
                  <a:pt x="2299" y="93"/>
                </a:moveTo>
                <a:cubicBezTo>
                  <a:pt x="2310" y="92"/>
                  <a:pt x="2315" y="90"/>
                  <a:pt x="2326" y="89"/>
                </a:cubicBezTo>
                <a:cubicBezTo>
                  <a:pt x="2337" y="96"/>
                  <a:pt x="2304" y="94"/>
                  <a:pt x="2342" y="100"/>
                </a:cubicBezTo>
                <a:cubicBezTo>
                  <a:pt x="2342" y="100"/>
                  <a:pt x="2347" y="98"/>
                  <a:pt x="2353" y="98"/>
                </a:cubicBezTo>
                <a:cubicBezTo>
                  <a:pt x="2364" y="103"/>
                  <a:pt x="2337" y="98"/>
                  <a:pt x="2326" y="103"/>
                </a:cubicBezTo>
                <a:cubicBezTo>
                  <a:pt x="2331" y="98"/>
                  <a:pt x="2310" y="97"/>
                  <a:pt x="2315" y="103"/>
                </a:cubicBezTo>
                <a:cubicBezTo>
                  <a:pt x="2310" y="107"/>
                  <a:pt x="2310" y="96"/>
                  <a:pt x="2299" y="93"/>
                </a:cubicBezTo>
                <a:moveTo>
                  <a:pt x="2267" y="118"/>
                </a:moveTo>
                <a:cubicBezTo>
                  <a:pt x="2256" y="114"/>
                  <a:pt x="2277" y="110"/>
                  <a:pt x="2294" y="110"/>
                </a:cubicBezTo>
                <a:cubicBezTo>
                  <a:pt x="2304" y="114"/>
                  <a:pt x="2277" y="118"/>
                  <a:pt x="2267" y="118"/>
                </a:cubicBezTo>
                <a:moveTo>
                  <a:pt x="2342" y="115"/>
                </a:moveTo>
                <a:cubicBezTo>
                  <a:pt x="2342" y="113"/>
                  <a:pt x="2342" y="111"/>
                  <a:pt x="2337" y="108"/>
                </a:cubicBezTo>
                <a:cubicBezTo>
                  <a:pt x="2353" y="104"/>
                  <a:pt x="2364" y="107"/>
                  <a:pt x="2374" y="106"/>
                </a:cubicBezTo>
                <a:cubicBezTo>
                  <a:pt x="2385" y="110"/>
                  <a:pt x="2353" y="111"/>
                  <a:pt x="2342" y="115"/>
                </a:cubicBezTo>
                <a:moveTo>
                  <a:pt x="2472" y="79"/>
                </a:moveTo>
                <a:cubicBezTo>
                  <a:pt x="2461" y="73"/>
                  <a:pt x="2493" y="76"/>
                  <a:pt x="2499" y="76"/>
                </a:cubicBezTo>
                <a:cubicBezTo>
                  <a:pt x="2499" y="79"/>
                  <a:pt x="2493" y="82"/>
                  <a:pt x="2499" y="86"/>
                </a:cubicBezTo>
                <a:cubicBezTo>
                  <a:pt x="2493" y="94"/>
                  <a:pt x="2493" y="70"/>
                  <a:pt x="2472" y="79"/>
                </a:cubicBezTo>
                <a:moveTo>
                  <a:pt x="2536" y="64"/>
                </a:moveTo>
                <a:cubicBezTo>
                  <a:pt x="2553" y="70"/>
                  <a:pt x="2542" y="76"/>
                  <a:pt x="2536" y="80"/>
                </a:cubicBezTo>
                <a:cubicBezTo>
                  <a:pt x="2520" y="74"/>
                  <a:pt x="2509" y="69"/>
                  <a:pt x="2536" y="64"/>
                </a:cubicBezTo>
                <a:moveTo>
                  <a:pt x="2472" y="114"/>
                </a:moveTo>
                <a:cubicBezTo>
                  <a:pt x="2466" y="113"/>
                  <a:pt x="2488" y="107"/>
                  <a:pt x="2461" y="111"/>
                </a:cubicBezTo>
                <a:cubicBezTo>
                  <a:pt x="2461" y="103"/>
                  <a:pt x="2428" y="110"/>
                  <a:pt x="2445" y="103"/>
                </a:cubicBezTo>
                <a:cubicBezTo>
                  <a:pt x="2493" y="101"/>
                  <a:pt x="2482" y="104"/>
                  <a:pt x="2520" y="101"/>
                </a:cubicBezTo>
                <a:cubicBezTo>
                  <a:pt x="2531" y="100"/>
                  <a:pt x="2520" y="106"/>
                  <a:pt x="2536" y="104"/>
                </a:cubicBezTo>
                <a:cubicBezTo>
                  <a:pt x="2531" y="113"/>
                  <a:pt x="2477" y="101"/>
                  <a:pt x="2472" y="114"/>
                </a:cubicBezTo>
                <a:moveTo>
                  <a:pt x="2553" y="87"/>
                </a:moveTo>
                <a:cubicBezTo>
                  <a:pt x="2558" y="89"/>
                  <a:pt x="2553" y="90"/>
                  <a:pt x="2547" y="92"/>
                </a:cubicBezTo>
                <a:cubicBezTo>
                  <a:pt x="2553" y="92"/>
                  <a:pt x="2558" y="93"/>
                  <a:pt x="2569" y="94"/>
                </a:cubicBezTo>
                <a:cubicBezTo>
                  <a:pt x="2542" y="101"/>
                  <a:pt x="2520" y="90"/>
                  <a:pt x="2553" y="87"/>
                </a:cubicBezTo>
                <a:moveTo>
                  <a:pt x="2569" y="110"/>
                </a:moveTo>
                <a:cubicBezTo>
                  <a:pt x="2563" y="111"/>
                  <a:pt x="2547" y="110"/>
                  <a:pt x="2553" y="113"/>
                </a:cubicBezTo>
                <a:cubicBezTo>
                  <a:pt x="2531" y="117"/>
                  <a:pt x="2542" y="104"/>
                  <a:pt x="2553" y="110"/>
                </a:cubicBezTo>
                <a:cubicBezTo>
                  <a:pt x="2553" y="107"/>
                  <a:pt x="2553" y="94"/>
                  <a:pt x="2580" y="103"/>
                </a:cubicBezTo>
                <a:cubicBezTo>
                  <a:pt x="2574" y="104"/>
                  <a:pt x="2574" y="103"/>
                  <a:pt x="2569" y="101"/>
                </a:cubicBezTo>
                <a:cubicBezTo>
                  <a:pt x="2569" y="104"/>
                  <a:pt x="2569" y="107"/>
                  <a:pt x="2569" y="110"/>
                </a:cubicBezTo>
                <a:moveTo>
                  <a:pt x="2623" y="97"/>
                </a:moveTo>
                <a:cubicBezTo>
                  <a:pt x="2628" y="94"/>
                  <a:pt x="2639" y="93"/>
                  <a:pt x="2634" y="92"/>
                </a:cubicBezTo>
                <a:cubicBezTo>
                  <a:pt x="2661" y="87"/>
                  <a:pt x="2644" y="101"/>
                  <a:pt x="2666" y="97"/>
                </a:cubicBezTo>
                <a:cubicBezTo>
                  <a:pt x="2671" y="101"/>
                  <a:pt x="2628" y="103"/>
                  <a:pt x="2623" y="97"/>
                </a:cubicBezTo>
                <a:moveTo>
                  <a:pt x="2715" y="90"/>
                </a:moveTo>
                <a:cubicBezTo>
                  <a:pt x="2704" y="86"/>
                  <a:pt x="2698" y="82"/>
                  <a:pt x="2715" y="79"/>
                </a:cubicBezTo>
                <a:cubicBezTo>
                  <a:pt x="2731" y="83"/>
                  <a:pt x="2742" y="87"/>
                  <a:pt x="2715" y="90"/>
                </a:cubicBezTo>
                <a:moveTo>
                  <a:pt x="2849" y="62"/>
                </a:moveTo>
                <a:cubicBezTo>
                  <a:pt x="2855" y="70"/>
                  <a:pt x="2817" y="66"/>
                  <a:pt x="2806" y="66"/>
                </a:cubicBezTo>
                <a:cubicBezTo>
                  <a:pt x="2801" y="60"/>
                  <a:pt x="2839" y="64"/>
                  <a:pt x="2849" y="62"/>
                </a:cubicBezTo>
                <a:moveTo>
                  <a:pt x="2785" y="76"/>
                </a:moveTo>
                <a:cubicBezTo>
                  <a:pt x="2790" y="72"/>
                  <a:pt x="2822" y="73"/>
                  <a:pt x="2844" y="69"/>
                </a:cubicBezTo>
                <a:cubicBezTo>
                  <a:pt x="2855" y="76"/>
                  <a:pt x="2822" y="73"/>
                  <a:pt x="2806" y="79"/>
                </a:cubicBezTo>
                <a:cubicBezTo>
                  <a:pt x="2795" y="77"/>
                  <a:pt x="2790" y="74"/>
                  <a:pt x="2785" y="76"/>
                </a:cubicBezTo>
                <a:moveTo>
                  <a:pt x="2790" y="100"/>
                </a:moveTo>
                <a:cubicBezTo>
                  <a:pt x="2769" y="100"/>
                  <a:pt x="2779" y="103"/>
                  <a:pt x="2763" y="106"/>
                </a:cubicBezTo>
                <a:cubicBezTo>
                  <a:pt x="2758" y="104"/>
                  <a:pt x="2758" y="103"/>
                  <a:pt x="2752" y="100"/>
                </a:cubicBezTo>
                <a:cubicBezTo>
                  <a:pt x="2779" y="101"/>
                  <a:pt x="2752" y="94"/>
                  <a:pt x="2779" y="92"/>
                </a:cubicBezTo>
                <a:cubicBezTo>
                  <a:pt x="2774" y="92"/>
                  <a:pt x="2763" y="89"/>
                  <a:pt x="2758" y="86"/>
                </a:cubicBezTo>
                <a:cubicBezTo>
                  <a:pt x="2763" y="86"/>
                  <a:pt x="2774" y="86"/>
                  <a:pt x="2769" y="84"/>
                </a:cubicBezTo>
                <a:cubicBezTo>
                  <a:pt x="2779" y="83"/>
                  <a:pt x="2785" y="86"/>
                  <a:pt x="2790" y="84"/>
                </a:cubicBezTo>
                <a:cubicBezTo>
                  <a:pt x="2795" y="87"/>
                  <a:pt x="2785" y="87"/>
                  <a:pt x="2785" y="86"/>
                </a:cubicBezTo>
                <a:cubicBezTo>
                  <a:pt x="2795" y="92"/>
                  <a:pt x="2774" y="96"/>
                  <a:pt x="2790" y="100"/>
                </a:cubicBezTo>
                <a:moveTo>
                  <a:pt x="2720" y="107"/>
                </a:moveTo>
                <a:cubicBezTo>
                  <a:pt x="2682" y="113"/>
                  <a:pt x="2661" y="108"/>
                  <a:pt x="2634" y="114"/>
                </a:cubicBezTo>
                <a:cubicBezTo>
                  <a:pt x="2634" y="106"/>
                  <a:pt x="2693" y="104"/>
                  <a:pt x="2720" y="107"/>
                </a:cubicBezTo>
                <a:moveTo>
                  <a:pt x="2634" y="124"/>
                </a:moveTo>
                <a:cubicBezTo>
                  <a:pt x="2623" y="121"/>
                  <a:pt x="2639" y="120"/>
                  <a:pt x="2634" y="117"/>
                </a:cubicBezTo>
                <a:cubicBezTo>
                  <a:pt x="2655" y="118"/>
                  <a:pt x="2671" y="121"/>
                  <a:pt x="2693" y="120"/>
                </a:cubicBezTo>
                <a:cubicBezTo>
                  <a:pt x="2693" y="130"/>
                  <a:pt x="2655" y="118"/>
                  <a:pt x="2634" y="124"/>
                </a:cubicBezTo>
                <a:moveTo>
                  <a:pt x="2806" y="87"/>
                </a:moveTo>
                <a:cubicBezTo>
                  <a:pt x="2795" y="77"/>
                  <a:pt x="2822" y="86"/>
                  <a:pt x="2844" y="79"/>
                </a:cubicBezTo>
                <a:cubicBezTo>
                  <a:pt x="2844" y="84"/>
                  <a:pt x="2844" y="87"/>
                  <a:pt x="2866" y="90"/>
                </a:cubicBezTo>
                <a:cubicBezTo>
                  <a:pt x="2882" y="87"/>
                  <a:pt x="2887" y="84"/>
                  <a:pt x="2882" y="82"/>
                </a:cubicBezTo>
                <a:cubicBezTo>
                  <a:pt x="2903" y="80"/>
                  <a:pt x="2892" y="87"/>
                  <a:pt x="2892" y="90"/>
                </a:cubicBezTo>
                <a:cubicBezTo>
                  <a:pt x="2839" y="96"/>
                  <a:pt x="2849" y="86"/>
                  <a:pt x="2806" y="87"/>
                </a:cubicBezTo>
                <a:moveTo>
                  <a:pt x="2974" y="57"/>
                </a:moveTo>
                <a:cubicBezTo>
                  <a:pt x="2974" y="62"/>
                  <a:pt x="2963" y="64"/>
                  <a:pt x="2947" y="67"/>
                </a:cubicBezTo>
                <a:cubicBezTo>
                  <a:pt x="2941" y="66"/>
                  <a:pt x="2936" y="64"/>
                  <a:pt x="2930" y="63"/>
                </a:cubicBezTo>
                <a:cubicBezTo>
                  <a:pt x="2947" y="59"/>
                  <a:pt x="2957" y="62"/>
                  <a:pt x="2974" y="57"/>
                </a:cubicBezTo>
                <a:moveTo>
                  <a:pt x="3060" y="60"/>
                </a:moveTo>
                <a:cubicBezTo>
                  <a:pt x="3044" y="63"/>
                  <a:pt x="3028" y="64"/>
                  <a:pt x="3017" y="59"/>
                </a:cubicBezTo>
                <a:cubicBezTo>
                  <a:pt x="3033" y="55"/>
                  <a:pt x="3049" y="55"/>
                  <a:pt x="3060" y="60"/>
                </a:cubicBezTo>
                <a:moveTo>
                  <a:pt x="2742" y="120"/>
                </a:moveTo>
                <a:cubicBezTo>
                  <a:pt x="2752" y="111"/>
                  <a:pt x="2790" y="110"/>
                  <a:pt x="2806" y="103"/>
                </a:cubicBezTo>
                <a:cubicBezTo>
                  <a:pt x="2828" y="113"/>
                  <a:pt x="2763" y="111"/>
                  <a:pt x="2785" y="118"/>
                </a:cubicBezTo>
                <a:cubicBezTo>
                  <a:pt x="2769" y="124"/>
                  <a:pt x="2758" y="118"/>
                  <a:pt x="2742" y="120"/>
                </a:cubicBezTo>
                <a:moveTo>
                  <a:pt x="2925" y="84"/>
                </a:moveTo>
                <a:cubicBezTo>
                  <a:pt x="2963" y="80"/>
                  <a:pt x="2947" y="74"/>
                  <a:pt x="2974" y="70"/>
                </a:cubicBezTo>
                <a:cubicBezTo>
                  <a:pt x="2990" y="74"/>
                  <a:pt x="3011" y="74"/>
                  <a:pt x="3033" y="67"/>
                </a:cubicBezTo>
                <a:cubicBezTo>
                  <a:pt x="3055" y="80"/>
                  <a:pt x="3001" y="72"/>
                  <a:pt x="2974" y="77"/>
                </a:cubicBezTo>
                <a:cubicBezTo>
                  <a:pt x="2963" y="80"/>
                  <a:pt x="3001" y="80"/>
                  <a:pt x="3006" y="82"/>
                </a:cubicBezTo>
                <a:cubicBezTo>
                  <a:pt x="2995" y="86"/>
                  <a:pt x="3028" y="92"/>
                  <a:pt x="3001" y="96"/>
                </a:cubicBezTo>
                <a:cubicBezTo>
                  <a:pt x="2995" y="82"/>
                  <a:pt x="2963" y="86"/>
                  <a:pt x="2925" y="84"/>
                </a:cubicBezTo>
                <a:moveTo>
                  <a:pt x="3022" y="87"/>
                </a:moveTo>
                <a:cubicBezTo>
                  <a:pt x="3033" y="87"/>
                  <a:pt x="3038" y="86"/>
                  <a:pt x="3044" y="84"/>
                </a:cubicBezTo>
                <a:cubicBezTo>
                  <a:pt x="3055" y="89"/>
                  <a:pt x="3060" y="86"/>
                  <a:pt x="3060" y="90"/>
                </a:cubicBezTo>
                <a:cubicBezTo>
                  <a:pt x="3049" y="92"/>
                  <a:pt x="3033" y="92"/>
                  <a:pt x="3022" y="87"/>
                </a:cubicBezTo>
                <a:moveTo>
                  <a:pt x="2849" y="121"/>
                </a:moveTo>
                <a:cubicBezTo>
                  <a:pt x="2844" y="114"/>
                  <a:pt x="2839" y="117"/>
                  <a:pt x="2833" y="111"/>
                </a:cubicBezTo>
                <a:cubicBezTo>
                  <a:pt x="2871" y="115"/>
                  <a:pt x="2909" y="100"/>
                  <a:pt x="2941" y="93"/>
                </a:cubicBezTo>
                <a:cubicBezTo>
                  <a:pt x="2957" y="101"/>
                  <a:pt x="2903" y="103"/>
                  <a:pt x="2898" y="108"/>
                </a:cubicBezTo>
                <a:cubicBezTo>
                  <a:pt x="2909" y="113"/>
                  <a:pt x="2914" y="111"/>
                  <a:pt x="2925" y="113"/>
                </a:cubicBezTo>
                <a:cubicBezTo>
                  <a:pt x="2952" y="108"/>
                  <a:pt x="2952" y="104"/>
                  <a:pt x="2968" y="98"/>
                </a:cubicBezTo>
                <a:cubicBezTo>
                  <a:pt x="2995" y="106"/>
                  <a:pt x="2947" y="108"/>
                  <a:pt x="2979" y="115"/>
                </a:cubicBezTo>
                <a:cubicBezTo>
                  <a:pt x="2930" y="113"/>
                  <a:pt x="2903" y="120"/>
                  <a:pt x="2849" y="121"/>
                </a:cubicBezTo>
                <a:moveTo>
                  <a:pt x="2984" y="104"/>
                </a:moveTo>
                <a:cubicBezTo>
                  <a:pt x="3011" y="97"/>
                  <a:pt x="3017" y="100"/>
                  <a:pt x="3038" y="93"/>
                </a:cubicBezTo>
                <a:cubicBezTo>
                  <a:pt x="3049" y="96"/>
                  <a:pt x="3038" y="97"/>
                  <a:pt x="3028" y="100"/>
                </a:cubicBezTo>
                <a:cubicBezTo>
                  <a:pt x="3033" y="101"/>
                  <a:pt x="3038" y="100"/>
                  <a:pt x="3038" y="100"/>
                </a:cubicBezTo>
                <a:cubicBezTo>
                  <a:pt x="3038" y="101"/>
                  <a:pt x="2995" y="103"/>
                  <a:pt x="2995" y="111"/>
                </a:cubicBezTo>
                <a:cubicBezTo>
                  <a:pt x="2974" y="114"/>
                  <a:pt x="3006" y="106"/>
                  <a:pt x="2984" y="104"/>
                </a:cubicBezTo>
                <a:moveTo>
                  <a:pt x="3060" y="93"/>
                </a:moveTo>
                <a:cubicBezTo>
                  <a:pt x="3082" y="87"/>
                  <a:pt x="3109" y="89"/>
                  <a:pt x="3114" y="77"/>
                </a:cubicBezTo>
                <a:cubicBezTo>
                  <a:pt x="3119" y="83"/>
                  <a:pt x="3136" y="79"/>
                  <a:pt x="3146" y="79"/>
                </a:cubicBezTo>
                <a:cubicBezTo>
                  <a:pt x="3136" y="84"/>
                  <a:pt x="3103" y="96"/>
                  <a:pt x="3060" y="93"/>
                </a:cubicBezTo>
                <a:moveTo>
                  <a:pt x="3168" y="120"/>
                </a:moveTo>
                <a:cubicBezTo>
                  <a:pt x="3146" y="115"/>
                  <a:pt x="3173" y="113"/>
                  <a:pt x="3168" y="110"/>
                </a:cubicBezTo>
                <a:cubicBezTo>
                  <a:pt x="3152" y="107"/>
                  <a:pt x="3168" y="115"/>
                  <a:pt x="3141" y="117"/>
                </a:cubicBezTo>
                <a:cubicBezTo>
                  <a:pt x="3125" y="113"/>
                  <a:pt x="3136" y="110"/>
                  <a:pt x="3146" y="106"/>
                </a:cubicBezTo>
                <a:cubicBezTo>
                  <a:pt x="3168" y="107"/>
                  <a:pt x="3184" y="111"/>
                  <a:pt x="3206" y="115"/>
                </a:cubicBezTo>
                <a:cubicBezTo>
                  <a:pt x="3200" y="120"/>
                  <a:pt x="3184" y="118"/>
                  <a:pt x="3168" y="120"/>
                </a:cubicBezTo>
                <a:moveTo>
                  <a:pt x="3297" y="83"/>
                </a:moveTo>
                <a:cubicBezTo>
                  <a:pt x="3303" y="89"/>
                  <a:pt x="3297" y="94"/>
                  <a:pt x="3270" y="98"/>
                </a:cubicBezTo>
                <a:cubicBezTo>
                  <a:pt x="3265" y="94"/>
                  <a:pt x="3254" y="93"/>
                  <a:pt x="3238" y="94"/>
                </a:cubicBezTo>
                <a:cubicBezTo>
                  <a:pt x="3238" y="93"/>
                  <a:pt x="3281" y="89"/>
                  <a:pt x="3297" y="83"/>
                </a:cubicBezTo>
                <a:moveTo>
                  <a:pt x="3200" y="111"/>
                </a:moveTo>
                <a:cubicBezTo>
                  <a:pt x="3195" y="108"/>
                  <a:pt x="3206" y="106"/>
                  <a:pt x="3200" y="103"/>
                </a:cubicBezTo>
                <a:cubicBezTo>
                  <a:pt x="3211" y="101"/>
                  <a:pt x="3222" y="103"/>
                  <a:pt x="3227" y="107"/>
                </a:cubicBezTo>
                <a:cubicBezTo>
                  <a:pt x="3216" y="111"/>
                  <a:pt x="3211" y="110"/>
                  <a:pt x="3200" y="111"/>
                </a:cubicBezTo>
                <a:moveTo>
                  <a:pt x="3303" y="97"/>
                </a:moveTo>
                <a:cubicBezTo>
                  <a:pt x="3308" y="92"/>
                  <a:pt x="3324" y="87"/>
                  <a:pt x="3319" y="82"/>
                </a:cubicBezTo>
                <a:cubicBezTo>
                  <a:pt x="3324" y="80"/>
                  <a:pt x="3324" y="83"/>
                  <a:pt x="3324" y="83"/>
                </a:cubicBezTo>
                <a:cubicBezTo>
                  <a:pt x="3341" y="86"/>
                  <a:pt x="3362" y="82"/>
                  <a:pt x="3373" y="87"/>
                </a:cubicBezTo>
                <a:cubicBezTo>
                  <a:pt x="3346" y="87"/>
                  <a:pt x="3330" y="96"/>
                  <a:pt x="3303" y="97"/>
                </a:cubicBezTo>
                <a:moveTo>
                  <a:pt x="3346" y="104"/>
                </a:moveTo>
                <a:cubicBezTo>
                  <a:pt x="3324" y="110"/>
                  <a:pt x="3314" y="103"/>
                  <a:pt x="3292" y="110"/>
                </a:cubicBezTo>
                <a:cubicBezTo>
                  <a:pt x="3287" y="107"/>
                  <a:pt x="3287" y="104"/>
                  <a:pt x="3292" y="103"/>
                </a:cubicBezTo>
                <a:cubicBezTo>
                  <a:pt x="3308" y="101"/>
                  <a:pt x="3330" y="100"/>
                  <a:pt x="3346" y="104"/>
                </a:cubicBezTo>
                <a:moveTo>
                  <a:pt x="3465" y="87"/>
                </a:moveTo>
                <a:cubicBezTo>
                  <a:pt x="3449" y="89"/>
                  <a:pt x="3432" y="87"/>
                  <a:pt x="3416" y="92"/>
                </a:cubicBezTo>
                <a:cubicBezTo>
                  <a:pt x="3411" y="89"/>
                  <a:pt x="3422" y="87"/>
                  <a:pt x="3416" y="84"/>
                </a:cubicBezTo>
                <a:cubicBezTo>
                  <a:pt x="3432" y="82"/>
                  <a:pt x="3449" y="82"/>
                  <a:pt x="3465" y="87"/>
                </a:cubicBezTo>
                <a:moveTo>
                  <a:pt x="3557" y="57"/>
                </a:moveTo>
                <a:cubicBezTo>
                  <a:pt x="3524" y="59"/>
                  <a:pt x="3551" y="64"/>
                  <a:pt x="3524" y="69"/>
                </a:cubicBezTo>
                <a:cubicBezTo>
                  <a:pt x="3519" y="69"/>
                  <a:pt x="3513" y="67"/>
                  <a:pt x="3502" y="69"/>
                </a:cubicBezTo>
                <a:cubicBezTo>
                  <a:pt x="3497" y="62"/>
                  <a:pt x="3530" y="48"/>
                  <a:pt x="3557" y="57"/>
                </a:cubicBezTo>
                <a:moveTo>
                  <a:pt x="3486" y="49"/>
                </a:moveTo>
                <a:cubicBezTo>
                  <a:pt x="3486" y="55"/>
                  <a:pt x="3470" y="59"/>
                  <a:pt x="3449" y="63"/>
                </a:cubicBezTo>
                <a:cubicBezTo>
                  <a:pt x="3443" y="62"/>
                  <a:pt x="3449" y="60"/>
                  <a:pt x="3454" y="59"/>
                </a:cubicBezTo>
                <a:cubicBezTo>
                  <a:pt x="3459" y="56"/>
                  <a:pt x="3449" y="57"/>
                  <a:pt x="3443" y="53"/>
                </a:cubicBezTo>
                <a:cubicBezTo>
                  <a:pt x="3454" y="52"/>
                  <a:pt x="3449" y="49"/>
                  <a:pt x="3459" y="48"/>
                </a:cubicBezTo>
                <a:cubicBezTo>
                  <a:pt x="3470" y="48"/>
                  <a:pt x="3476" y="50"/>
                  <a:pt x="3486" y="49"/>
                </a:cubicBezTo>
                <a:moveTo>
                  <a:pt x="3470" y="60"/>
                </a:moveTo>
                <a:cubicBezTo>
                  <a:pt x="3470" y="73"/>
                  <a:pt x="3411" y="80"/>
                  <a:pt x="3357" y="79"/>
                </a:cubicBezTo>
                <a:cubicBezTo>
                  <a:pt x="3357" y="72"/>
                  <a:pt x="3405" y="77"/>
                  <a:pt x="3416" y="69"/>
                </a:cubicBezTo>
                <a:cubicBezTo>
                  <a:pt x="3411" y="66"/>
                  <a:pt x="3400" y="66"/>
                  <a:pt x="3389" y="66"/>
                </a:cubicBezTo>
                <a:cubicBezTo>
                  <a:pt x="3389" y="63"/>
                  <a:pt x="3395" y="60"/>
                  <a:pt x="3411" y="57"/>
                </a:cubicBezTo>
                <a:cubicBezTo>
                  <a:pt x="3416" y="64"/>
                  <a:pt x="3443" y="67"/>
                  <a:pt x="3470" y="60"/>
                </a:cubicBezTo>
                <a:moveTo>
                  <a:pt x="3351" y="59"/>
                </a:moveTo>
                <a:cubicBezTo>
                  <a:pt x="3384" y="64"/>
                  <a:pt x="3335" y="66"/>
                  <a:pt x="3357" y="72"/>
                </a:cubicBezTo>
                <a:cubicBezTo>
                  <a:pt x="3346" y="73"/>
                  <a:pt x="3330" y="72"/>
                  <a:pt x="3335" y="74"/>
                </a:cubicBezTo>
                <a:cubicBezTo>
                  <a:pt x="3330" y="76"/>
                  <a:pt x="3324" y="73"/>
                  <a:pt x="3319" y="72"/>
                </a:cubicBezTo>
                <a:cubicBezTo>
                  <a:pt x="3346" y="67"/>
                  <a:pt x="3319" y="63"/>
                  <a:pt x="3351" y="59"/>
                </a:cubicBezTo>
                <a:moveTo>
                  <a:pt x="3292" y="73"/>
                </a:moveTo>
                <a:cubicBezTo>
                  <a:pt x="3303" y="79"/>
                  <a:pt x="3265" y="79"/>
                  <a:pt x="3260" y="82"/>
                </a:cubicBezTo>
                <a:cubicBezTo>
                  <a:pt x="3238" y="73"/>
                  <a:pt x="3287" y="76"/>
                  <a:pt x="3292" y="73"/>
                </a:cubicBezTo>
                <a:moveTo>
                  <a:pt x="3206" y="94"/>
                </a:moveTo>
                <a:cubicBezTo>
                  <a:pt x="3211" y="93"/>
                  <a:pt x="3173" y="92"/>
                  <a:pt x="3168" y="103"/>
                </a:cubicBezTo>
                <a:cubicBezTo>
                  <a:pt x="3119" y="96"/>
                  <a:pt x="3227" y="80"/>
                  <a:pt x="3238" y="70"/>
                </a:cubicBezTo>
                <a:cubicBezTo>
                  <a:pt x="3249" y="79"/>
                  <a:pt x="3222" y="86"/>
                  <a:pt x="3206" y="94"/>
                </a:cubicBezTo>
                <a:moveTo>
                  <a:pt x="3281" y="66"/>
                </a:moveTo>
                <a:cubicBezTo>
                  <a:pt x="3276" y="72"/>
                  <a:pt x="3249" y="66"/>
                  <a:pt x="3260" y="70"/>
                </a:cubicBezTo>
                <a:cubicBezTo>
                  <a:pt x="3238" y="74"/>
                  <a:pt x="3254" y="60"/>
                  <a:pt x="3227" y="64"/>
                </a:cubicBezTo>
                <a:cubicBezTo>
                  <a:pt x="3216" y="60"/>
                  <a:pt x="3243" y="64"/>
                  <a:pt x="3254" y="59"/>
                </a:cubicBezTo>
                <a:cubicBezTo>
                  <a:pt x="3260" y="64"/>
                  <a:pt x="3270" y="62"/>
                  <a:pt x="3281" y="66"/>
                </a:cubicBezTo>
                <a:moveTo>
                  <a:pt x="3281" y="63"/>
                </a:moveTo>
                <a:cubicBezTo>
                  <a:pt x="3270" y="56"/>
                  <a:pt x="3265" y="57"/>
                  <a:pt x="3260" y="52"/>
                </a:cubicBezTo>
                <a:cubicBezTo>
                  <a:pt x="3276" y="50"/>
                  <a:pt x="3308" y="59"/>
                  <a:pt x="3281" y="63"/>
                </a:cubicBezTo>
                <a:moveTo>
                  <a:pt x="3184" y="79"/>
                </a:moveTo>
                <a:cubicBezTo>
                  <a:pt x="3157" y="73"/>
                  <a:pt x="3190" y="69"/>
                  <a:pt x="3173" y="63"/>
                </a:cubicBezTo>
                <a:cubicBezTo>
                  <a:pt x="3206" y="60"/>
                  <a:pt x="3206" y="74"/>
                  <a:pt x="3184" y="79"/>
                </a:cubicBezTo>
                <a:moveTo>
                  <a:pt x="3103" y="72"/>
                </a:moveTo>
                <a:cubicBezTo>
                  <a:pt x="3087" y="60"/>
                  <a:pt x="3141" y="67"/>
                  <a:pt x="3157" y="60"/>
                </a:cubicBezTo>
                <a:cubicBezTo>
                  <a:pt x="3168" y="72"/>
                  <a:pt x="3109" y="60"/>
                  <a:pt x="3103" y="72"/>
                </a:cubicBezTo>
                <a:moveTo>
                  <a:pt x="3114" y="56"/>
                </a:moveTo>
                <a:cubicBezTo>
                  <a:pt x="3162" y="53"/>
                  <a:pt x="3114" y="49"/>
                  <a:pt x="3146" y="43"/>
                </a:cubicBezTo>
                <a:cubicBezTo>
                  <a:pt x="3152" y="43"/>
                  <a:pt x="3157" y="45"/>
                  <a:pt x="3162" y="46"/>
                </a:cubicBezTo>
                <a:cubicBezTo>
                  <a:pt x="3157" y="52"/>
                  <a:pt x="3157" y="69"/>
                  <a:pt x="3114" y="56"/>
                </a:cubicBezTo>
                <a:moveTo>
                  <a:pt x="3157" y="35"/>
                </a:moveTo>
                <a:cubicBezTo>
                  <a:pt x="3184" y="40"/>
                  <a:pt x="3146" y="46"/>
                  <a:pt x="3136" y="39"/>
                </a:cubicBezTo>
                <a:cubicBezTo>
                  <a:pt x="3141" y="35"/>
                  <a:pt x="3141" y="38"/>
                  <a:pt x="3157" y="35"/>
                </a:cubicBezTo>
                <a:moveTo>
                  <a:pt x="3114" y="46"/>
                </a:moveTo>
                <a:cubicBezTo>
                  <a:pt x="3119" y="53"/>
                  <a:pt x="3092" y="56"/>
                  <a:pt x="3071" y="55"/>
                </a:cubicBezTo>
                <a:cubicBezTo>
                  <a:pt x="3082" y="49"/>
                  <a:pt x="3076" y="48"/>
                  <a:pt x="3098" y="40"/>
                </a:cubicBezTo>
                <a:cubicBezTo>
                  <a:pt x="3098" y="40"/>
                  <a:pt x="3098" y="49"/>
                  <a:pt x="3114" y="46"/>
                </a:cubicBezTo>
                <a:moveTo>
                  <a:pt x="3055" y="42"/>
                </a:moveTo>
                <a:cubicBezTo>
                  <a:pt x="3049" y="45"/>
                  <a:pt x="3060" y="49"/>
                  <a:pt x="3060" y="53"/>
                </a:cubicBezTo>
                <a:cubicBezTo>
                  <a:pt x="3044" y="57"/>
                  <a:pt x="3038" y="52"/>
                  <a:pt x="3022" y="55"/>
                </a:cubicBezTo>
                <a:cubicBezTo>
                  <a:pt x="3022" y="52"/>
                  <a:pt x="3022" y="50"/>
                  <a:pt x="3033" y="48"/>
                </a:cubicBezTo>
                <a:cubicBezTo>
                  <a:pt x="3022" y="48"/>
                  <a:pt x="3017" y="46"/>
                  <a:pt x="3006" y="43"/>
                </a:cubicBezTo>
                <a:cubicBezTo>
                  <a:pt x="2979" y="46"/>
                  <a:pt x="3001" y="50"/>
                  <a:pt x="2979" y="53"/>
                </a:cubicBezTo>
                <a:cubicBezTo>
                  <a:pt x="2952" y="32"/>
                  <a:pt x="3017" y="43"/>
                  <a:pt x="3055" y="42"/>
                </a:cubicBezTo>
                <a:moveTo>
                  <a:pt x="2936" y="32"/>
                </a:moveTo>
                <a:cubicBezTo>
                  <a:pt x="2963" y="29"/>
                  <a:pt x="2925" y="38"/>
                  <a:pt x="2914" y="39"/>
                </a:cubicBezTo>
                <a:cubicBezTo>
                  <a:pt x="2925" y="45"/>
                  <a:pt x="2941" y="36"/>
                  <a:pt x="2947" y="42"/>
                </a:cubicBezTo>
                <a:cubicBezTo>
                  <a:pt x="2914" y="46"/>
                  <a:pt x="2963" y="52"/>
                  <a:pt x="2936" y="55"/>
                </a:cubicBezTo>
                <a:cubicBezTo>
                  <a:pt x="2920" y="45"/>
                  <a:pt x="2898" y="39"/>
                  <a:pt x="2892" y="33"/>
                </a:cubicBezTo>
                <a:cubicBezTo>
                  <a:pt x="2909" y="28"/>
                  <a:pt x="2920" y="40"/>
                  <a:pt x="2936" y="32"/>
                </a:cubicBezTo>
                <a:moveTo>
                  <a:pt x="2860" y="39"/>
                </a:moveTo>
                <a:cubicBezTo>
                  <a:pt x="2849" y="43"/>
                  <a:pt x="2882" y="49"/>
                  <a:pt x="2855" y="53"/>
                </a:cubicBezTo>
                <a:cubicBezTo>
                  <a:pt x="2866" y="55"/>
                  <a:pt x="2871" y="52"/>
                  <a:pt x="2882" y="56"/>
                </a:cubicBezTo>
                <a:cubicBezTo>
                  <a:pt x="2892" y="55"/>
                  <a:pt x="2887" y="52"/>
                  <a:pt x="2882" y="50"/>
                </a:cubicBezTo>
                <a:cubicBezTo>
                  <a:pt x="2909" y="50"/>
                  <a:pt x="2898" y="57"/>
                  <a:pt x="2941" y="59"/>
                </a:cubicBezTo>
                <a:cubicBezTo>
                  <a:pt x="2920" y="63"/>
                  <a:pt x="2914" y="67"/>
                  <a:pt x="2930" y="72"/>
                </a:cubicBezTo>
                <a:cubicBezTo>
                  <a:pt x="2914" y="73"/>
                  <a:pt x="2898" y="76"/>
                  <a:pt x="2887" y="72"/>
                </a:cubicBezTo>
                <a:cubicBezTo>
                  <a:pt x="2909" y="69"/>
                  <a:pt x="2898" y="62"/>
                  <a:pt x="2920" y="63"/>
                </a:cubicBezTo>
                <a:cubicBezTo>
                  <a:pt x="2892" y="53"/>
                  <a:pt x="2855" y="67"/>
                  <a:pt x="2828" y="55"/>
                </a:cubicBezTo>
                <a:cubicBezTo>
                  <a:pt x="2855" y="49"/>
                  <a:pt x="2822" y="40"/>
                  <a:pt x="2860" y="39"/>
                </a:cubicBezTo>
                <a:moveTo>
                  <a:pt x="2801" y="46"/>
                </a:moveTo>
                <a:cubicBezTo>
                  <a:pt x="2806" y="56"/>
                  <a:pt x="2769" y="56"/>
                  <a:pt x="2758" y="66"/>
                </a:cubicBezTo>
                <a:cubicBezTo>
                  <a:pt x="2731" y="62"/>
                  <a:pt x="2763" y="57"/>
                  <a:pt x="2758" y="53"/>
                </a:cubicBezTo>
                <a:cubicBezTo>
                  <a:pt x="2790" y="55"/>
                  <a:pt x="2779" y="48"/>
                  <a:pt x="2801" y="46"/>
                </a:cubicBezTo>
                <a:moveTo>
                  <a:pt x="2725" y="59"/>
                </a:moveTo>
                <a:cubicBezTo>
                  <a:pt x="2709" y="67"/>
                  <a:pt x="2731" y="67"/>
                  <a:pt x="2709" y="73"/>
                </a:cubicBezTo>
                <a:cubicBezTo>
                  <a:pt x="2704" y="69"/>
                  <a:pt x="2720" y="62"/>
                  <a:pt x="2693" y="64"/>
                </a:cubicBezTo>
                <a:cubicBezTo>
                  <a:pt x="2666" y="62"/>
                  <a:pt x="2715" y="64"/>
                  <a:pt x="2725" y="59"/>
                </a:cubicBezTo>
                <a:moveTo>
                  <a:pt x="2655" y="76"/>
                </a:moveTo>
                <a:cubicBezTo>
                  <a:pt x="2677" y="70"/>
                  <a:pt x="2671" y="72"/>
                  <a:pt x="2698" y="67"/>
                </a:cubicBezTo>
                <a:cubicBezTo>
                  <a:pt x="2709" y="73"/>
                  <a:pt x="2671" y="77"/>
                  <a:pt x="2666" y="82"/>
                </a:cubicBezTo>
                <a:cubicBezTo>
                  <a:pt x="2661" y="79"/>
                  <a:pt x="2650" y="77"/>
                  <a:pt x="2639" y="80"/>
                </a:cubicBezTo>
                <a:cubicBezTo>
                  <a:pt x="2628" y="69"/>
                  <a:pt x="2612" y="76"/>
                  <a:pt x="2596" y="76"/>
                </a:cubicBezTo>
                <a:cubicBezTo>
                  <a:pt x="2574" y="69"/>
                  <a:pt x="2617" y="73"/>
                  <a:pt x="2628" y="66"/>
                </a:cubicBezTo>
                <a:cubicBezTo>
                  <a:pt x="2634" y="74"/>
                  <a:pt x="2655" y="69"/>
                  <a:pt x="2655" y="76"/>
                </a:cubicBezTo>
                <a:moveTo>
                  <a:pt x="2736" y="45"/>
                </a:moveTo>
                <a:cubicBezTo>
                  <a:pt x="2742" y="48"/>
                  <a:pt x="2725" y="48"/>
                  <a:pt x="2720" y="45"/>
                </a:cubicBezTo>
                <a:cubicBezTo>
                  <a:pt x="2720" y="49"/>
                  <a:pt x="2725" y="52"/>
                  <a:pt x="2704" y="52"/>
                </a:cubicBezTo>
                <a:cubicBezTo>
                  <a:pt x="2704" y="49"/>
                  <a:pt x="2709" y="48"/>
                  <a:pt x="2698" y="45"/>
                </a:cubicBezTo>
                <a:cubicBezTo>
                  <a:pt x="2715" y="39"/>
                  <a:pt x="2725" y="48"/>
                  <a:pt x="2736" y="45"/>
                </a:cubicBezTo>
                <a:moveTo>
                  <a:pt x="2617" y="40"/>
                </a:moveTo>
                <a:cubicBezTo>
                  <a:pt x="2639" y="45"/>
                  <a:pt x="2607" y="46"/>
                  <a:pt x="2612" y="50"/>
                </a:cubicBezTo>
                <a:cubicBezTo>
                  <a:pt x="2617" y="50"/>
                  <a:pt x="2634" y="52"/>
                  <a:pt x="2623" y="55"/>
                </a:cubicBezTo>
                <a:cubicBezTo>
                  <a:pt x="2650" y="56"/>
                  <a:pt x="2666" y="48"/>
                  <a:pt x="2698" y="55"/>
                </a:cubicBezTo>
                <a:cubicBezTo>
                  <a:pt x="2677" y="55"/>
                  <a:pt x="2639" y="59"/>
                  <a:pt x="2623" y="64"/>
                </a:cubicBezTo>
                <a:cubicBezTo>
                  <a:pt x="2601" y="59"/>
                  <a:pt x="2607" y="48"/>
                  <a:pt x="2569" y="50"/>
                </a:cubicBezTo>
                <a:cubicBezTo>
                  <a:pt x="2574" y="45"/>
                  <a:pt x="2607" y="49"/>
                  <a:pt x="2617" y="40"/>
                </a:cubicBezTo>
                <a:moveTo>
                  <a:pt x="2558" y="46"/>
                </a:moveTo>
                <a:cubicBezTo>
                  <a:pt x="2542" y="50"/>
                  <a:pt x="2525" y="50"/>
                  <a:pt x="2558" y="59"/>
                </a:cubicBezTo>
                <a:cubicBezTo>
                  <a:pt x="2547" y="64"/>
                  <a:pt x="2531" y="64"/>
                  <a:pt x="2509" y="60"/>
                </a:cubicBezTo>
                <a:cubicBezTo>
                  <a:pt x="2525" y="57"/>
                  <a:pt x="2520" y="56"/>
                  <a:pt x="2515" y="57"/>
                </a:cubicBezTo>
                <a:cubicBezTo>
                  <a:pt x="2520" y="52"/>
                  <a:pt x="2536" y="46"/>
                  <a:pt x="2531" y="40"/>
                </a:cubicBezTo>
                <a:cubicBezTo>
                  <a:pt x="2547" y="36"/>
                  <a:pt x="2536" y="49"/>
                  <a:pt x="2558" y="46"/>
                </a:cubicBezTo>
                <a:moveTo>
                  <a:pt x="2466" y="55"/>
                </a:moveTo>
                <a:cubicBezTo>
                  <a:pt x="2488" y="66"/>
                  <a:pt x="2423" y="60"/>
                  <a:pt x="2401" y="62"/>
                </a:cubicBezTo>
                <a:cubicBezTo>
                  <a:pt x="2401" y="52"/>
                  <a:pt x="2385" y="67"/>
                  <a:pt x="2364" y="59"/>
                </a:cubicBezTo>
                <a:cubicBezTo>
                  <a:pt x="2407" y="50"/>
                  <a:pt x="2428" y="66"/>
                  <a:pt x="2466" y="55"/>
                </a:cubicBezTo>
                <a:moveTo>
                  <a:pt x="2121" y="106"/>
                </a:moveTo>
                <a:cubicBezTo>
                  <a:pt x="2115" y="104"/>
                  <a:pt x="2110" y="103"/>
                  <a:pt x="2105" y="100"/>
                </a:cubicBezTo>
                <a:cubicBezTo>
                  <a:pt x="2105" y="107"/>
                  <a:pt x="2083" y="110"/>
                  <a:pt x="2061" y="111"/>
                </a:cubicBezTo>
                <a:cubicBezTo>
                  <a:pt x="2051" y="101"/>
                  <a:pt x="2115" y="103"/>
                  <a:pt x="2110" y="96"/>
                </a:cubicBezTo>
                <a:cubicBezTo>
                  <a:pt x="2132" y="94"/>
                  <a:pt x="2153" y="103"/>
                  <a:pt x="2121" y="106"/>
                </a:cubicBezTo>
                <a:moveTo>
                  <a:pt x="2272" y="70"/>
                </a:moveTo>
                <a:cubicBezTo>
                  <a:pt x="2250" y="79"/>
                  <a:pt x="2240" y="67"/>
                  <a:pt x="2218" y="73"/>
                </a:cubicBezTo>
                <a:cubicBezTo>
                  <a:pt x="2213" y="70"/>
                  <a:pt x="2223" y="67"/>
                  <a:pt x="2240" y="64"/>
                </a:cubicBezTo>
                <a:cubicBezTo>
                  <a:pt x="2261" y="66"/>
                  <a:pt x="2250" y="67"/>
                  <a:pt x="2272" y="70"/>
                </a:cubicBezTo>
                <a:moveTo>
                  <a:pt x="2380" y="42"/>
                </a:moveTo>
                <a:cubicBezTo>
                  <a:pt x="2391" y="48"/>
                  <a:pt x="2347" y="49"/>
                  <a:pt x="2342" y="52"/>
                </a:cubicBezTo>
                <a:cubicBezTo>
                  <a:pt x="2331" y="48"/>
                  <a:pt x="2331" y="43"/>
                  <a:pt x="2347" y="40"/>
                </a:cubicBezTo>
                <a:cubicBezTo>
                  <a:pt x="2337" y="49"/>
                  <a:pt x="2364" y="48"/>
                  <a:pt x="2380" y="42"/>
                </a:cubicBezTo>
                <a:moveTo>
                  <a:pt x="2024" y="111"/>
                </a:moveTo>
                <a:cubicBezTo>
                  <a:pt x="2024" y="115"/>
                  <a:pt x="1964" y="115"/>
                  <a:pt x="1970" y="110"/>
                </a:cubicBezTo>
                <a:cubicBezTo>
                  <a:pt x="1980" y="111"/>
                  <a:pt x="1997" y="111"/>
                  <a:pt x="2013" y="106"/>
                </a:cubicBezTo>
                <a:cubicBezTo>
                  <a:pt x="2024" y="107"/>
                  <a:pt x="2002" y="114"/>
                  <a:pt x="2024" y="111"/>
                </a:cubicBezTo>
                <a:moveTo>
                  <a:pt x="2099" y="83"/>
                </a:moveTo>
                <a:cubicBezTo>
                  <a:pt x="2094" y="80"/>
                  <a:pt x="2142" y="77"/>
                  <a:pt x="2110" y="76"/>
                </a:cubicBezTo>
                <a:cubicBezTo>
                  <a:pt x="2105" y="69"/>
                  <a:pt x="2137" y="77"/>
                  <a:pt x="2148" y="76"/>
                </a:cubicBezTo>
                <a:cubicBezTo>
                  <a:pt x="2159" y="70"/>
                  <a:pt x="2180" y="62"/>
                  <a:pt x="2202" y="67"/>
                </a:cubicBezTo>
                <a:cubicBezTo>
                  <a:pt x="2169" y="82"/>
                  <a:pt x="2142" y="74"/>
                  <a:pt x="2099" y="83"/>
                </a:cubicBezTo>
                <a:moveTo>
                  <a:pt x="2250" y="52"/>
                </a:moveTo>
                <a:cubicBezTo>
                  <a:pt x="2256" y="56"/>
                  <a:pt x="2218" y="60"/>
                  <a:pt x="2207" y="53"/>
                </a:cubicBezTo>
                <a:cubicBezTo>
                  <a:pt x="2223" y="49"/>
                  <a:pt x="2240" y="55"/>
                  <a:pt x="2250" y="52"/>
                </a:cubicBezTo>
                <a:moveTo>
                  <a:pt x="1932" y="107"/>
                </a:moveTo>
                <a:cubicBezTo>
                  <a:pt x="1932" y="108"/>
                  <a:pt x="1937" y="108"/>
                  <a:pt x="1943" y="107"/>
                </a:cubicBezTo>
                <a:cubicBezTo>
                  <a:pt x="1948" y="110"/>
                  <a:pt x="1937" y="110"/>
                  <a:pt x="1937" y="108"/>
                </a:cubicBezTo>
                <a:cubicBezTo>
                  <a:pt x="1921" y="111"/>
                  <a:pt x="1948" y="113"/>
                  <a:pt x="1953" y="113"/>
                </a:cubicBezTo>
                <a:cubicBezTo>
                  <a:pt x="1959" y="114"/>
                  <a:pt x="1948" y="117"/>
                  <a:pt x="1943" y="115"/>
                </a:cubicBezTo>
                <a:cubicBezTo>
                  <a:pt x="1937" y="115"/>
                  <a:pt x="1937" y="117"/>
                  <a:pt x="1943" y="118"/>
                </a:cubicBezTo>
                <a:cubicBezTo>
                  <a:pt x="1937" y="118"/>
                  <a:pt x="1932" y="117"/>
                  <a:pt x="1937" y="115"/>
                </a:cubicBezTo>
                <a:cubicBezTo>
                  <a:pt x="1927" y="113"/>
                  <a:pt x="1916" y="117"/>
                  <a:pt x="1905" y="113"/>
                </a:cubicBezTo>
                <a:cubicBezTo>
                  <a:pt x="1921" y="113"/>
                  <a:pt x="1927" y="110"/>
                  <a:pt x="1927" y="106"/>
                </a:cubicBezTo>
                <a:cubicBezTo>
                  <a:pt x="1932" y="104"/>
                  <a:pt x="1932" y="107"/>
                  <a:pt x="1932" y="107"/>
                </a:cubicBezTo>
                <a:moveTo>
                  <a:pt x="1943" y="87"/>
                </a:moveTo>
                <a:cubicBezTo>
                  <a:pt x="1943" y="84"/>
                  <a:pt x="1948" y="84"/>
                  <a:pt x="1964" y="80"/>
                </a:cubicBezTo>
                <a:cubicBezTo>
                  <a:pt x="1970" y="82"/>
                  <a:pt x="1964" y="83"/>
                  <a:pt x="1959" y="84"/>
                </a:cubicBezTo>
                <a:cubicBezTo>
                  <a:pt x="1986" y="83"/>
                  <a:pt x="1980" y="93"/>
                  <a:pt x="2013" y="89"/>
                </a:cubicBezTo>
                <a:cubicBezTo>
                  <a:pt x="1991" y="100"/>
                  <a:pt x="1975" y="80"/>
                  <a:pt x="1943" y="87"/>
                </a:cubicBezTo>
                <a:moveTo>
                  <a:pt x="2218" y="33"/>
                </a:moveTo>
                <a:cubicBezTo>
                  <a:pt x="2234" y="33"/>
                  <a:pt x="2250" y="33"/>
                  <a:pt x="2267" y="33"/>
                </a:cubicBezTo>
                <a:cubicBezTo>
                  <a:pt x="2267" y="46"/>
                  <a:pt x="2240" y="33"/>
                  <a:pt x="2218" y="36"/>
                </a:cubicBezTo>
                <a:cubicBezTo>
                  <a:pt x="2218" y="33"/>
                  <a:pt x="2207" y="31"/>
                  <a:pt x="2213" y="29"/>
                </a:cubicBezTo>
                <a:cubicBezTo>
                  <a:pt x="2207" y="22"/>
                  <a:pt x="2229" y="32"/>
                  <a:pt x="2218" y="33"/>
                </a:cubicBezTo>
                <a:moveTo>
                  <a:pt x="1862" y="101"/>
                </a:moveTo>
                <a:cubicBezTo>
                  <a:pt x="1878" y="107"/>
                  <a:pt x="1905" y="96"/>
                  <a:pt x="1921" y="101"/>
                </a:cubicBezTo>
                <a:cubicBezTo>
                  <a:pt x="1873" y="103"/>
                  <a:pt x="1883" y="115"/>
                  <a:pt x="1845" y="111"/>
                </a:cubicBezTo>
                <a:cubicBezTo>
                  <a:pt x="1851" y="108"/>
                  <a:pt x="1856" y="108"/>
                  <a:pt x="1862" y="111"/>
                </a:cubicBezTo>
                <a:cubicBezTo>
                  <a:pt x="1856" y="97"/>
                  <a:pt x="1797" y="107"/>
                  <a:pt x="1770" y="103"/>
                </a:cubicBezTo>
                <a:cubicBezTo>
                  <a:pt x="1819" y="97"/>
                  <a:pt x="1851" y="98"/>
                  <a:pt x="1873" y="94"/>
                </a:cubicBezTo>
                <a:cubicBezTo>
                  <a:pt x="1873" y="96"/>
                  <a:pt x="1867" y="98"/>
                  <a:pt x="1862" y="101"/>
                </a:cubicBezTo>
                <a:moveTo>
                  <a:pt x="1937" y="77"/>
                </a:moveTo>
                <a:cubicBezTo>
                  <a:pt x="1932" y="73"/>
                  <a:pt x="1916" y="69"/>
                  <a:pt x="1948" y="67"/>
                </a:cubicBezTo>
                <a:cubicBezTo>
                  <a:pt x="1964" y="72"/>
                  <a:pt x="1959" y="74"/>
                  <a:pt x="1937" y="77"/>
                </a:cubicBezTo>
                <a:moveTo>
                  <a:pt x="2067" y="45"/>
                </a:moveTo>
                <a:cubicBezTo>
                  <a:pt x="2072" y="52"/>
                  <a:pt x="2040" y="52"/>
                  <a:pt x="2029" y="49"/>
                </a:cubicBezTo>
                <a:cubicBezTo>
                  <a:pt x="2034" y="53"/>
                  <a:pt x="2002" y="56"/>
                  <a:pt x="2018" y="62"/>
                </a:cubicBezTo>
                <a:cubicBezTo>
                  <a:pt x="2007" y="62"/>
                  <a:pt x="2002" y="59"/>
                  <a:pt x="1991" y="62"/>
                </a:cubicBezTo>
                <a:cubicBezTo>
                  <a:pt x="2002" y="53"/>
                  <a:pt x="2029" y="45"/>
                  <a:pt x="2067" y="45"/>
                </a:cubicBezTo>
                <a:moveTo>
                  <a:pt x="1279" y="108"/>
                </a:moveTo>
                <a:cubicBezTo>
                  <a:pt x="1268" y="104"/>
                  <a:pt x="1300" y="107"/>
                  <a:pt x="1306" y="104"/>
                </a:cubicBezTo>
                <a:cubicBezTo>
                  <a:pt x="1317" y="108"/>
                  <a:pt x="1327" y="111"/>
                  <a:pt x="1306" y="114"/>
                </a:cubicBezTo>
                <a:cubicBezTo>
                  <a:pt x="1300" y="113"/>
                  <a:pt x="1290" y="106"/>
                  <a:pt x="1279" y="108"/>
                </a:cubicBezTo>
                <a:moveTo>
                  <a:pt x="1403" y="90"/>
                </a:moveTo>
                <a:cubicBezTo>
                  <a:pt x="1419" y="87"/>
                  <a:pt x="1430" y="84"/>
                  <a:pt x="1425" y="82"/>
                </a:cubicBezTo>
                <a:cubicBezTo>
                  <a:pt x="1452" y="83"/>
                  <a:pt x="1414" y="94"/>
                  <a:pt x="1408" y="98"/>
                </a:cubicBezTo>
                <a:cubicBezTo>
                  <a:pt x="1403" y="97"/>
                  <a:pt x="1397" y="96"/>
                  <a:pt x="1392" y="94"/>
                </a:cubicBezTo>
                <a:cubicBezTo>
                  <a:pt x="1403" y="93"/>
                  <a:pt x="1403" y="96"/>
                  <a:pt x="1408" y="96"/>
                </a:cubicBezTo>
                <a:cubicBezTo>
                  <a:pt x="1419" y="94"/>
                  <a:pt x="1408" y="93"/>
                  <a:pt x="1403" y="90"/>
                </a:cubicBezTo>
                <a:moveTo>
                  <a:pt x="1338" y="115"/>
                </a:moveTo>
                <a:cubicBezTo>
                  <a:pt x="1327" y="111"/>
                  <a:pt x="1344" y="108"/>
                  <a:pt x="1354" y="104"/>
                </a:cubicBezTo>
                <a:cubicBezTo>
                  <a:pt x="1371" y="111"/>
                  <a:pt x="1365" y="114"/>
                  <a:pt x="1338" y="115"/>
                </a:cubicBezTo>
                <a:moveTo>
                  <a:pt x="1468" y="90"/>
                </a:moveTo>
                <a:cubicBezTo>
                  <a:pt x="1441" y="83"/>
                  <a:pt x="1500" y="84"/>
                  <a:pt x="1484" y="82"/>
                </a:cubicBezTo>
                <a:cubicBezTo>
                  <a:pt x="1516" y="82"/>
                  <a:pt x="1489" y="90"/>
                  <a:pt x="1468" y="90"/>
                </a:cubicBezTo>
                <a:moveTo>
                  <a:pt x="1554" y="66"/>
                </a:moveTo>
                <a:cubicBezTo>
                  <a:pt x="1565" y="69"/>
                  <a:pt x="1581" y="69"/>
                  <a:pt x="1559" y="60"/>
                </a:cubicBezTo>
                <a:cubicBezTo>
                  <a:pt x="1581" y="59"/>
                  <a:pt x="1570" y="62"/>
                  <a:pt x="1581" y="66"/>
                </a:cubicBezTo>
                <a:cubicBezTo>
                  <a:pt x="1586" y="63"/>
                  <a:pt x="1581" y="62"/>
                  <a:pt x="1592" y="59"/>
                </a:cubicBezTo>
                <a:cubicBezTo>
                  <a:pt x="1586" y="64"/>
                  <a:pt x="1613" y="62"/>
                  <a:pt x="1624" y="67"/>
                </a:cubicBezTo>
                <a:cubicBezTo>
                  <a:pt x="1624" y="70"/>
                  <a:pt x="1619" y="72"/>
                  <a:pt x="1608" y="74"/>
                </a:cubicBezTo>
                <a:cubicBezTo>
                  <a:pt x="1624" y="63"/>
                  <a:pt x="1570" y="70"/>
                  <a:pt x="1570" y="74"/>
                </a:cubicBezTo>
                <a:cubicBezTo>
                  <a:pt x="1543" y="76"/>
                  <a:pt x="1565" y="69"/>
                  <a:pt x="1554" y="66"/>
                </a:cubicBezTo>
                <a:moveTo>
                  <a:pt x="1457" y="97"/>
                </a:moveTo>
                <a:cubicBezTo>
                  <a:pt x="1462" y="98"/>
                  <a:pt x="1457" y="100"/>
                  <a:pt x="1452" y="100"/>
                </a:cubicBezTo>
                <a:cubicBezTo>
                  <a:pt x="1457" y="101"/>
                  <a:pt x="1468" y="101"/>
                  <a:pt x="1473" y="104"/>
                </a:cubicBezTo>
                <a:cubicBezTo>
                  <a:pt x="1473" y="101"/>
                  <a:pt x="1479" y="100"/>
                  <a:pt x="1489" y="103"/>
                </a:cubicBezTo>
                <a:cubicBezTo>
                  <a:pt x="1462" y="107"/>
                  <a:pt x="1457" y="111"/>
                  <a:pt x="1441" y="115"/>
                </a:cubicBezTo>
                <a:cubicBezTo>
                  <a:pt x="1435" y="108"/>
                  <a:pt x="1441" y="103"/>
                  <a:pt x="1457" y="97"/>
                </a:cubicBezTo>
                <a:moveTo>
                  <a:pt x="1635" y="66"/>
                </a:moveTo>
                <a:cubicBezTo>
                  <a:pt x="1640" y="63"/>
                  <a:pt x="1651" y="63"/>
                  <a:pt x="1662" y="66"/>
                </a:cubicBezTo>
                <a:cubicBezTo>
                  <a:pt x="1657" y="67"/>
                  <a:pt x="1651" y="66"/>
                  <a:pt x="1651" y="64"/>
                </a:cubicBezTo>
                <a:cubicBezTo>
                  <a:pt x="1646" y="67"/>
                  <a:pt x="1678" y="73"/>
                  <a:pt x="1651" y="79"/>
                </a:cubicBezTo>
                <a:cubicBezTo>
                  <a:pt x="1630" y="73"/>
                  <a:pt x="1657" y="70"/>
                  <a:pt x="1635" y="66"/>
                </a:cubicBezTo>
                <a:moveTo>
                  <a:pt x="1775" y="45"/>
                </a:moveTo>
                <a:cubicBezTo>
                  <a:pt x="1786" y="48"/>
                  <a:pt x="1775" y="49"/>
                  <a:pt x="1770" y="50"/>
                </a:cubicBezTo>
                <a:cubicBezTo>
                  <a:pt x="1781" y="56"/>
                  <a:pt x="1792" y="53"/>
                  <a:pt x="1802" y="57"/>
                </a:cubicBezTo>
                <a:cubicBezTo>
                  <a:pt x="1775" y="59"/>
                  <a:pt x="1743" y="50"/>
                  <a:pt x="1775" y="45"/>
                </a:cubicBezTo>
                <a:moveTo>
                  <a:pt x="1759" y="66"/>
                </a:moveTo>
                <a:cubicBezTo>
                  <a:pt x="1705" y="69"/>
                  <a:pt x="1721" y="80"/>
                  <a:pt x="1694" y="87"/>
                </a:cubicBezTo>
                <a:cubicBezTo>
                  <a:pt x="1684" y="87"/>
                  <a:pt x="1684" y="86"/>
                  <a:pt x="1689" y="86"/>
                </a:cubicBezTo>
                <a:cubicBezTo>
                  <a:pt x="1684" y="84"/>
                  <a:pt x="1678" y="86"/>
                  <a:pt x="1673" y="86"/>
                </a:cubicBezTo>
                <a:cubicBezTo>
                  <a:pt x="1662" y="80"/>
                  <a:pt x="1700" y="77"/>
                  <a:pt x="1711" y="76"/>
                </a:cubicBezTo>
                <a:cubicBezTo>
                  <a:pt x="1700" y="74"/>
                  <a:pt x="1694" y="74"/>
                  <a:pt x="1684" y="76"/>
                </a:cubicBezTo>
                <a:cubicBezTo>
                  <a:pt x="1705" y="72"/>
                  <a:pt x="1721" y="55"/>
                  <a:pt x="1759" y="66"/>
                </a:cubicBezTo>
                <a:moveTo>
                  <a:pt x="1597" y="107"/>
                </a:moveTo>
                <a:cubicBezTo>
                  <a:pt x="1592" y="104"/>
                  <a:pt x="1603" y="106"/>
                  <a:pt x="1608" y="104"/>
                </a:cubicBezTo>
                <a:cubicBezTo>
                  <a:pt x="1586" y="103"/>
                  <a:pt x="1586" y="104"/>
                  <a:pt x="1581" y="97"/>
                </a:cubicBezTo>
                <a:cubicBezTo>
                  <a:pt x="1586" y="96"/>
                  <a:pt x="1592" y="98"/>
                  <a:pt x="1597" y="100"/>
                </a:cubicBezTo>
                <a:cubicBezTo>
                  <a:pt x="1603" y="98"/>
                  <a:pt x="1597" y="97"/>
                  <a:pt x="1597" y="97"/>
                </a:cubicBezTo>
                <a:cubicBezTo>
                  <a:pt x="1603" y="96"/>
                  <a:pt x="1613" y="98"/>
                  <a:pt x="1608" y="100"/>
                </a:cubicBezTo>
                <a:cubicBezTo>
                  <a:pt x="1608" y="101"/>
                  <a:pt x="1613" y="103"/>
                  <a:pt x="1619" y="101"/>
                </a:cubicBezTo>
                <a:cubicBezTo>
                  <a:pt x="1630" y="106"/>
                  <a:pt x="1603" y="107"/>
                  <a:pt x="1597" y="107"/>
                </a:cubicBezTo>
                <a:moveTo>
                  <a:pt x="1802" y="93"/>
                </a:moveTo>
                <a:cubicBezTo>
                  <a:pt x="1781" y="96"/>
                  <a:pt x="1765" y="96"/>
                  <a:pt x="1748" y="92"/>
                </a:cubicBezTo>
                <a:cubicBezTo>
                  <a:pt x="1765" y="89"/>
                  <a:pt x="1797" y="92"/>
                  <a:pt x="1781" y="83"/>
                </a:cubicBezTo>
                <a:cubicBezTo>
                  <a:pt x="1792" y="79"/>
                  <a:pt x="1797" y="87"/>
                  <a:pt x="1808" y="89"/>
                </a:cubicBezTo>
                <a:cubicBezTo>
                  <a:pt x="1802" y="90"/>
                  <a:pt x="1797" y="92"/>
                  <a:pt x="1802" y="93"/>
                </a:cubicBezTo>
                <a:moveTo>
                  <a:pt x="1873" y="76"/>
                </a:moveTo>
                <a:cubicBezTo>
                  <a:pt x="1862" y="70"/>
                  <a:pt x="1867" y="66"/>
                  <a:pt x="1862" y="62"/>
                </a:cubicBezTo>
                <a:cubicBezTo>
                  <a:pt x="1894" y="60"/>
                  <a:pt x="1894" y="70"/>
                  <a:pt x="1873" y="76"/>
                </a:cubicBezTo>
                <a:moveTo>
                  <a:pt x="1921" y="48"/>
                </a:moveTo>
                <a:cubicBezTo>
                  <a:pt x="1937" y="53"/>
                  <a:pt x="1916" y="56"/>
                  <a:pt x="1921" y="60"/>
                </a:cubicBezTo>
                <a:cubicBezTo>
                  <a:pt x="1910" y="62"/>
                  <a:pt x="1905" y="59"/>
                  <a:pt x="1900" y="57"/>
                </a:cubicBezTo>
                <a:cubicBezTo>
                  <a:pt x="1927" y="55"/>
                  <a:pt x="1900" y="50"/>
                  <a:pt x="1921" y="48"/>
                </a:cubicBezTo>
                <a:moveTo>
                  <a:pt x="1835" y="69"/>
                </a:moveTo>
                <a:cubicBezTo>
                  <a:pt x="1824" y="73"/>
                  <a:pt x="1808" y="77"/>
                  <a:pt x="1829" y="83"/>
                </a:cubicBezTo>
                <a:cubicBezTo>
                  <a:pt x="1802" y="83"/>
                  <a:pt x="1802" y="72"/>
                  <a:pt x="1802" y="67"/>
                </a:cubicBezTo>
                <a:cubicBezTo>
                  <a:pt x="1781" y="66"/>
                  <a:pt x="1781" y="67"/>
                  <a:pt x="1765" y="72"/>
                </a:cubicBezTo>
                <a:cubicBezTo>
                  <a:pt x="1759" y="69"/>
                  <a:pt x="1786" y="66"/>
                  <a:pt x="1775" y="62"/>
                </a:cubicBezTo>
                <a:cubicBezTo>
                  <a:pt x="1786" y="62"/>
                  <a:pt x="1819" y="70"/>
                  <a:pt x="1813" y="62"/>
                </a:cubicBezTo>
                <a:cubicBezTo>
                  <a:pt x="1829" y="59"/>
                  <a:pt x="1813" y="66"/>
                  <a:pt x="1835" y="69"/>
                </a:cubicBezTo>
                <a:moveTo>
                  <a:pt x="1878" y="40"/>
                </a:moveTo>
                <a:cubicBezTo>
                  <a:pt x="1873" y="48"/>
                  <a:pt x="1851" y="52"/>
                  <a:pt x="1824" y="57"/>
                </a:cubicBezTo>
                <a:cubicBezTo>
                  <a:pt x="1829" y="48"/>
                  <a:pt x="1851" y="42"/>
                  <a:pt x="1878" y="36"/>
                </a:cubicBezTo>
                <a:cubicBezTo>
                  <a:pt x="1883" y="39"/>
                  <a:pt x="1845" y="46"/>
                  <a:pt x="1878" y="40"/>
                </a:cubicBezTo>
                <a:moveTo>
                  <a:pt x="1792" y="52"/>
                </a:moveTo>
                <a:cubicBezTo>
                  <a:pt x="1786" y="42"/>
                  <a:pt x="1797" y="36"/>
                  <a:pt x="1813" y="32"/>
                </a:cubicBezTo>
                <a:cubicBezTo>
                  <a:pt x="1808" y="38"/>
                  <a:pt x="1824" y="43"/>
                  <a:pt x="1792" y="52"/>
                </a:cubicBezTo>
                <a:moveTo>
                  <a:pt x="1792" y="33"/>
                </a:moveTo>
                <a:cubicBezTo>
                  <a:pt x="1781" y="33"/>
                  <a:pt x="1775" y="35"/>
                  <a:pt x="1775" y="36"/>
                </a:cubicBezTo>
                <a:cubicBezTo>
                  <a:pt x="1770" y="38"/>
                  <a:pt x="1765" y="33"/>
                  <a:pt x="1754" y="36"/>
                </a:cubicBezTo>
                <a:cubicBezTo>
                  <a:pt x="1754" y="38"/>
                  <a:pt x="1754" y="39"/>
                  <a:pt x="1743" y="40"/>
                </a:cubicBezTo>
                <a:cubicBezTo>
                  <a:pt x="1732" y="36"/>
                  <a:pt x="1754" y="32"/>
                  <a:pt x="1759" y="28"/>
                </a:cubicBezTo>
                <a:cubicBezTo>
                  <a:pt x="1770" y="32"/>
                  <a:pt x="1781" y="29"/>
                  <a:pt x="1792" y="33"/>
                </a:cubicBezTo>
                <a:moveTo>
                  <a:pt x="1721" y="38"/>
                </a:moveTo>
                <a:cubicBezTo>
                  <a:pt x="1711" y="40"/>
                  <a:pt x="1705" y="39"/>
                  <a:pt x="1711" y="38"/>
                </a:cubicBezTo>
                <a:cubicBezTo>
                  <a:pt x="1711" y="35"/>
                  <a:pt x="1673" y="43"/>
                  <a:pt x="1694" y="40"/>
                </a:cubicBezTo>
                <a:cubicBezTo>
                  <a:pt x="1705" y="45"/>
                  <a:pt x="1673" y="43"/>
                  <a:pt x="1667" y="39"/>
                </a:cubicBezTo>
                <a:cubicBezTo>
                  <a:pt x="1689" y="33"/>
                  <a:pt x="1705" y="32"/>
                  <a:pt x="1721" y="38"/>
                </a:cubicBezTo>
                <a:moveTo>
                  <a:pt x="1640" y="42"/>
                </a:moveTo>
                <a:cubicBezTo>
                  <a:pt x="1630" y="52"/>
                  <a:pt x="1662" y="48"/>
                  <a:pt x="1667" y="56"/>
                </a:cubicBezTo>
                <a:cubicBezTo>
                  <a:pt x="1678" y="46"/>
                  <a:pt x="1705" y="50"/>
                  <a:pt x="1743" y="43"/>
                </a:cubicBezTo>
                <a:cubicBezTo>
                  <a:pt x="1743" y="46"/>
                  <a:pt x="1737" y="49"/>
                  <a:pt x="1743" y="50"/>
                </a:cubicBezTo>
                <a:cubicBezTo>
                  <a:pt x="1727" y="53"/>
                  <a:pt x="1689" y="49"/>
                  <a:pt x="1700" y="57"/>
                </a:cubicBezTo>
                <a:cubicBezTo>
                  <a:pt x="1694" y="59"/>
                  <a:pt x="1662" y="53"/>
                  <a:pt x="1667" y="59"/>
                </a:cubicBezTo>
                <a:cubicBezTo>
                  <a:pt x="1651" y="55"/>
                  <a:pt x="1630" y="59"/>
                  <a:pt x="1613" y="55"/>
                </a:cubicBezTo>
                <a:cubicBezTo>
                  <a:pt x="1640" y="50"/>
                  <a:pt x="1603" y="45"/>
                  <a:pt x="1640" y="42"/>
                </a:cubicBezTo>
                <a:moveTo>
                  <a:pt x="1500" y="70"/>
                </a:moveTo>
                <a:cubicBezTo>
                  <a:pt x="1489" y="70"/>
                  <a:pt x="1484" y="69"/>
                  <a:pt x="1473" y="66"/>
                </a:cubicBezTo>
                <a:cubicBezTo>
                  <a:pt x="1489" y="63"/>
                  <a:pt x="1495" y="64"/>
                  <a:pt x="1495" y="69"/>
                </a:cubicBezTo>
                <a:cubicBezTo>
                  <a:pt x="1495" y="59"/>
                  <a:pt x="1527" y="64"/>
                  <a:pt x="1532" y="62"/>
                </a:cubicBezTo>
                <a:cubicBezTo>
                  <a:pt x="1565" y="66"/>
                  <a:pt x="1522" y="64"/>
                  <a:pt x="1500" y="70"/>
                </a:cubicBezTo>
                <a:moveTo>
                  <a:pt x="1608" y="35"/>
                </a:moveTo>
                <a:cubicBezTo>
                  <a:pt x="1635" y="35"/>
                  <a:pt x="1592" y="45"/>
                  <a:pt x="1592" y="49"/>
                </a:cubicBezTo>
                <a:cubicBezTo>
                  <a:pt x="1575" y="48"/>
                  <a:pt x="1559" y="52"/>
                  <a:pt x="1543" y="46"/>
                </a:cubicBezTo>
                <a:cubicBezTo>
                  <a:pt x="1554" y="45"/>
                  <a:pt x="1559" y="43"/>
                  <a:pt x="1554" y="40"/>
                </a:cubicBezTo>
                <a:cubicBezTo>
                  <a:pt x="1575" y="49"/>
                  <a:pt x="1586" y="36"/>
                  <a:pt x="1608" y="35"/>
                </a:cubicBezTo>
                <a:moveTo>
                  <a:pt x="1468" y="66"/>
                </a:moveTo>
                <a:cubicBezTo>
                  <a:pt x="1452" y="72"/>
                  <a:pt x="1441" y="67"/>
                  <a:pt x="1430" y="70"/>
                </a:cubicBezTo>
                <a:cubicBezTo>
                  <a:pt x="1414" y="63"/>
                  <a:pt x="1457" y="62"/>
                  <a:pt x="1468" y="66"/>
                </a:cubicBezTo>
                <a:moveTo>
                  <a:pt x="1241" y="106"/>
                </a:moveTo>
                <a:cubicBezTo>
                  <a:pt x="1246" y="107"/>
                  <a:pt x="1241" y="107"/>
                  <a:pt x="1241" y="108"/>
                </a:cubicBezTo>
                <a:cubicBezTo>
                  <a:pt x="1235" y="108"/>
                  <a:pt x="1235" y="110"/>
                  <a:pt x="1241" y="111"/>
                </a:cubicBezTo>
                <a:cubicBezTo>
                  <a:pt x="1230" y="111"/>
                  <a:pt x="1209" y="100"/>
                  <a:pt x="1182" y="101"/>
                </a:cubicBezTo>
                <a:cubicBezTo>
                  <a:pt x="1182" y="94"/>
                  <a:pt x="1219" y="84"/>
                  <a:pt x="1241" y="93"/>
                </a:cubicBezTo>
                <a:cubicBezTo>
                  <a:pt x="1235" y="93"/>
                  <a:pt x="1230" y="92"/>
                  <a:pt x="1225" y="90"/>
                </a:cubicBezTo>
                <a:cubicBezTo>
                  <a:pt x="1219" y="92"/>
                  <a:pt x="1230" y="93"/>
                  <a:pt x="1230" y="94"/>
                </a:cubicBezTo>
                <a:cubicBezTo>
                  <a:pt x="1214" y="96"/>
                  <a:pt x="1203" y="94"/>
                  <a:pt x="1182" y="98"/>
                </a:cubicBezTo>
                <a:cubicBezTo>
                  <a:pt x="1192" y="101"/>
                  <a:pt x="1209" y="96"/>
                  <a:pt x="1219" y="97"/>
                </a:cubicBezTo>
                <a:cubicBezTo>
                  <a:pt x="1219" y="101"/>
                  <a:pt x="1214" y="108"/>
                  <a:pt x="1241" y="106"/>
                </a:cubicBezTo>
                <a:moveTo>
                  <a:pt x="1381" y="69"/>
                </a:moveTo>
                <a:cubicBezTo>
                  <a:pt x="1376" y="76"/>
                  <a:pt x="1371" y="66"/>
                  <a:pt x="1360" y="63"/>
                </a:cubicBezTo>
                <a:cubicBezTo>
                  <a:pt x="1376" y="59"/>
                  <a:pt x="1392" y="59"/>
                  <a:pt x="1408" y="63"/>
                </a:cubicBezTo>
                <a:cubicBezTo>
                  <a:pt x="1414" y="67"/>
                  <a:pt x="1397" y="63"/>
                  <a:pt x="1392" y="62"/>
                </a:cubicBezTo>
                <a:cubicBezTo>
                  <a:pt x="1381" y="64"/>
                  <a:pt x="1376" y="66"/>
                  <a:pt x="1381" y="69"/>
                </a:cubicBezTo>
                <a:moveTo>
                  <a:pt x="1511" y="39"/>
                </a:moveTo>
                <a:cubicBezTo>
                  <a:pt x="1538" y="25"/>
                  <a:pt x="1575" y="38"/>
                  <a:pt x="1511" y="39"/>
                </a:cubicBezTo>
                <a:moveTo>
                  <a:pt x="1495" y="31"/>
                </a:moveTo>
                <a:cubicBezTo>
                  <a:pt x="1511" y="29"/>
                  <a:pt x="1500" y="40"/>
                  <a:pt x="1500" y="45"/>
                </a:cubicBezTo>
                <a:cubicBezTo>
                  <a:pt x="1479" y="48"/>
                  <a:pt x="1495" y="39"/>
                  <a:pt x="1489" y="38"/>
                </a:cubicBezTo>
                <a:cubicBezTo>
                  <a:pt x="1468" y="33"/>
                  <a:pt x="1473" y="42"/>
                  <a:pt x="1457" y="43"/>
                </a:cubicBezTo>
                <a:cubicBezTo>
                  <a:pt x="1435" y="33"/>
                  <a:pt x="1495" y="35"/>
                  <a:pt x="1495" y="31"/>
                </a:cubicBezTo>
                <a:moveTo>
                  <a:pt x="1435" y="45"/>
                </a:moveTo>
                <a:cubicBezTo>
                  <a:pt x="1452" y="50"/>
                  <a:pt x="1441" y="56"/>
                  <a:pt x="1462" y="49"/>
                </a:cubicBezTo>
                <a:cubicBezTo>
                  <a:pt x="1479" y="57"/>
                  <a:pt x="1435" y="55"/>
                  <a:pt x="1419" y="56"/>
                </a:cubicBezTo>
                <a:cubicBezTo>
                  <a:pt x="1408" y="50"/>
                  <a:pt x="1403" y="53"/>
                  <a:pt x="1397" y="48"/>
                </a:cubicBezTo>
                <a:cubicBezTo>
                  <a:pt x="1414" y="46"/>
                  <a:pt x="1425" y="46"/>
                  <a:pt x="1435" y="45"/>
                </a:cubicBezTo>
                <a:moveTo>
                  <a:pt x="1333" y="57"/>
                </a:moveTo>
                <a:cubicBezTo>
                  <a:pt x="1344" y="62"/>
                  <a:pt x="1311" y="64"/>
                  <a:pt x="1317" y="69"/>
                </a:cubicBezTo>
                <a:cubicBezTo>
                  <a:pt x="1311" y="70"/>
                  <a:pt x="1306" y="67"/>
                  <a:pt x="1311" y="66"/>
                </a:cubicBezTo>
                <a:cubicBezTo>
                  <a:pt x="1306" y="64"/>
                  <a:pt x="1300" y="64"/>
                  <a:pt x="1300" y="66"/>
                </a:cubicBezTo>
                <a:cubicBezTo>
                  <a:pt x="1295" y="63"/>
                  <a:pt x="1300" y="63"/>
                  <a:pt x="1306" y="64"/>
                </a:cubicBezTo>
                <a:cubicBezTo>
                  <a:pt x="1327" y="62"/>
                  <a:pt x="1317" y="57"/>
                  <a:pt x="1333" y="57"/>
                </a:cubicBezTo>
                <a:moveTo>
                  <a:pt x="1031" y="103"/>
                </a:moveTo>
                <a:cubicBezTo>
                  <a:pt x="1025" y="97"/>
                  <a:pt x="1031" y="100"/>
                  <a:pt x="1014" y="104"/>
                </a:cubicBezTo>
                <a:cubicBezTo>
                  <a:pt x="1009" y="100"/>
                  <a:pt x="1009" y="97"/>
                  <a:pt x="1020" y="94"/>
                </a:cubicBezTo>
                <a:cubicBezTo>
                  <a:pt x="1041" y="94"/>
                  <a:pt x="1052" y="100"/>
                  <a:pt x="1031" y="103"/>
                </a:cubicBezTo>
                <a:moveTo>
                  <a:pt x="1160" y="74"/>
                </a:moveTo>
                <a:cubicBezTo>
                  <a:pt x="1155" y="76"/>
                  <a:pt x="1149" y="74"/>
                  <a:pt x="1149" y="73"/>
                </a:cubicBezTo>
                <a:cubicBezTo>
                  <a:pt x="1144" y="72"/>
                  <a:pt x="1138" y="73"/>
                  <a:pt x="1138" y="73"/>
                </a:cubicBezTo>
                <a:cubicBezTo>
                  <a:pt x="1122" y="72"/>
                  <a:pt x="1176" y="69"/>
                  <a:pt x="1144" y="69"/>
                </a:cubicBezTo>
                <a:cubicBezTo>
                  <a:pt x="1144" y="63"/>
                  <a:pt x="1192" y="67"/>
                  <a:pt x="1198" y="57"/>
                </a:cubicBezTo>
                <a:cubicBezTo>
                  <a:pt x="1209" y="63"/>
                  <a:pt x="1225" y="56"/>
                  <a:pt x="1235" y="63"/>
                </a:cubicBezTo>
                <a:cubicBezTo>
                  <a:pt x="1209" y="64"/>
                  <a:pt x="1160" y="64"/>
                  <a:pt x="1160" y="74"/>
                </a:cubicBezTo>
                <a:moveTo>
                  <a:pt x="1397" y="40"/>
                </a:moveTo>
                <a:cubicBezTo>
                  <a:pt x="1365" y="39"/>
                  <a:pt x="1365" y="52"/>
                  <a:pt x="1333" y="50"/>
                </a:cubicBezTo>
                <a:cubicBezTo>
                  <a:pt x="1327" y="48"/>
                  <a:pt x="1371" y="33"/>
                  <a:pt x="1371" y="40"/>
                </a:cubicBezTo>
                <a:cubicBezTo>
                  <a:pt x="1376" y="38"/>
                  <a:pt x="1387" y="35"/>
                  <a:pt x="1381" y="31"/>
                </a:cubicBezTo>
                <a:cubicBezTo>
                  <a:pt x="1408" y="29"/>
                  <a:pt x="1381" y="38"/>
                  <a:pt x="1397" y="40"/>
                </a:cubicBezTo>
                <a:moveTo>
                  <a:pt x="1273" y="40"/>
                </a:moveTo>
                <a:cubicBezTo>
                  <a:pt x="1290" y="46"/>
                  <a:pt x="1263" y="49"/>
                  <a:pt x="1279" y="55"/>
                </a:cubicBezTo>
                <a:cubicBezTo>
                  <a:pt x="1268" y="56"/>
                  <a:pt x="1268" y="53"/>
                  <a:pt x="1273" y="53"/>
                </a:cubicBezTo>
                <a:cubicBezTo>
                  <a:pt x="1263" y="49"/>
                  <a:pt x="1246" y="60"/>
                  <a:pt x="1241" y="52"/>
                </a:cubicBezTo>
                <a:cubicBezTo>
                  <a:pt x="1241" y="50"/>
                  <a:pt x="1246" y="52"/>
                  <a:pt x="1252" y="52"/>
                </a:cubicBezTo>
                <a:cubicBezTo>
                  <a:pt x="1279" y="49"/>
                  <a:pt x="1241" y="43"/>
                  <a:pt x="1273" y="40"/>
                </a:cubicBezTo>
                <a:moveTo>
                  <a:pt x="1095" y="76"/>
                </a:moveTo>
                <a:cubicBezTo>
                  <a:pt x="1095" y="80"/>
                  <a:pt x="1106" y="83"/>
                  <a:pt x="1106" y="87"/>
                </a:cubicBezTo>
                <a:cubicBezTo>
                  <a:pt x="1095" y="92"/>
                  <a:pt x="1068" y="82"/>
                  <a:pt x="1090" y="90"/>
                </a:cubicBezTo>
                <a:cubicBezTo>
                  <a:pt x="1079" y="92"/>
                  <a:pt x="1057" y="86"/>
                  <a:pt x="1079" y="93"/>
                </a:cubicBezTo>
                <a:cubicBezTo>
                  <a:pt x="1063" y="92"/>
                  <a:pt x="1036" y="93"/>
                  <a:pt x="1036" y="86"/>
                </a:cubicBezTo>
                <a:cubicBezTo>
                  <a:pt x="1074" y="92"/>
                  <a:pt x="1068" y="83"/>
                  <a:pt x="1095" y="76"/>
                </a:cubicBezTo>
                <a:moveTo>
                  <a:pt x="442" y="86"/>
                </a:moveTo>
                <a:cubicBezTo>
                  <a:pt x="410" y="84"/>
                  <a:pt x="442" y="73"/>
                  <a:pt x="404" y="83"/>
                </a:cubicBezTo>
                <a:cubicBezTo>
                  <a:pt x="399" y="77"/>
                  <a:pt x="447" y="72"/>
                  <a:pt x="480" y="66"/>
                </a:cubicBezTo>
                <a:cubicBezTo>
                  <a:pt x="485" y="70"/>
                  <a:pt x="485" y="73"/>
                  <a:pt x="491" y="76"/>
                </a:cubicBezTo>
                <a:cubicBezTo>
                  <a:pt x="458" y="77"/>
                  <a:pt x="447" y="77"/>
                  <a:pt x="442" y="86"/>
                </a:cubicBezTo>
                <a:moveTo>
                  <a:pt x="572" y="53"/>
                </a:moveTo>
                <a:cubicBezTo>
                  <a:pt x="593" y="49"/>
                  <a:pt x="572" y="62"/>
                  <a:pt x="588" y="57"/>
                </a:cubicBezTo>
                <a:cubicBezTo>
                  <a:pt x="593" y="60"/>
                  <a:pt x="577" y="62"/>
                  <a:pt x="572" y="63"/>
                </a:cubicBezTo>
                <a:cubicBezTo>
                  <a:pt x="550" y="60"/>
                  <a:pt x="577" y="57"/>
                  <a:pt x="572" y="53"/>
                </a:cubicBezTo>
                <a:moveTo>
                  <a:pt x="431" y="98"/>
                </a:moveTo>
                <a:cubicBezTo>
                  <a:pt x="404" y="94"/>
                  <a:pt x="464" y="87"/>
                  <a:pt x="475" y="94"/>
                </a:cubicBezTo>
                <a:cubicBezTo>
                  <a:pt x="458" y="98"/>
                  <a:pt x="447" y="92"/>
                  <a:pt x="431" y="98"/>
                </a:cubicBezTo>
                <a:moveTo>
                  <a:pt x="815" y="60"/>
                </a:moveTo>
                <a:cubicBezTo>
                  <a:pt x="842" y="53"/>
                  <a:pt x="815" y="53"/>
                  <a:pt x="858" y="52"/>
                </a:cubicBezTo>
                <a:cubicBezTo>
                  <a:pt x="858" y="53"/>
                  <a:pt x="852" y="53"/>
                  <a:pt x="852" y="53"/>
                </a:cubicBezTo>
                <a:cubicBezTo>
                  <a:pt x="842" y="55"/>
                  <a:pt x="852" y="56"/>
                  <a:pt x="858" y="59"/>
                </a:cubicBezTo>
                <a:cubicBezTo>
                  <a:pt x="842" y="63"/>
                  <a:pt x="831" y="57"/>
                  <a:pt x="815" y="60"/>
                </a:cubicBezTo>
                <a:moveTo>
                  <a:pt x="653" y="96"/>
                </a:moveTo>
                <a:cubicBezTo>
                  <a:pt x="663" y="97"/>
                  <a:pt x="669" y="100"/>
                  <a:pt x="674" y="101"/>
                </a:cubicBezTo>
                <a:cubicBezTo>
                  <a:pt x="653" y="107"/>
                  <a:pt x="626" y="98"/>
                  <a:pt x="653" y="96"/>
                </a:cubicBezTo>
                <a:moveTo>
                  <a:pt x="917" y="56"/>
                </a:moveTo>
                <a:cubicBezTo>
                  <a:pt x="928" y="63"/>
                  <a:pt x="917" y="63"/>
                  <a:pt x="890" y="67"/>
                </a:cubicBezTo>
                <a:cubicBezTo>
                  <a:pt x="869" y="62"/>
                  <a:pt x="912" y="60"/>
                  <a:pt x="917" y="56"/>
                </a:cubicBezTo>
                <a:moveTo>
                  <a:pt x="723" y="108"/>
                </a:moveTo>
                <a:cubicBezTo>
                  <a:pt x="712" y="106"/>
                  <a:pt x="717" y="104"/>
                  <a:pt x="712" y="101"/>
                </a:cubicBezTo>
                <a:cubicBezTo>
                  <a:pt x="723" y="101"/>
                  <a:pt x="728" y="100"/>
                  <a:pt x="739" y="98"/>
                </a:cubicBezTo>
                <a:cubicBezTo>
                  <a:pt x="755" y="101"/>
                  <a:pt x="750" y="103"/>
                  <a:pt x="755" y="106"/>
                </a:cubicBezTo>
                <a:cubicBezTo>
                  <a:pt x="744" y="108"/>
                  <a:pt x="734" y="106"/>
                  <a:pt x="723" y="108"/>
                </a:cubicBezTo>
                <a:moveTo>
                  <a:pt x="766" y="100"/>
                </a:moveTo>
                <a:cubicBezTo>
                  <a:pt x="766" y="92"/>
                  <a:pt x="787" y="100"/>
                  <a:pt x="820" y="94"/>
                </a:cubicBezTo>
                <a:cubicBezTo>
                  <a:pt x="809" y="94"/>
                  <a:pt x="798" y="96"/>
                  <a:pt x="793" y="93"/>
                </a:cubicBezTo>
                <a:cubicBezTo>
                  <a:pt x="804" y="90"/>
                  <a:pt x="815" y="90"/>
                  <a:pt x="825" y="93"/>
                </a:cubicBezTo>
                <a:cubicBezTo>
                  <a:pt x="820" y="101"/>
                  <a:pt x="787" y="96"/>
                  <a:pt x="766" y="100"/>
                </a:cubicBezTo>
                <a:moveTo>
                  <a:pt x="858" y="89"/>
                </a:moveTo>
                <a:cubicBezTo>
                  <a:pt x="852" y="86"/>
                  <a:pt x="874" y="89"/>
                  <a:pt x="869" y="84"/>
                </a:cubicBezTo>
                <a:cubicBezTo>
                  <a:pt x="890" y="90"/>
                  <a:pt x="869" y="97"/>
                  <a:pt x="874" y="104"/>
                </a:cubicBezTo>
                <a:cubicBezTo>
                  <a:pt x="858" y="100"/>
                  <a:pt x="869" y="90"/>
                  <a:pt x="858" y="89"/>
                </a:cubicBezTo>
                <a:moveTo>
                  <a:pt x="1052" y="52"/>
                </a:moveTo>
                <a:cubicBezTo>
                  <a:pt x="1031" y="48"/>
                  <a:pt x="1074" y="42"/>
                  <a:pt x="1084" y="43"/>
                </a:cubicBezTo>
                <a:cubicBezTo>
                  <a:pt x="1095" y="50"/>
                  <a:pt x="1068" y="48"/>
                  <a:pt x="1052" y="52"/>
                </a:cubicBezTo>
                <a:moveTo>
                  <a:pt x="1235" y="40"/>
                </a:moveTo>
                <a:cubicBezTo>
                  <a:pt x="1225" y="43"/>
                  <a:pt x="1214" y="40"/>
                  <a:pt x="1203" y="43"/>
                </a:cubicBezTo>
                <a:cubicBezTo>
                  <a:pt x="1192" y="46"/>
                  <a:pt x="1230" y="39"/>
                  <a:pt x="1209" y="35"/>
                </a:cubicBezTo>
                <a:cubicBezTo>
                  <a:pt x="1219" y="33"/>
                  <a:pt x="1230" y="31"/>
                  <a:pt x="1241" y="29"/>
                </a:cubicBezTo>
                <a:cubicBezTo>
                  <a:pt x="1225" y="29"/>
                  <a:pt x="1225" y="26"/>
                  <a:pt x="1235" y="25"/>
                </a:cubicBezTo>
                <a:cubicBezTo>
                  <a:pt x="1257" y="31"/>
                  <a:pt x="1219" y="35"/>
                  <a:pt x="1235" y="40"/>
                </a:cubicBezTo>
                <a:moveTo>
                  <a:pt x="982" y="72"/>
                </a:moveTo>
                <a:cubicBezTo>
                  <a:pt x="998" y="70"/>
                  <a:pt x="971" y="79"/>
                  <a:pt x="977" y="83"/>
                </a:cubicBezTo>
                <a:cubicBezTo>
                  <a:pt x="960" y="86"/>
                  <a:pt x="944" y="79"/>
                  <a:pt x="966" y="74"/>
                </a:cubicBezTo>
                <a:cubicBezTo>
                  <a:pt x="971" y="83"/>
                  <a:pt x="966" y="74"/>
                  <a:pt x="982" y="72"/>
                </a:cubicBezTo>
                <a:moveTo>
                  <a:pt x="1144" y="33"/>
                </a:moveTo>
                <a:cubicBezTo>
                  <a:pt x="1176" y="35"/>
                  <a:pt x="1127" y="38"/>
                  <a:pt x="1111" y="42"/>
                </a:cubicBezTo>
                <a:cubicBezTo>
                  <a:pt x="1111" y="40"/>
                  <a:pt x="1111" y="39"/>
                  <a:pt x="1106" y="36"/>
                </a:cubicBezTo>
                <a:cubicBezTo>
                  <a:pt x="1117" y="29"/>
                  <a:pt x="1149" y="42"/>
                  <a:pt x="1144" y="33"/>
                </a:cubicBezTo>
                <a:moveTo>
                  <a:pt x="993" y="62"/>
                </a:moveTo>
                <a:cubicBezTo>
                  <a:pt x="982" y="67"/>
                  <a:pt x="950" y="59"/>
                  <a:pt x="955" y="67"/>
                </a:cubicBezTo>
                <a:cubicBezTo>
                  <a:pt x="928" y="69"/>
                  <a:pt x="944" y="62"/>
                  <a:pt x="960" y="60"/>
                </a:cubicBezTo>
                <a:cubicBezTo>
                  <a:pt x="950" y="57"/>
                  <a:pt x="939" y="62"/>
                  <a:pt x="928" y="56"/>
                </a:cubicBezTo>
                <a:cubicBezTo>
                  <a:pt x="939" y="53"/>
                  <a:pt x="950" y="56"/>
                  <a:pt x="939" y="57"/>
                </a:cubicBezTo>
                <a:cubicBezTo>
                  <a:pt x="966" y="60"/>
                  <a:pt x="971" y="52"/>
                  <a:pt x="987" y="53"/>
                </a:cubicBezTo>
                <a:cubicBezTo>
                  <a:pt x="993" y="56"/>
                  <a:pt x="971" y="57"/>
                  <a:pt x="993" y="62"/>
                </a:cubicBezTo>
                <a:moveTo>
                  <a:pt x="1047" y="25"/>
                </a:moveTo>
                <a:cubicBezTo>
                  <a:pt x="1063" y="23"/>
                  <a:pt x="1074" y="23"/>
                  <a:pt x="1084" y="22"/>
                </a:cubicBezTo>
                <a:cubicBezTo>
                  <a:pt x="1106" y="33"/>
                  <a:pt x="1052" y="28"/>
                  <a:pt x="1047" y="40"/>
                </a:cubicBezTo>
                <a:cubicBezTo>
                  <a:pt x="1025" y="40"/>
                  <a:pt x="1025" y="38"/>
                  <a:pt x="1025" y="32"/>
                </a:cubicBezTo>
                <a:cubicBezTo>
                  <a:pt x="1020" y="36"/>
                  <a:pt x="1014" y="36"/>
                  <a:pt x="1009" y="33"/>
                </a:cubicBezTo>
                <a:cubicBezTo>
                  <a:pt x="1025" y="32"/>
                  <a:pt x="1047" y="31"/>
                  <a:pt x="1063" y="29"/>
                </a:cubicBezTo>
                <a:cubicBezTo>
                  <a:pt x="1068" y="26"/>
                  <a:pt x="1057" y="28"/>
                  <a:pt x="1047" y="25"/>
                </a:cubicBezTo>
                <a:moveTo>
                  <a:pt x="998" y="43"/>
                </a:moveTo>
                <a:cubicBezTo>
                  <a:pt x="982" y="45"/>
                  <a:pt x="955" y="43"/>
                  <a:pt x="955" y="39"/>
                </a:cubicBezTo>
                <a:cubicBezTo>
                  <a:pt x="971" y="35"/>
                  <a:pt x="998" y="39"/>
                  <a:pt x="998" y="43"/>
                </a:cubicBezTo>
                <a:moveTo>
                  <a:pt x="912" y="48"/>
                </a:moveTo>
                <a:cubicBezTo>
                  <a:pt x="885" y="42"/>
                  <a:pt x="923" y="39"/>
                  <a:pt x="912" y="35"/>
                </a:cubicBezTo>
                <a:cubicBezTo>
                  <a:pt x="923" y="33"/>
                  <a:pt x="923" y="45"/>
                  <a:pt x="912" y="48"/>
                </a:cubicBezTo>
                <a:moveTo>
                  <a:pt x="647" y="89"/>
                </a:moveTo>
                <a:cubicBezTo>
                  <a:pt x="653" y="93"/>
                  <a:pt x="642" y="90"/>
                  <a:pt x="637" y="89"/>
                </a:cubicBezTo>
                <a:cubicBezTo>
                  <a:pt x="615" y="94"/>
                  <a:pt x="615" y="110"/>
                  <a:pt x="577" y="98"/>
                </a:cubicBezTo>
                <a:cubicBezTo>
                  <a:pt x="610" y="96"/>
                  <a:pt x="604" y="92"/>
                  <a:pt x="615" y="86"/>
                </a:cubicBezTo>
                <a:cubicBezTo>
                  <a:pt x="626" y="83"/>
                  <a:pt x="637" y="90"/>
                  <a:pt x="647" y="89"/>
                </a:cubicBezTo>
                <a:moveTo>
                  <a:pt x="739" y="62"/>
                </a:moveTo>
                <a:cubicBezTo>
                  <a:pt x="734" y="63"/>
                  <a:pt x="739" y="63"/>
                  <a:pt x="739" y="64"/>
                </a:cubicBezTo>
                <a:cubicBezTo>
                  <a:pt x="707" y="63"/>
                  <a:pt x="755" y="60"/>
                  <a:pt x="761" y="56"/>
                </a:cubicBezTo>
                <a:cubicBezTo>
                  <a:pt x="782" y="60"/>
                  <a:pt x="755" y="64"/>
                  <a:pt x="739" y="62"/>
                </a:cubicBezTo>
                <a:moveTo>
                  <a:pt x="863" y="40"/>
                </a:moveTo>
                <a:cubicBezTo>
                  <a:pt x="847" y="42"/>
                  <a:pt x="836" y="45"/>
                  <a:pt x="825" y="48"/>
                </a:cubicBezTo>
                <a:cubicBezTo>
                  <a:pt x="815" y="42"/>
                  <a:pt x="842" y="38"/>
                  <a:pt x="842" y="33"/>
                </a:cubicBezTo>
                <a:cubicBezTo>
                  <a:pt x="863" y="35"/>
                  <a:pt x="847" y="36"/>
                  <a:pt x="863" y="40"/>
                </a:cubicBezTo>
                <a:moveTo>
                  <a:pt x="637" y="76"/>
                </a:moveTo>
                <a:cubicBezTo>
                  <a:pt x="653" y="77"/>
                  <a:pt x="653" y="70"/>
                  <a:pt x="674" y="73"/>
                </a:cubicBezTo>
                <a:cubicBezTo>
                  <a:pt x="680" y="82"/>
                  <a:pt x="642" y="79"/>
                  <a:pt x="626" y="83"/>
                </a:cubicBezTo>
                <a:cubicBezTo>
                  <a:pt x="620" y="80"/>
                  <a:pt x="615" y="79"/>
                  <a:pt x="610" y="76"/>
                </a:cubicBezTo>
                <a:cubicBezTo>
                  <a:pt x="620" y="72"/>
                  <a:pt x="626" y="69"/>
                  <a:pt x="631" y="67"/>
                </a:cubicBezTo>
                <a:cubicBezTo>
                  <a:pt x="653" y="64"/>
                  <a:pt x="626" y="73"/>
                  <a:pt x="637" y="76"/>
                </a:cubicBezTo>
                <a:moveTo>
                  <a:pt x="669" y="50"/>
                </a:moveTo>
                <a:cubicBezTo>
                  <a:pt x="690" y="56"/>
                  <a:pt x="669" y="60"/>
                  <a:pt x="669" y="64"/>
                </a:cubicBezTo>
                <a:cubicBezTo>
                  <a:pt x="663" y="64"/>
                  <a:pt x="663" y="63"/>
                  <a:pt x="663" y="62"/>
                </a:cubicBezTo>
                <a:cubicBezTo>
                  <a:pt x="658" y="62"/>
                  <a:pt x="647" y="62"/>
                  <a:pt x="637" y="63"/>
                </a:cubicBezTo>
                <a:cubicBezTo>
                  <a:pt x="631" y="59"/>
                  <a:pt x="647" y="55"/>
                  <a:pt x="669" y="50"/>
                </a:cubicBezTo>
                <a:moveTo>
                  <a:pt x="583" y="72"/>
                </a:moveTo>
                <a:cubicBezTo>
                  <a:pt x="566" y="77"/>
                  <a:pt x="555" y="86"/>
                  <a:pt x="534" y="87"/>
                </a:cubicBezTo>
                <a:cubicBezTo>
                  <a:pt x="534" y="80"/>
                  <a:pt x="518" y="73"/>
                  <a:pt x="550" y="67"/>
                </a:cubicBezTo>
                <a:cubicBezTo>
                  <a:pt x="572" y="67"/>
                  <a:pt x="561" y="74"/>
                  <a:pt x="583" y="72"/>
                </a:cubicBezTo>
                <a:moveTo>
                  <a:pt x="793" y="21"/>
                </a:moveTo>
                <a:cubicBezTo>
                  <a:pt x="782" y="23"/>
                  <a:pt x="777" y="22"/>
                  <a:pt x="782" y="21"/>
                </a:cubicBezTo>
                <a:cubicBezTo>
                  <a:pt x="771" y="19"/>
                  <a:pt x="750" y="23"/>
                  <a:pt x="739" y="25"/>
                </a:cubicBezTo>
                <a:cubicBezTo>
                  <a:pt x="723" y="19"/>
                  <a:pt x="777" y="12"/>
                  <a:pt x="793" y="21"/>
                </a:cubicBezTo>
                <a:moveTo>
                  <a:pt x="723" y="26"/>
                </a:moveTo>
                <a:cubicBezTo>
                  <a:pt x="723" y="33"/>
                  <a:pt x="701" y="36"/>
                  <a:pt x="707" y="40"/>
                </a:cubicBezTo>
                <a:cubicBezTo>
                  <a:pt x="696" y="43"/>
                  <a:pt x="685" y="46"/>
                  <a:pt x="669" y="48"/>
                </a:cubicBezTo>
                <a:cubicBezTo>
                  <a:pt x="658" y="46"/>
                  <a:pt x="658" y="43"/>
                  <a:pt x="669" y="40"/>
                </a:cubicBezTo>
                <a:cubicBezTo>
                  <a:pt x="674" y="42"/>
                  <a:pt x="669" y="43"/>
                  <a:pt x="669" y="43"/>
                </a:cubicBezTo>
                <a:cubicBezTo>
                  <a:pt x="690" y="45"/>
                  <a:pt x="701" y="25"/>
                  <a:pt x="690" y="29"/>
                </a:cubicBezTo>
                <a:cubicBezTo>
                  <a:pt x="685" y="26"/>
                  <a:pt x="707" y="25"/>
                  <a:pt x="701" y="22"/>
                </a:cubicBezTo>
                <a:cubicBezTo>
                  <a:pt x="712" y="21"/>
                  <a:pt x="707" y="25"/>
                  <a:pt x="723" y="26"/>
                </a:cubicBezTo>
                <a:moveTo>
                  <a:pt x="647" y="33"/>
                </a:moveTo>
                <a:cubicBezTo>
                  <a:pt x="663" y="38"/>
                  <a:pt x="631" y="40"/>
                  <a:pt x="642" y="45"/>
                </a:cubicBezTo>
                <a:cubicBezTo>
                  <a:pt x="626" y="46"/>
                  <a:pt x="620" y="35"/>
                  <a:pt x="647" y="33"/>
                </a:cubicBezTo>
                <a:moveTo>
                  <a:pt x="572" y="48"/>
                </a:moveTo>
                <a:cubicBezTo>
                  <a:pt x="572" y="43"/>
                  <a:pt x="588" y="39"/>
                  <a:pt x="604" y="36"/>
                </a:cubicBezTo>
                <a:cubicBezTo>
                  <a:pt x="631" y="43"/>
                  <a:pt x="593" y="45"/>
                  <a:pt x="572" y="48"/>
                </a:cubicBezTo>
                <a:moveTo>
                  <a:pt x="242" y="77"/>
                </a:moveTo>
                <a:cubicBezTo>
                  <a:pt x="221" y="80"/>
                  <a:pt x="199" y="80"/>
                  <a:pt x="183" y="74"/>
                </a:cubicBezTo>
                <a:cubicBezTo>
                  <a:pt x="178" y="79"/>
                  <a:pt x="167" y="83"/>
                  <a:pt x="183" y="87"/>
                </a:cubicBezTo>
                <a:cubicBezTo>
                  <a:pt x="151" y="92"/>
                  <a:pt x="156" y="93"/>
                  <a:pt x="129" y="93"/>
                </a:cubicBezTo>
                <a:cubicBezTo>
                  <a:pt x="145" y="84"/>
                  <a:pt x="167" y="83"/>
                  <a:pt x="145" y="72"/>
                </a:cubicBezTo>
                <a:cubicBezTo>
                  <a:pt x="194" y="70"/>
                  <a:pt x="172" y="57"/>
                  <a:pt x="189" y="50"/>
                </a:cubicBezTo>
                <a:cubicBezTo>
                  <a:pt x="194" y="56"/>
                  <a:pt x="205" y="63"/>
                  <a:pt x="183" y="69"/>
                </a:cubicBezTo>
                <a:cubicBezTo>
                  <a:pt x="183" y="67"/>
                  <a:pt x="178" y="67"/>
                  <a:pt x="172" y="69"/>
                </a:cubicBezTo>
                <a:cubicBezTo>
                  <a:pt x="178" y="69"/>
                  <a:pt x="183" y="70"/>
                  <a:pt x="183" y="72"/>
                </a:cubicBezTo>
                <a:cubicBezTo>
                  <a:pt x="194" y="74"/>
                  <a:pt x="205" y="69"/>
                  <a:pt x="215" y="70"/>
                </a:cubicBezTo>
                <a:cubicBezTo>
                  <a:pt x="221" y="67"/>
                  <a:pt x="226" y="64"/>
                  <a:pt x="215" y="62"/>
                </a:cubicBezTo>
                <a:cubicBezTo>
                  <a:pt x="232" y="59"/>
                  <a:pt x="248" y="56"/>
                  <a:pt x="264" y="52"/>
                </a:cubicBezTo>
                <a:cubicBezTo>
                  <a:pt x="296" y="62"/>
                  <a:pt x="226" y="66"/>
                  <a:pt x="242" y="77"/>
                </a:cubicBezTo>
                <a:moveTo>
                  <a:pt x="345" y="69"/>
                </a:moveTo>
                <a:cubicBezTo>
                  <a:pt x="340" y="67"/>
                  <a:pt x="334" y="70"/>
                  <a:pt x="329" y="70"/>
                </a:cubicBezTo>
                <a:cubicBezTo>
                  <a:pt x="307" y="57"/>
                  <a:pt x="394" y="69"/>
                  <a:pt x="350" y="76"/>
                </a:cubicBezTo>
                <a:cubicBezTo>
                  <a:pt x="345" y="73"/>
                  <a:pt x="350" y="72"/>
                  <a:pt x="345" y="69"/>
                </a:cubicBezTo>
                <a:moveTo>
                  <a:pt x="523" y="40"/>
                </a:moveTo>
                <a:cubicBezTo>
                  <a:pt x="512" y="31"/>
                  <a:pt x="572" y="38"/>
                  <a:pt x="561" y="28"/>
                </a:cubicBezTo>
                <a:cubicBezTo>
                  <a:pt x="583" y="32"/>
                  <a:pt x="610" y="18"/>
                  <a:pt x="626" y="26"/>
                </a:cubicBezTo>
                <a:cubicBezTo>
                  <a:pt x="604" y="29"/>
                  <a:pt x="610" y="28"/>
                  <a:pt x="599" y="33"/>
                </a:cubicBezTo>
                <a:cubicBezTo>
                  <a:pt x="593" y="25"/>
                  <a:pt x="555" y="38"/>
                  <a:pt x="539" y="45"/>
                </a:cubicBezTo>
                <a:cubicBezTo>
                  <a:pt x="512" y="40"/>
                  <a:pt x="502" y="43"/>
                  <a:pt x="464" y="38"/>
                </a:cubicBezTo>
                <a:cubicBezTo>
                  <a:pt x="485" y="35"/>
                  <a:pt x="502" y="35"/>
                  <a:pt x="523" y="40"/>
                </a:cubicBezTo>
                <a:moveTo>
                  <a:pt x="431" y="62"/>
                </a:moveTo>
                <a:cubicBezTo>
                  <a:pt x="410" y="53"/>
                  <a:pt x="469" y="53"/>
                  <a:pt x="485" y="50"/>
                </a:cubicBezTo>
                <a:cubicBezTo>
                  <a:pt x="496" y="59"/>
                  <a:pt x="447" y="56"/>
                  <a:pt x="431" y="62"/>
                </a:cubicBezTo>
                <a:moveTo>
                  <a:pt x="453" y="45"/>
                </a:moveTo>
                <a:cubicBezTo>
                  <a:pt x="437" y="45"/>
                  <a:pt x="421" y="50"/>
                  <a:pt x="410" y="49"/>
                </a:cubicBezTo>
                <a:cubicBezTo>
                  <a:pt x="394" y="43"/>
                  <a:pt x="431" y="36"/>
                  <a:pt x="442" y="36"/>
                </a:cubicBezTo>
                <a:cubicBezTo>
                  <a:pt x="442" y="39"/>
                  <a:pt x="447" y="42"/>
                  <a:pt x="453" y="45"/>
                </a:cubicBezTo>
                <a:moveTo>
                  <a:pt x="491" y="18"/>
                </a:moveTo>
                <a:cubicBezTo>
                  <a:pt x="502" y="23"/>
                  <a:pt x="491" y="31"/>
                  <a:pt x="469" y="31"/>
                </a:cubicBezTo>
                <a:cubicBezTo>
                  <a:pt x="464" y="26"/>
                  <a:pt x="469" y="22"/>
                  <a:pt x="491" y="18"/>
                </a:cubicBezTo>
                <a:moveTo>
                  <a:pt x="372" y="79"/>
                </a:moveTo>
                <a:cubicBezTo>
                  <a:pt x="383" y="70"/>
                  <a:pt x="372" y="69"/>
                  <a:pt x="367" y="62"/>
                </a:cubicBezTo>
                <a:cubicBezTo>
                  <a:pt x="361" y="56"/>
                  <a:pt x="323" y="62"/>
                  <a:pt x="334" y="56"/>
                </a:cubicBezTo>
                <a:cubicBezTo>
                  <a:pt x="367" y="46"/>
                  <a:pt x="453" y="67"/>
                  <a:pt x="372" y="79"/>
                </a:cubicBezTo>
                <a:moveTo>
                  <a:pt x="388" y="45"/>
                </a:moveTo>
                <a:cubicBezTo>
                  <a:pt x="377" y="48"/>
                  <a:pt x="313" y="52"/>
                  <a:pt x="302" y="57"/>
                </a:cubicBezTo>
                <a:cubicBezTo>
                  <a:pt x="296" y="52"/>
                  <a:pt x="318" y="48"/>
                  <a:pt x="340" y="42"/>
                </a:cubicBezTo>
                <a:cubicBezTo>
                  <a:pt x="356" y="43"/>
                  <a:pt x="372" y="46"/>
                  <a:pt x="388" y="45"/>
                </a:cubicBezTo>
                <a:moveTo>
                  <a:pt x="410" y="35"/>
                </a:moveTo>
                <a:cubicBezTo>
                  <a:pt x="377" y="35"/>
                  <a:pt x="377" y="36"/>
                  <a:pt x="350" y="39"/>
                </a:cubicBezTo>
                <a:cubicBezTo>
                  <a:pt x="340" y="36"/>
                  <a:pt x="356" y="35"/>
                  <a:pt x="350" y="32"/>
                </a:cubicBezTo>
                <a:cubicBezTo>
                  <a:pt x="334" y="31"/>
                  <a:pt x="313" y="46"/>
                  <a:pt x="285" y="38"/>
                </a:cubicBezTo>
                <a:cubicBezTo>
                  <a:pt x="323" y="32"/>
                  <a:pt x="318" y="26"/>
                  <a:pt x="345" y="21"/>
                </a:cubicBezTo>
                <a:cubicBezTo>
                  <a:pt x="356" y="29"/>
                  <a:pt x="372" y="32"/>
                  <a:pt x="410" y="35"/>
                </a:cubicBezTo>
                <a:moveTo>
                  <a:pt x="269" y="35"/>
                </a:moveTo>
                <a:cubicBezTo>
                  <a:pt x="248" y="45"/>
                  <a:pt x="307" y="46"/>
                  <a:pt x="285" y="50"/>
                </a:cubicBezTo>
                <a:cubicBezTo>
                  <a:pt x="275" y="45"/>
                  <a:pt x="259" y="50"/>
                  <a:pt x="253" y="45"/>
                </a:cubicBezTo>
                <a:cubicBezTo>
                  <a:pt x="242" y="49"/>
                  <a:pt x="242" y="53"/>
                  <a:pt x="215" y="56"/>
                </a:cubicBezTo>
                <a:cubicBezTo>
                  <a:pt x="215" y="45"/>
                  <a:pt x="221" y="38"/>
                  <a:pt x="269" y="35"/>
                </a:cubicBezTo>
                <a:moveTo>
                  <a:pt x="334" y="18"/>
                </a:moveTo>
                <a:cubicBezTo>
                  <a:pt x="334" y="23"/>
                  <a:pt x="285" y="21"/>
                  <a:pt x="269" y="31"/>
                </a:cubicBezTo>
                <a:cubicBezTo>
                  <a:pt x="259" y="28"/>
                  <a:pt x="248" y="32"/>
                  <a:pt x="237" y="28"/>
                </a:cubicBezTo>
                <a:cubicBezTo>
                  <a:pt x="253" y="23"/>
                  <a:pt x="285" y="28"/>
                  <a:pt x="264" y="19"/>
                </a:cubicBezTo>
                <a:cubicBezTo>
                  <a:pt x="291" y="14"/>
                  <a:pt x="313" y="19"/>
                  <a:pt x="334" y="18"/>
                </a:cubicBezTo>
              </a:path>
            </a:pathLst>
          </a:custGeom>
          <a:solidFill>
            <a:srgbClr val="5F7797">
              <a:alpha val="100000"/>
            </a:srgbClr>
          </a:solidFill>
          <a:ln w="0" cap="flat">
            <a:noFill/>
            <a:prstDash val="solid"/>
            <a:miter lim="0"/>
          </a:ln>
        </p:spPr>
        <p:txBody>
          <a:bodyPr rtlCol="0"/>
          <a:lstStyle/>
          <a:p>
            <a:pPr algn="ctr"/>
            <a:endParaRPr lang="zh-CN" altLang="en-US"/>
          </a:p>
        </p:txBody>
      </p:sp>
      <p:sp>
        <p:nvSpPr>
          <p:cNvPr id="130" name="textbox 130"/>
          <p:cNvSpPr/>
          <p:nvPr/>
        </p:nvSpPr>
        <p:spPr>
          <a:xfrm>
            <a:off x="8961450" y="2649143"/>
            <a:ext cx="478790" cy="293370"/>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marL="12700" algn="l" rtl="0" eaLnBrk="0">
              <a:lnSpc>
                <a:spcPct val="97000"/>
              </a:lnSpc>
            </a:pPr>
            <a:r>
              <a:rPr sz="1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变异</a:t>
            </a:r>
            <a:endParaRPr sz="1800" dirty="0">
              <a:latin typeface="微软雅黑" panose="020B0503020204020204" charset="-122"/>
              <a:ea typeface="微软雅黑" panose="020B0503020204020204" charset="-122"/>
              <a:cs typeface="微软雅黑" panose="020B0503020204020204" charset="-122"/>
            </a:endParaRPr>
          </a:p>
        </p:txBody>
      </p:sp>
      <p:sp>
        <p:nvSpPr>
          <p:cNvPr id="132" name="textbox 132"/>
          <p:cNvSpPr/>
          <p:nvPr/>
        </p:nvSpPr>
        <p:spPr>
          <a:xfrm>
            <a:off x="2775635" y="2635682"/>
            <a:ext cx="477519" cy="294004"/>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98000"/>
              </a:lnSpc>
            </a:pPr>
            <a:r>
              <a:rPr sz="1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交叉</a:t>
            </a:r>
            <a:endParaRPr sz="1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 name="picture 134"/>
          <p:cNvPicPr>
            <a:picLocks noChangeAspect="1"/>
          </p:cNvPicPr>
          <p:nvPr/>
        </p:nvPicPr>
        <p:blipFill>
          <a:blip r:embed="rId3"/>
          <a:stretch>
            <a:fillRect/>
          </a:stretch>
        </p:blipFill>
        <p:spPr>
          <a:xfrm rot="21600000">
            <a:off x="1590801" y="3671061"/>
            <a:ext cx="8711692" cy="2498343"/>
          </a:xfrm>
          <a:prstGeom prst="rect">
            <a:avLst/>
          </a:prstGeom>
        </p:spPr>
      </p:pic>
      <p:sp>
        <p:nvSpPr>
          <p:cNvPr id="136" name="textbox 136"/>
          <p:cNvSpPr/>
          <p:nvPr/>
        </p:nvSpPr>
        <p:spPr>
          <a:xfrm>
            <a:off x="730103" y="1684115"/>
            <a:ext cx="8649334" cy="1694179"/>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marL="12700" algn="l" rtl="0" eaLnBrk="0">
              <a:lnSpc>
                <a:spcPct val="97000"/>
              </a:lnSpc>
            </a:pPr>
            <a:r>
              <a:rPr sz="2000" b="1"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编码 ：</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将问题的可行解，抽象编码为适用于遗传算法</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的形式。</a:t>
            </a:r>
            <a:endParaRPr sz="2000" dirty="0">
              <a:latin typeface="微软雅黑" panose="020B0503020204020204" charset="-122"/>
              <a:ea typeface="微软雅黑" panose="020B0503020204020204" charset="-122"/>
              <a:cs typeface="微软雅黑" panose="020B0503020204020204" charset="-122"/>
            </a:endParaRPr>
          </a:p>
          <a:p>
            <a:pPr marL="937260" algn="l" rtl="0" eaLnBrk="0">
              <a:lnSpc>
                <a:spcPct val="97000"/>
              </a:lnSpc>
              <a:spcBef>
                <a:spcPts val="1265"/>
              </a:spcBef>
            </a:pPr>
            <a:r>
              <a:rPr sz="2000" kern="0" spc="-40" dirty="0">
                <a:solidFill>
                  <a:srgbClr val="5F7797">
                    <a:alpha val="100000"/>
                  </a:srgbClr>
                </a:solidFill>
                <a:latin typeface="Arial" panose="020B0604020202020204"/>
                <a:ea typeface="Arial" panose="020B0604020202020204"/>
                <a:cs typeface="Arial" panose="020B0604020202020204"/>
              </a:rPr>
              <a:t>•</a:t>
            </a:r>
            <a:r>
              <a:rPr sz="2000" kern="0" spc="13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微软雅黑" panose="020B0503020204020204" charset="-122"/>
                <a:ea typeface="微软雅黑" panose="020B0503020204020204" charset="-122"/>
                <a:cs typeface="微软雅黑" panose="020B0503020204020204" charset="-122"/>
              </a:rPr>
              <a:t>二进制编码，将数值转为二进</a:t>
            </a:r>
            <a:r>
              <a:rPr sz="2000" kern="0" spc="-50" dirty="0">
                <a:solidFill>
                  <a:srgbClr val="5F7797">
                    <a:alpha val="100000"/>
                  </a:srgbClr>
                </a:solidFill>
                <a:latin typeface="微软雅黑" panose="020B0503020204020204" charset="-122"/>
                <a:ea typeface="微软雅黑" panose="020B0503020204020204" charset="-122"/>
                <a:cs typeface="微软雅黑" panose="020B0503020204020204" charset="-122"/>
              </a:rPr>
              <a:t>制串，用以求解问题。</a:t>
            </a:r>
            <a:endParaRPr sz="2000" dirty="0">
              <a:latin typeface="微软雅黑" panose="020B0503020204020204" charset="-122"/>
              <a:ea typeface="微软雅黑" panose="020B0503020204020204" charset="-122"/>
              <a:cs typeface="微软雅黑" panose="020B0503020204020204" charset="-122"/>
            </a:endParaRPr>
          </a:p>
          <a:p>
            <a:pPr algn="r" rtl="0" eaLnBrk="0">
              <a:lnSpc>
                <a:spcPct val="90000"/>
              </a:lnSpc>
              <a:spcBef>
                <a:spcPts val="1285"/>
              </a:spcBef>
            </a:pPr>
            <a:r>
              <a:rPr sz="2000" kern="0" spc="-30" dirty="0">
                <a:solidFill>
                  <a:srgbClr val="5F7797">
                    <a:alpha val="100000"/>
                  </a:srgbClr>
                </a:solidFill>
                <a:latin typeface="Arial" panose="020B0604020202020204"/>
                <a:ea typeface="Arial" panose="020B0604020202020204"/>
                <a:cs typeface="Arial" panose="020B0604020202020204"/>
              </a:rPr>
              <a:t>•</a:t>
            </a:r>
            <a:r>
              <a:rPr sz="2000" kern="0" spc="12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TSP</a:t>
            </a: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问题，比如</a:t>
            </a:r>
            <a:r>
              <a:rPr sz="2000" kern="0" spc="-30" dirty="0">
                <a:solidFill>
                  <a:srgbClr val="5F7797">
                    <a:alpha val="100000"/>
                  </a:srgbClr>
                </a:solidFill>
                <a:latin typeface="Arial" panose="020B0604020202020204"/>
                <a:ea typeface="Arial" panose="020B0604020202020204"/>
                <a:cs typeface="Arial" panose="020B0604020202020204"/>
              </a:rPr>
              <a:t>10</a:t>
            </a: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个城市，某个解可以表示为</a:t>
            </a:r>
            <a:r>
              <a:rPr sz="2000" kern="0" spc="-30" dirty="0">
                <a:solidFill>
                  <a:srgbClr val="5F7797">
                    <a:alpha val="100000"/>
                  </a:srgbClr>
                </a:solidFill>
                <a:latin typeface="Cambria Math" panose="02040503050406030204"/>
                <a:ea typeface="Cambria Math" panose="02040503050406030204"/>
                <a:cs typeface="Cambria Math" panose="02040503050406030204"/>
              </a:rPr>
              <a:t>[3,2,1,</a:t>
            </a:r>
            <a:r>
              <a:rPr sz="2000" kern="0" spc="-40" dirty="0">
                <a:solidFill>
                  <a:srgbClr val="5F7797">
                    <a:alpha val="100000"/>
                  </a:srgbClr>
                </a:solidFill>
                <a:latin typeface="Cambria Math" panose="02040503050406030204"/>
                <a:ea typeface="Cambria Math" panose="02040503050406030204"/>
                <a:cs typeface="Cambria Math" panose="02040503050406030204"/>
              </a:rPr>
              <a:t>4,5,7,6,8,9,0]</a:t>
            </a:r>
            <a:r>
              <a:rPr sz="2000" kern="0" spc="-4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00000"/>
              </a:lnSpc>
            </a:pPr>
            <a:endParaRPr sz="1200" dirty="0">
              <a:latin typeface="Arial" panose="020B0604020202020204"/>
              <a:ea typeface="Arial" panose="020B0604020202020204"/>
              <a:cs typeface="Arial" panose="020B0604020202020204"/>
            </a:endParaRPr>
          </a:p>
          <a:p>
            <a:pPr marL="937260" algn="l" rtl="0" eaLnBrk="0">
              <a:lnSpc>
                <a:spcPct val="97000"/>
              </a:lnSpc>
              <a:spcBef>
                <a:spcPts val="0"/>
              </a:spcBef>
            </a:pPr>
            <a:r>
              <a:rPr sz="2000" kern="0" spc="0" dirty="0">
                <a:solidFill>
                  <a:srgbClr val="FF0000">
                    <a:alpha val="100000"/>
                  </a:srgbClr>
                </a:solidFill>
                <a:latin typeface="Arial" panose="020B0604020202020204"/>
                <a:ea typeface="Arial" panose="020B0604020202020204"/>
                <a:cs typeface="Arial" panose="020B0604020202020204"/>
              </a:rPr>
              <a:t>•</a:t>
            </a:r>
            <a:r>
              <a:rPr sz="2000" kern="0" spc="110" dirty="0">
                <a:solidFill>
                  <a:srgbClr val="FF0000">
                    <a:alpha val="100000"/>
                  </a:srgbClr>
                </a:solidFill>
                <a:latin typeface="Arial" panose="020B0604020202020204"/>
                <a:ea typeface="Arial" panose="020B0604020202020204"/>
                <a:cs typeface="Arial" panose="020B0604020202020204"/>
              </a:rPr>
              <a:t>   </a:t>
            </a:r>
            <a:r>
              <a:rPr sz="2000"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根据不同的问题，</a:t>
            </a:r>
            <a:r>
              <a:rPr sz="20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进行不同的抽象实现。</a:t>
            </a:r>
            <a:endParaRPr sz="2000" dirty="0">
              <a:latin typeface="微软雅黑" panose="020B0503020204020204" charset="-122"/>
              <a:ea typeface="微软雅黑" panose="020B0503020204020204" charset="-122"/>
              <a:cs typeface="微软雅黑" panose="020B0503020204020204" charset="-122"/>
            </a:endParaRPr>
          </a:p>
        </p:txBody>
      </p:sp>
      <p:sp>
        <p:nvSpPr>
          <p:cNvPr id="138" name="textbox 138"/>
          <p:cNvSpPr/>
          <p:nvPr/>
        </p:nvSpPr>
        <p:spPr>
          <a:xfrm>
            <a:off x="276402" y="178383"/>
            <a:ext cx="7357744" cy="9182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6000"/>
              </a:lnSpc>
            </a:pPr>
            <a:endParaRPr sz="1600" dirty="0">
              <a:latin typeface="Arial" panose="020B0604020202020204"/>
              <a:ea typeface="Arial" panose="020B0604020202020204"/>
              <a:cs typeface="Arial" panose="020B0604020202020204"/>
            </a:endParaRPr>
          </a:p>
          <a:p>
            <a:pPr algn="r" rtl="0" eaLnBrk="0">
              <a:lnSpc>
                <a:spcPct val="97000"/>
              </a:lnSpc>
              <a:spcBef>
                <a:spcPts val="0"/>
              </a:spcBef>
            </a:pPr>
            <a:r>
              <a:rPr sz="3000" b="1" kern="0" spc="-10" dirty="0">
                <a:solidFill>
                  <a:srgbClr val="5F7797">
                    <a:alpha val="100000"/>
                  </a:srgbClr>
                </a:solidFill>
                <a:latin typeface="Arial" panose="020B0604020202020204"/>
                <a:ea typeface="Arial" panose="020B0604020202020204"/>
                <a:cs typeface="Arial" panose="020B0604020202020204"/>
              </a:rPr>
              <a:t>2.1 </a:t>
            </a:r>
            <a:r>
              <a:rPr sz="3000" b="1"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基本原理</a:t>
            </a:r>
            <a:r>
              <a:rPr sz="3000" b="1" kern="0" spc="-10" dirty="0">
                <a:solidFill>
                  <a:srgbClr val="5F7797">
                    <a:alpha val="100000"/>
                  </a:srgbClr>
                </a:solidFill>
                <a:latin typeface="Arial" panose="020B0604020202020204"/>
                <a:ea typeface="Arial" panose="020B0604020202020204"/>
                <a:cs typeface="Arial" panose="020B0604020202020204"/>
              </a:rPr>
              <a:t>-</a:t>
            </a:r>
            <a:r>
              <a:rPr sz="3000" b="1"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编码</a:t>
            </a:r>
            <a:endParaRPr sz="3000" dirty="0">
              <a:latin typeface="微软雅黑" panose="020B0503020204020204" charset="-122"/>
              <a:ea typeface="微软雅黑" panose="020B0503020204020204" charset="-122"/>
              <a:cs typeface="微软雅黑" panose="020B0503020204020204" charset="-122"/>
            </a:endParaRPr>
          </a:p>
        </p:txBody>
      </p:sp>
      <p:grpSp>
        <p:nvGrpSpPr>
          <p:cNvPr id="6" name="group 6"/>
          <p:cNvGrpSpPr/>
          <p:nvPr/>
        </p:nvGrpSpPr>
        <p:grpSpPr>
          <a:xfrm rot="21600000">
            <a:off x="11045006" y="6024838"/>
            <a:ext cx="921774" cy="822622"/>
            <a:chOff x="0" y="0"/>
            <a:chExt cx="921774" cy="822622"/>
          </a:xfrm>
        </p:grpSpPr>
        <p:pic>
          <p:nvPicPr>
            <p:cNvPr id="140" name="picture 140"/>
            <p:cNvPicPr>
              <a:picLocks noChangeAspect="1"/>
            </p:cNvPicPr>
            <p:nvPr/>
          </p:nvPicPr>
          <p:blipFill>
            <a:blip r:embed="rId4"/>
            <a:stretch>
              <a:fillRect/>
            </a:stretch>
          </p:blipFill>
          <p:spPr>
            <a:xfrm rot="21600000">
              <a:off x="0" y="0"/>
              <a:ext cx="921774" cy="822622"/>
            </a:xfrm>
            <a:prstGeom prst="rect">
              <a:avLst/>
            </a:prstGeom>
          </p:spPr>
        </p:pic>
        <p:sp>
          <p:nvSpPr>
            <p:cNvPr id="142" name="textbox 142"/>
            <p:cNvSpPr/>
            <p:nvPr/>
          </p:nvSpPr>
          <p:spPr>
            <a:xfrm>
              <a:off x="-12700" y="-12700"/>
              <a:ext cx="947419" cy="906144"/>
            </a:xfrm>
            <a:prstGeom prst="rect">
              <a:avLst/>
            </a:prstGeom>
            <a:noFill/>
            <a:ln w="0" cap="flat">
              <a:no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367665" algn="l" rtl="0" eaLnBrk="0">
                <a:lnSpc>
                  <a:spcPct val="80000"/>
                </a:lnSpc>
                <a:spcBef>
                  <a:spcPts val="5"/>
                </a:spcBef>
              </a:pPr>
              <a:r>
                <a:rPr sz="2000" b="1" kern="0" spc="-30" dirty="0">
                  <a:solidFill>
                    <a:srgbClr val="5F7797">
                      <a:alpha val="100000"/>
                    </a:srgbClr>
                  </a:solidFill>
                  <a:latin typeface="Arial" panose="020B0604020202020204"/>
                  <a:ea typeface="Arial" panose="020B0604020202020204"/>
                  <a:cs typeface="Arial" panose="020B0604020202020204"/>
                </a:rPr>
                <a:t>07</a:t>
              </a:r>
              <a:endParaRPr sz="2000" dirty="0">
                <a:latin typeface="Arial" panose="020B0604020202020204"/>
                <a:ea typeface="Arial" panose="020B0604020202020204"/>
                <a:cs typeface="Arial" panose="020B0604020202020204"/>
              </a:endParaRPr>
            </a:p>
          </p:txBody>
        </p:sp>
      </p:grpSp>
      <p:sp>
        <p:nvSpPr>
          <p:cNvPr id="144" name="path 144"/>
          <p:cNvSpPr/>
          <p:nvPr/>
        </p:nvSpPr>
        <p:spPr>
          <a:xfrm>
            <a:off x="4870703" y="1118616"/>
            <a:ext cx="2450592" cy="85343"/>
          </a:xfrm>
          <a:custGeom>
            <a:avLst/>
            <a:gdLst/>
            <a:ahLst/>
            <a:cxnLst/>
            <a:rect l="0" t="0" r="0" b="0"/>
            <a:pathLst>
              <a:path w="3859" h="134">
                <a:moveTo>
                  <a:pt x="102" y="23"/>
                </a:moveTo>
                <a:cubicBezTo>
                  <a:pt x="113" y="26"/>
                  <a:pt x="124" y="19"/>
                  <a:pt x="135" y="22"/>
                </a:cubicBezTo>
                <a:cubicBezTo>
                  <a:pt x="129" y="23"/>
                  <a:pt x="135" y="25"/>
                  <a:pt x="129" y="26"/>
                </a:cubicBezTo>
                <a:cubicBezTo>
                  <a:pt x="102" y="23"/>
                  <a:pt x="102" y="31"/>
                  <a:pt x="75" y="32"/>
                </a:cubicBezTo>
                <a:cubicBezTo>
                  <a:pt x="86" y="36"/>
                  <a:pt x="107" y="31"/>
                  <a:pt x="107" y="39"/>
                </a:cubicBezTo>
                <a:cubicBezTo>
                  <a:pt x="145" y="35"/>
                  <a:pt x="156" y="18"/>
                  <a:pt x="183" y="22"/>
                </a:cubicBezTo>
                <a:cubicBezTo>
                  <a:pt x="178" y="23"/>
                  <a:pt x="189" y="26"/>
                  <a:pt x="183" y="28"/>
                </a:cubicBezTo>
                <a:cubicBezTo>
                  <a:pt x="167" y="32"/>
                  <a:pt x="151" y="36"/>
                  <a:pt x="172" y="40"/>
                </a:cubicBezTo>
                <a:cubicBezTo>
                  <a:pt x="183" y="39"/>
                  <a:pt x="189" y="36"/>
                  <a:pt x="199" y="35"/>
                </a:cubicBezTo>
                <a:cubicBezTo>
                  <a:pt x="194" y="28"/>
                  <a:pt x="189" y="22"/>
                  <a:pt x="205" y="16"/>
                </a:cubicBezTo>
                <a:cubicBezTo>
                  <a:pt x="210" y="23"/>
                  <a:pt x="215" y="23"/>
                  <a:pt x="237" y="31"/>
                </a:cubicBezTo>
                <a:cubicBezTo>
                  <a:pt x="215" y="36"/>
                  <a:pt x="205" y="36"/>
                  <a:pt x="199" y="45"/>
                </a:cubicBezTo>
                <a:cubicBezTo>
                  <a:pt x="183" y="38"/>
                  <a:pt x="183" y="46"/>
                  <a:pt x="183" y="49"/>
                </a:cubicBezTo>
                <a:cubicBezTo>
                  <a:pt x="178" y="46"/>
                  <a:pt x="172" y="45"/>
                  <a:pt x="167" y="43"/>
                </a:cubicBezTo>
                <a:cubicBezTo>
                  <a:pt x="135" y="52"/>
                  <a:pt x="162" y="59"/>
                  <a:pt x="135" y="64"/>
                </a:cubicBezTo>
                <a:cubicBezTo>
                  <a:pt x="140" y="63"/>
                  <a:pt x="151" y="63"/>
                  <a:pt x="162" y="63"/>
                </a:cubicBezTo>
                <a:cubicBezTo>
                  <a:pt x="145" y="66"/>
                  <a:pt x="151" y="67"/>
                  <a:pt x="140" y="70"/>
                </a:cubicBezTo>
                <a:cubicBezTo>
                  <a:pt x="129" y="60"/>
                  <a:pt x="107" y="72"/>
                  <a:pt x="91" y="67"/>
                </a:cubicBezTo>
                <a:cubicBezTo>
                  <a:pt x="107" y="57"/>
                  <a:pt x="113" y="48"/>
                  <a:pt x="135" y="40"/>
                </a:cubicBezTo>
                <a:cubicBezTo>
                  <a:pt x="118" y="39"/>
                  <a:pt x="97" y="42"/>
                  <a:pt x="86" y="38"/>
                </a:cubicBezTo>
                <a:cubicBezTo>
                  <a:pt x="64" y="42"/>
                  <a:pt x="54" y="46"/>
                  <a:pt x="54" y="50"/>
                </a:cubicBezTo>
                <a:cubicBezTo>
                  <a:pt x="70" y="52"/>
                  <a:pt x="64" y="42"/>
                  <a:pt x="86" y="45"/>
                </a:cubicBezTo>
                <a:cubicBezTo>
                  <a:pt x="97" y="49"/>
                  <a:pt x="75" y="50"/>
                  <a:pt x="81" y="53"/>
                </a:cubicBezTo>
                <a:cubicBezTo>
                  <a:pt x="86" y="53"/>
                  <a:pt x="97" y="52"/>
                  <a:pt x="97" y="53"/>
                </a:cubicBezTo>
                <a:cubicBezTo>
                  <a:pt x="37" y="62"/>
                  <a:pt x="37" y="74"/>
                  <a:pt x="0" y="84"/>
                </a:cubicBezTo>
                <a:cubicBezTo>
                  <a:pt x="32" y="80"/>
                  <a:pt x="64" y="74"/>
                  <a:pt x="91" y="80"/>
                </a:cubicBezTo>
                <a:cubicBezTo>
                  <a:pt x="102" y="74"/>
                  <a:pt x="43" y="73"/>
                  <a:pt x="70" y="66"/>
                </a:cubicBezTo>
                <a:cubicBezTo>
                  <a:pt x="75" y="73"/>
                  <a:pt x="118" y="70"/>
                  <a:pt x="135" y="79"/>
                </a:cubicBezTo>
                <a:cubicBezTo>
                  <a:pt x="118" y="82"/>
                  <a:pt x="102" y="86"/>
                  <a:pt x="86" y="89"/>
                </a:cubicBezTo>
                <a:cubicBezTo>
                  <a:pt x="64" y="83"/>
                  <a:pt x="37" y="90"/>
                  <a:pt x="16" y="90"/>
                </a:cubicBezTo>
                <a:cubicBezTo>
                  <a:pt x="32" y="94"/>
                  <a:pt x="10" y="101"/>
                  <a:pt x="37" y="98"/>
                </a:cubicBezTo>
                <a:cubicBezTo>
                  <a:pt x="37" y="90"/>
                  <a:pt x="129" y="90"/>
                  <a:pt x="140" y="98"/>
                </a:cubicBezTo>
                <a:cubicBezTo>
                  <a:pt x="151" y="96"/>
                  <a:pt x="167" y="93"/>
                  <a:pt x="183" y="90"/>
                </a:cubicBezTo>
                <a:cubicBezTo>
                  <a:pt x="194" y="98"/>
                  <a:pt x="215" y="90"/>
                  <a:pt x="232" y="94"/>
                </a:cubicBezTo>
                <a:cubicBezTo>
                  <a:pt x="232" y="104"/>
                  <a:pt x="215" y="97"/>
                  <a:pt x="194" y="100"/>
                </a:cubicBezTo>
                <a:cubicBezTo>
                  <a:pt x="189" y="103"/>
                  <a:pt x="189" y="106"/>
                  <a:pt x="199" y="110"/>
                </a:cubicBezTo>
                <a:cubicBezTo>
                  <a:pt x="221" y="103"/>
                  <a:pt x="237" y="106"/>
                  <a:pt x="259" y="100"/>
                </a:cubicBezTo>
                <a:cubicBezTo>
                  <a:pt x="248" y="96"/>
                  <a:pt x="226" y="84"/>
                  <a:pt x="269" y="84"/>
                </a:cubicBezTo>
                <a:cubicBezTo>
                  <a:pt x="259" y="80"/>
                  <a:pt x="237" y="76"/>
                  <a:pt x="253" y="72"/>
                </a:cubicBezTo>
                <a:cubicBezTo>
                  <a:pt x="280" y="74"/>
                  <a:pt x="280" y="62"/>
                  <a:pt x="302" y="64"/>
                </a:cubicBezTo>
                <a:cubicBezTo>
                  <a:pt x="291" y="67"/>
                  <a:pt x="302" y="69"/>
                  <a:pt x="296" y="70"/>
                </a:cubicBezTo>
                <a:cubicBezTo>
                  <a:pt x="291" y="72"/>
                  <a:pt x="275" y="70"/>
                  <a:pt x="280" y="74"/>
                </a:cubicBezTo>
                <a:cubicBezTo>
                  <a:pt x="302" y="74"/>
                  <a:pt x="269" y="97"/>
                  <a:pt x="264" y="106"/>
                </a:cubicBezTo>
                <a:cubicBezTo>
                  <a:pt x="296" y="106"/>
                  <a:pt x="307" y="96"/>
                  <a:pt x="318" y="107"/>
                </a:cubicBezTo>
                <a:cubicBezTo>
                  <a:pt x="334" y="98"/>
                  <a:pt x="367" y="100"/>
                  <a:pt x="350" y="92"/>
                </a:cubicBezTo>
                <a:cubicBezTo>
                  <a:pt x="334" y="92"/>
                  <a:pt x="329" y="93"/>
                  <a:pt x="323" y="96"/>
                </a:cubicBezTo>
                <a:cubicBezTo>
                  <a:pt x="323" y="93"/>
                  <a:pt x="285" y="93"/>
                  <a:pt x="302" y="89"/>
                </a:cubicBezTo>
                <a:cubicBezTo>
                  <a:pt x="334" y="87"/>
                  <a:pt x="329" y="86"/>
                  <a:pt x="334" y="79"/>
                </a:cubicBezTo>
                <a:cubicBezTo>
                  <a:pt x="345" y="82"/>
                  <a:pt x="361" y="76"/>
                  <a:pt x="372" y="82"/>
                </a:cubicBezTo>
                <a:cubicBezTo>
                  <a:pt x="334" y="87"/>
                  <a:pt x="361" y="90"/>
                  <a:pt x="383" y="89"/>
                </a:cubicBezTo>
                <a:cubicBezTo>
                  <a:pt x="361" y="94"/>
                  <a:pt x="356" y="101"/>
                  <a:pt x="350" y="107"/>
                </a:cubicBezTo>
                <a:cubicBezTo>
                  <a:pt x="388" y="110"/>
                  <a:pt x="404" y="90"/>
                  <a:pt x="442" y="103"/>
                </a:cubicBezTo>
                <a:cubicBezTo>
                  <a:pt x="437" y="106"/>
                  <a:pt x="421" y="104"/>
                  <a:pt x="426" y="107"/>
                </a:cubicBezTo>
                <a:cubicBezTo>
                  <a:pt x="437" y="106"/>
                  <a:pt x="431" y="108"/>
                  <a:pt x="437" y="111"/>
                </a:cubicBezTo>
                <a:cubicBezTo>
                  <a:pt x="458" y="103"/>
                  <a:pt x="480" y="101"/>
                  <a:pt x="496" y="92"/>
                </a:cubicBezTo>
                <a:cubicBezTo>
                  <a:pt x="512" y="93"/>
                  <a:pt x="529" y="89"/>
                  <a:pt x="545" y="90"/>
                </a:cubicBezTo>
                <a:cubicBezTo>
                  <a:pt x="518" y="94"/>
                  <a:pt x="523" y="101"/>
                  <a:pt x="512" y="107"/>
                </a:cubicBezTo>
                <a:cubicBezTo>
                  <a:pt x="502" y="108"/>
                  <a:pt x="469" y="104"/>
                  <a:pt x="475" y="110"/>
                </a:cubicBezTo>
                <a:cubicBezTo>
                  <a:pt x="485" y="107"/>
                  <a:pt x="491" y="114"/>
                  <a:pt x="502" y="113"/>
                </a:cubicBezTo>
                <a:cubicBezTo>
                  <a:pt x="512" y="111"/>
                  <a:pt x="523" y="108"/>
                  <a:pt x="534" y="107"/>
                </a:cubicBezTo>
                <a:cubicBezTo>
                  <a:pt x="550" y="111"/>
                  <a:pt x="534" y="113"/>
                  <a:pt x="555" y="114"/>
                </a:cubicBezTo>
                <a:cubicBezTo>
                  <a:pt x="577" y="111"/>
                  <a:pt x="583" y="110"/>
                  <a:pt x="583" y="104"/>
                </a:cubicBezTo>
                <a:cubicBezTo>
                  <a:pt x="620" y="106"/>
                  <a:pt x="593" y="110"/>
                  <a:pt x="631" y="115"/>
                </a:cubicBezTo>
                <a:cubicBezTo>
                  <a:pt x="653" y="108"/>
                  <a:pt x="669" y="115"/>
                  <a:pt x="690" y="108"/>
                </a:cubicBezTo>
                <a:cubicBezTo>
                  <a:pt x="696" y="110"/>
                  <a:pt x="690" y="113"/>
                  <a:pt x="707" y="115"/>
                </a:cubicBezTo>
                <a:cubicBezTo>
                  <a:pt x="723" y="114"/>
                  <a:pt x="744" y="113"/>
                  <a:pt x="761" y="114"/>
                </a:cubicBezTo>
                <a:cubicBezTo>
                  <a:pt x="744" y="110"/>
                  <a:pt x="782" y="103"/>
                  <a:pt x="798" y="107"/>
                </a:cubicBezTo>
                <a:cubicBezTo>
                  <a:pt x="798" y="114"/>
                  <a:pt x="755" y="106"/>
                  <a:pt x="771" y="114"/>
                </a:cubicBezTo>
                <a:cubicBezTo>
                  <a:pt x="831" y="111"/>
                  <a:pt x="885" y="118"/>
                  <a:pt x="950" y="114"/>
                </a:cubicBezTo>
                <a:cubicBezTo>
                  <a:pt x="923" y="110"/>
                  <a:pt x="944" y="106"/>
                  <a:pt x="950" y="101"/>
                </a:cubicBezTo>
                <a:cubicBezTo>
                  <a:pt x="944" y="111"/>
                  <a:pt x="1009" y="127"/>
                  <a:pt x="1009" y="113"/>
                </a:cubicBezTo>
                <a:cubicBezTo>
                  <a:pt x="982" y="117"/>
                  <a:pt x="993" y="101"/>
                  <a:pt x="971" y="100"/>
                </a:cubicBezTo>
                <a:cubicBezTo>
                  <a:pt x="977" y="98"/>
                  <a:pt x="982" y="96"/>
                  <a:pt x="982" y="94"/>
                </a:cubicBezTo>
                <a:cubicBezTo>
                  <a:pt x="982" y="100"/>
                  <a:pt x="993" y="98"/>
                  <a:pt x="1009" y="100"/>
                </a:cubicBezTo>
                <a:cubicBezTo>
                  <a:pt x="977" y="106"/>
                  <a:pt x="1020" y="111"/>
                  <a:pt x="1036" y="108"/>
                </a:cubicBezTo>
                <a:cubicBezTo>
                  <a:pt x="1025" y="111"/>
                  <a:pt x="1020" y="114"/>
                  <a:pt x="1036" y="117"/>
                </a:cubicBezTo>
                <a:cubicBezTo>
                  <a:pt x="1041" y="117"/>
                  <a:pt x="1047" y="115"/>
                  <a:pt x="1052" y="117"/>
                </a:cubicBezTo>
                <a:cubicBezTo>
                  <a:pt x="1057" y="106"/>
                  <a:pt x="1101" y="107"/>
                  <a:pt x="1095" y="92"/>
                </a:cubicBezTo>
                <a:cubicBezTo>
                  <a:pt x="1095" y="93"/>
                  <a:pt x="1101" y="94"/>
                  <a:pt x="1106" y="93"/>
                </a:cubicBezTo>
                <a:cubicBezTo>
                  <a:pt x="1101" y="96"/>
                  <a:pt x="1101" y="100"/>
                  <a:pt x="1122" y="104"/>
                </a:cubicBezTo>
                <a:cubicBezTo>
                  <a:pt x="1138" y="101"/>
                  <a:pt x="1192" y="101"/>
                  <a:pt x="1176" y="108"/>
                </a:cubicBezTo>
                <a:cubicBezTo>
                  <a:pt x="1155" y="101"/>
                  <a:pt x="1127" y="110"/>
                  <a:pt x="1084" y="107"/>
                </a:cubicBezTo>
                <a:cubicBezTo>
                  <a:pt x="1074" y="110"/>
                  <a:pt x="1079" y="113"/>
                  <a:pt x="1074" y="114"/>
                </a:cubicBezTo>
                <a:cubicBezTo>
                  <a:pt x="1106" y="121"/>
                  <a:pt x="1144" y="115"/>
                  <a:pt x="1176" y="118"/>
                </a:cubicBezTo>
                <a:cubicBezTo>
                  <a:pt x="1171" y="117"/>
                  <a:pt x="1165" y="115"/>
                  <a:pt x="1176" y="113"/>
                </a:cubicBezTo>
                <a:cubicBezTo>
                  <a:pt x="1225" y="108"/>
                  <a:pt x="1214" y="128"/>
                  <a:pt x="1214" y="128"/>
                </a:cubicBezTo>
                <a:cubicBezTo>
                  <a:pt x="1230" y="124"/>
                  <a:pt x="1263" y="120"/>
                  <a:pt x="1225" y="120"/>
                </a:cubicBezTo>
                <a:cubicBezTo>
                  <a:pt x="1230" y="114"/>
                  <a:pt x="1257" y="110"/>
                  <a:pt x="1268" y="121"/>
                </a:cubicBezTo>
                <a:cubicBezTo>
                  <a:pt x="1327" y="117"/>
                  <a:pt x="1365" y="124"/>
                  <a:pt x="1419" y="115"/>
                </a:cubicBezTo>
                <a:cubicBezTo>
                  <a:pt x="1425" y="122"/>
                  <a:pt x="1473" y="121"/>
                  <a:pt x="1500" y="120"/>
                </a:cubicBezTo>
                <a:cubicBezTo>
                  <a:pt x="1505" y="111"/>
                  <a:pt x="1516" y="114"/>
                  <a:pt x="1505" y="110"/>
                </a:cubicBezTo>
                <a:cubicBezTo>
                  <a:pt x="1516" y="108"/>
                  <a:pt x="1522" y="106"/>
                  <a:pt x="1532" y="104"/>
                </a:cubicBezTo>
                <a:cubicBezTo>
                  <a:pt x="1532" y="108"/>
                  <a:pt x="1543" y="111"/>
                  <a:pt x="1559" y="107"/>
                </a:cubicBezTo>
                <a:cubicBezTo>
                  <a:pt x="1559" y="101"/>
                  <a:pt x="1549" y="104"/>
                  <a:pt x="1532" y="101"/>
                </a:cubicBezTo>
                <a:cubicBezTo>
                  <a:pt x="1543" y="98"/>
                  <a:pt x="1538" y="96"/>
                  <a:pt x="1554" y="93"/>
                </a:cubicBezTo>
                <a:cubicBezTo>
                  <a:pt x="1554" y="101"/>
                  <a:pt x="1586" y="113"/>
                  <a:pt x="1543" y="121"/>
                </a:cubicBezTo>
                <a:cubicBezTo>
                  <a:pt x="1559" y="128"/>
                  <a:pt x="1559" y="114"/>
                  <a:pt x="1575" y="124"/>
                </a:cubicBezTo>
                <a:cubicBezTo>
                  <a:pt x="1597" y="122"/>
                  <a:pt x="1597" y="114"/>
                  <a:pt x="1608" y="117"/>
                </a:cubicBezTo>
                <a:cubicBezTo>
                  <a:pt x="1619" y="128"/>
                  <a:pt x="1624" y="115"/>
                  <a:pt x="1657" y="117"/>
                </a:cubicBezTo>
                <a:cubicBezTo>
                  <a:pt x="1662" y="120"/>
                  <a:pt x="1651" y="121"/>
                  <a:pt x="1646" y="122"/>
                </a:cubicBezTo>
                <a:cubicBezTo>
                  <a:pt x="1700" y="131"/>
                  <a:pt x="1662" y="108"/>
                  <a:pt x="1705" y="104"/>
                </a:cubicBezTo>
                <a:cubicBezTo>
                  <a:pt x="1667" y="94"/>
                  <a:pt x="1667" y="121"/>
                  <a:pt x="1624" y="111"/>
                </a:cubicBezTo>
                <a:cubicBezTo>
                  <a:pt x="1667" y="113"/>
                  <a:pt x="1657" y="96"/>
                  <a:pt x="1700" y="98"/>
                </a:cubicBezTo>
                <a:cubicBezTo>
                  <a:pt x="1705" y="93"/>
                  <a:pt x="1711" y="87"/>
                  <a:pt x="1727" y="82"/>
                </a:cubicBezTo>
                <a:cubicBezTo>
                  <a:pt x="1743" y="87"/>
                  <a:pt x="1705" y="94"/>
                  <a:pt x="1743" y="93"/>
                </a:cubicBezTo>
                <a:cubicBezTo>
                  <a:pt x="1727" y="98"/>
                  <a:pt x="1716" y="93"/>
                  <a:pt x="1705" y="94"/>
                </a:cubicBezTo>
                <a:cubicBezTo>
                  <a:pt x="1748" y="106"/>
                  <a:pt x="1667" y="114"/>
                  <a:pt x="1705" y="125"/>
                </a:cubicBezTo>
                <a:cubicBezTo>
                  <a:pt x="1727" y="121"/>
                  <a:pt x="1743" y="115"/>
                  <a:pt x="1732" y="110"/>
                </a:cubicBezTo>
                <a:cubicBezTo>
                  <a:pt x="1754" y="104"/>
                  <a:pt x="1770" y="107"/>
                  <a:pt x="1786" y="108"/>
                </a:cubicBezTo>
                <a:cubicBezTo>
                  <a:pt x="1759" y="111"/>
                  <a:pt x="1781" y="115"/>
                  <a:pt x="1759" y="120"/>
                </a:cubicBezTo>
                <a:cubicBezTo>
                  <a:pt x="1754" y="117"/>
                  <a:pt x="1748" y="114"/>
                  <a:pt x="1743" y="115"/>
                </a:cubicBezTo>
                <a:cubicBezTo>
                  <a:pt x="1759" y="122"/>
                  <a:pt x="1737" y="118"/>
                  <a:pt x="1743" y="125"/>
                </a:cubicBezTo>
                <a:cubicBezTo>
                  <a:pt x="1765" y="124"/>
                  <a:pt x="1797" y="125"/>
                  <a:pt x="1802" y="121"/>
                </a:cubicBezTo>
                <a:cubicBezTo>
                  <a:pt x="1797" y="117"/>
                  <a:pt x="1786" y="118"/>
                  <a:pt x="1775" y="118"/>
                </a:cubicBezTo>
                <a:cubicBezTo>
                  <a:pt x="1808" y="118"/>
                  <a:pt x="1792" y="110"/>
                  <a:pt x="1808" y="113"/>
                </a:cubicBezTo>
                <a:cubicBezTo>
                  <a:pt x="1813" y="115"/>
                  <a:pt x="1813" y="120"/>
                  <a:pt x="1813" y="124"/>
                </a:cubicBezTo>
                <a:cubicBezTo>
                  <a:pt x="1937" y="122"/>
                  <a:pt x="2061" y="127"/>
                  <a:pt x="2185" y="124"/>
                </a:cubicBezTo>
                <a:cubicBezTo>
                  <a:pt x="2159" y="115"/>
                  <a:pt x="2202" y="111"/>
                  <a:pt x="2213" y="111"/>
                </a:cubicBezTo>
                <a:cubicBezTo>
                  <a:pt x="2218" y="118"/>
                  <a:pt x="2196" y="118"/>
                  <a:pt x="2185" y="124"/>
                </a:cubicBezTo>
                <a:cubicBezTo>
                  <a:pt x="2202" y="131"/>
                  <a:pt x="2223" y="124"/>
                  <a:pt x="2234" y="120"/>
                </a:cubicBezTo>
                <a:cubicBezTo>
                  <a:pt x="2256" y="121"/>
                  <a:pt x="2240" y="127"/>
                  <a:pt x="2261" y="120"/>
                </a:cubicBezTo>
                <a:cubicBezTo>
                  <a:pt x="2261" y="131"/>
                  <a:pt x="2310" y="120"/>
                  <a:pt x="2331" y="127"/>
                </a:cubicBezTo>
                <a:cubicBezTo>
                  <a:pt x="2331" y="125"/>
                  <a:pt x="2364" y="122"/>
                  <a:pt x="2369" y="117"/>
                </a:cubicBezTo>
                <a:cubicBezTo>
                  <a:pt x="2374" y="120"/>
                  <a:pt x="2385" y="120"/>
                  <a:pt x="2391" y="121"/>
                </a:cubicBezTo>
                <a:cubicBezTo>
                  <a:pt x="2385" y="124"/>
                  <a:pt x="2358" y="120"/>
                  <a:pt x="2364" y="125"/>
                </a:cubicBezTo>
                <a:cubicBezTo>
                  <a:pt x="2380" y="124"/>
                  <a:pt x="2369" y="128"/>
                  <a:pt x="2380" y="131"/>
                </a:cubicBezTo>
                <a:cubicBezTo>
                  <a:pt x="2417" y="124"/>
                  <a:pt x="2482" y="134"/>
                  <a:pt x="2504" y="125"/>
                </a:cubicBezTo>
                <a:cubicBezTo>
                  <a:pt x="2493" y="120"/>
                  <a:pt x="2417" y="125"/>
                  <a:pt x="2407" y="117"/>
                </a:cubicBezTo>
                <a:cubicBezTo>
                  <a:pt x="2450" y="122"/>
                  <a:pt x="2499" y="118"/>
                  <a:pt x="2547" y="117"/>
                </a:cubicBezTo>
                <a:cubicBezTo>
                  <a:pt x="2536" y="118"/>
                  <a:pt x="2531" y="120"/>
                  <a:pt x="2520" y="122"/>
                </a:cubicBezTo>
                <a:cubicBezTo>
                  <a:pt x="2531" y="125"/>
                  <a:pt x="2542" y="128"/>
                  <a:pt x="2547" y="131"/>
                </a:cubicBezTo>
                <a:cubicBezTo>
                  <a:pt x="2580" y="128"/>
                  <a:pt x="2547" y="121"/>
                  <a:pt x="2569" y="118"/>
                </a:cubicBezTo>
                <a:cubicBezTo>
                  <a:pt x="2574" y="120"/>
                  <a:pt x="2563" y="121"/>
                  <a:pt x="2574" y="124"/>
                </a:cubicBezTo>
                <a:cubicBezTo>
                  <a:pt x="2617" y="117"/>
                  <a:pt x="2585" y="101"/>
                  <a:pt x="2617" y="100"/>
                </a:cubicBezTo>
                <a:cubicBezTo>
                  <a:pt x="2601" y="107"/>
                  <a:pt x="2623" y="117"/>
                  <a:pt x="2585" y="124"/>
                </a:cubicBezTo>
                <a:cubicBezTo>
                  <a:pt x="2617" y="134"/>
                  <a:pt x="2623" y="120"/>
                  <a:pt x="2650" y="131"/>
                </a:cubicBezTo>
                <a:cubicBezTo>
                  <a:pt x="2666" y="127"/>
                  <a:pt x="2677" y="130"/>
                  <a:pt x="2693" y="124"/>
                </a:cubicBezTo>
                <a:cubicBezTo>
                  <a:pt x="2698" y="131"/>
                  <a:pt x="2758" y="134"/>
                  <a:pt x="2769" y="125"/>
                </a:cubicBezTo>
                <a:cubicBezTo>
                  <a:pt x="2790" y="130"/>
                  <a:pt x="2828" y="134"/>
                  <a:pt x="2849" y="124"/>
                </a:cubicBezTo>
                <a:cubicBezTo>
                  <a:pt x="2855" y="131"/>
                  <a:pt x="2892" y="131"/>
                  <a:pt x="2892" y="122"/>
                </a:cubicBezTo>
                <a:cubicBezTo>
                  <a:pt x="2903" y="125"/>
                  <a:pt x="2909" y="128"/>
                  <a:pt x="2909" y="130"/>
                </a:cubicBezTo>
                <a:cubicBezTo>
                  <a:pt x="2941" y="118"/>
                  <a:pt x="3065" y="128"/>
                  <a:pt x="3038" y="108"/>
                </a:cubicBezTo>
                <a:cubicBezTo>
                  <a:pt x="3049" y="107"/>
                  <a:pt x="3055" y="111"/>
                  <a:pt x="3060" y="114"/>
                </a:cubicBezTo>
                <a:cubicBezTo>
                  <a:pt x="3076" y="111"/>
                  <a:pt x="3065" y="108"/>
                  <a:pt x="3071" y="107"/>
                </a:cubicBezTo>
                <a:cubicBezTo>
                  <a:pt x="3082" y="107"/>
                  <a:pt x="3098" y="103"/>
                  <a:pt x="3109" y="107"/>
                </a:cubicBezTo>
                <a:cubicBezTo>
                  <a:pt x="3087" y="111"/>
                  <a:pt x="3076" y="114"/>
                  <a:pt x="3082" y="122"/>
                </a:cubicBezTo>
                <a:cubicBezTo>
                  <a:pt x="3060" y="121"/>
                  <a:pt x="3038" y="127"/>
                  <a:pt x="3022" y="127"/>
                </a:cubicBezTo>
                <a:cubicBezTo>
                  <a:pt x="3082" y="131"/>
                  <a:pt x="3190" y="132"/>
                  <a:pt x="3254" y="118"/>
                </a:cubicBezTo>
                <a:cubicBezTo>
                  <a:pt x="3265" y="127"/>
                  <a:pt x="3287" y="111"/>
                  <a:pt x="3303" y="115"/>
                </a:cubicBezTo>
                <a:cubicBezTo>
                  <a:pt x="3281" y="120"/>
                  <a:pt x="3260" y="124"/>
                  <a:pt x="3260" y="130"/>
                </a:cubicBezTo>
                <a:cubicBezTo>
                  <a:pt x="3270" y="128"/>
                  <a:pt x="3287" y="125"/>
                  <a:pt x="3297" y="130"/>
                </a:cubicBezTo>
                <a:cubicBezTo>
                  <a:pt x="3335" y="122"/>
                  <a:pt x="3319" y="108"/>
                  <a:pt x="3362" y="110"/>
                </a:cubicBezTo>
                <a:cubicBezTo>
                  <a:pt x="3368" y="104"/>
                  <a:pt x="3357" y="90"/>
                  <a:pt x="3400" y="90"/>
                </a:cubicBezTo>
                <a:cubicBezTo>
                  <a:pt x="3378" y="106"/>
                  <a:pt x="3405" y="115"/>
                  <a:pt x="3324" y="127"/>
                </a:cubicBezTo>
                <a:cubicBezTo>
                  <a:pt x="3362" y="134"/>
                  <a:pt x="3422" y="125"/>
                  <a:pt x="3449" y="115"/>
                </a:cubicBezTo>
                <a:cubicBezTo>
                  <a:pt x="3438" y="110"/>
                  <a:pt x="3422" y="115"/>
                  <a:pt x="3416" y="110"/>
                </a:cubicBezTo>
                <a:cubicBezTo>
                  <a:pt x="3422" y="110"/>
                  <a:pt x="3416" y="107"/>
                  <a:pt x="3422" y="107"/>
                </a:cubicBezTo>
                <a:cubicBezTo>
                  <a:pt x="3459" y="108"/>
                  <a:pt x="3513" y="107"/>
                  <a:pt x="3535" y="96"/>
                </a:cubicBezTo>
                <a:cubicBezTo>
                  <a:pt x="3557" y="100"/>
                  <a:pt x="3540" y="104"/>
                  <a:pt x="3524" y="108"/>
                </a:cubicBezTo>
                <a:cubicBezTo>
                  <a:pt x="3519" y="106"/>
                  <a:pt x="3524" y="103"/>
                  <a:pt x="3508" y="106"/>
                </a:cubicBezTo>
                <a:cubicBezTo>
                  <a:pt x="3497" y="114"/>
                  <a:pt x="3519" y="110"/>
                  <a:pt x="3535" y="114"/>
                </a:cubicBezTo>
                <a:cubicBezTo>
                  <a:pt x="3519" y="115"/>
                  <a:pt x="3508" y="122"/>
                  <a:pt x="3497" y="118"/>
                </a:cubicBezTo>
                <a:cubicBezTo>
                  <a:pt x="3481" y="115"/>
                  <a:pt x="3502" y="113"/>
                  <a:pt x="3492" y="110"/>
                </a:cubicBezTo>
                <a:cubicBezTo>
                  <a:pt x="3432" y="111"/>
                  <a:pt x="3476" y="121"/>
                  <a:pt x="3449" y="128"/>
                </a:cubicBezTo>
                <a:cubicBezTo>
                  <a:pt x="3481" y="131"/>
                  <a:pt x="3535" y="117"/>
                  <a:pt x="3557" y="110"/>
                </a:cubicBezTo>
                <a:cubicBezTo>
                  <a:pt x="3567" y="111"/>
                  <a:pt x="3573" y="110"/>
                  <a:pt x="3584" y="114"/>
                </a:cubicBezTo>
                <a:cubicBezTo>
                  <a:pt x="3600" y="103"/>
                  <a:pt x="3632" y="94"/>
                  <a:pt x="3664" y="87"/>
                </a:cubicBezTo>
                <a:cubicBezTo>
                  <a:pt x="3648" y="80"/>
                  <a:pt x="3638" y="86"/>
                  <a:pt x="3627" y="90"/>
                </a:cubicBezTo>
                <a:cubicBezTo>
                  <a:pt x="3594" y="80"/>
                  <a:pt x="3632" y="73"/>
                  <a:pt x="3664" y="70"/>
                </a:cubicBezTo>
                <a:cubicBezTo>
                  <a:pt x="3675" y="76"/>
                  <a:pt x="3632" y="73"/>
                  <a:pt x="3659" y="82"/>
                </a:cubicBezTo>
                <a:cubicBezTo>
                  <a:pt x="3670" y="79"/>
                  <a:pt x="3675" y="80"/>
                  <a:pt x="3686" y="77"/>
                </a:cubicBezTo>
                <a:cubicBezTo>
                  <a:pt x="3675" y="64"/>
                  <a:pt x="3735" y="55"/>
                  <a:pt x="3702" y="40"/>
                </a:cubicBezTo>
                <a:cubicBezTo>
                  <a:pt x="3718" y="38"/>
                  <a:pt x="3729" y="38"/>
                  <a:pt x="3735" y="42"/>
                </a:cubicBezTo>
                <a:cubicBezTo>
                  <a:pt x="3713" y="45"/>
                  <a:pt x="3740" y="49"/>
                  <a:pt x="3751" y="49"/>
                </a:cubicBezTo>
                <a:cubicBezTo>
                  <a:pt x="3735" y="52"/>
                  <a:pt x="3718" y="55"/>
                  <a:pt x="3729" y="59"/>
                </a:cubicBezTo>
                <a:cubicBezTo>
                  <a:pt x="3756" y="57"/>
                  <a:pt x="3762" y="50"/>
                  <a:pt x="3794" y="45"/>
                </a:cubicBezTo>
                <a:cubicBezTo>
                  <a:pt x="3805" y="48"/>
                  <a:pt x="3810" y="50"/>
                  <a:pt x="3821" y="50"/>
                </a:cubicBezTo>
                <a:cubicBezTo>
                  <a:pt x="3837" y="46"/>
                  <a:pt x="3853" y="49"/>
                  <a:pt x="3859" y="43"/>
                </a:cubicBezTo>
                <a:cubicBezTo>
                  <a:pt x="3848" y="35"/>
                  <a:pt x="3832" y="46"/>
                  <a:pt x="3826" y="42"/>
                </a:cubicBezTo>
                <a:cubicBezTo>
                  <a:pt x="3832" y="39"/>
                  <a:pt x="3848" y="36"/>
                  <a:pt x="3842" y="32"/>
                </a:cubicBezTo>
                <a:cubicBezTo>
                  <a:pt x="3805" y="33"/>
                  <a:pt x="3772" y="45"/>
                  <a:pt x="3740" y="43"/>
                </a:cubicBezTo>
                <a:cubicBezTo>
                  <a:pt x="3762" y="35"/>
                  <a:pt x="3718" y="36"/>
                  <a:pt x="3702" y="33"/>
                </a:cubicBezTo>
                <a:cubicBezTo>
                  <a:pt x="3708" y="32"/>
                  <a:pt x="3713" y="31"/>
                  <a:pt x="3708" y="29"/>
                </a:cubicBezTo>
                <a:cubicBezTo>
                  <a:pt x="3681" y="38"/>
                  <a:pt x="3697" y="48"/>
                  <a:pt x="3691" y="56"/>
                </a:cubicBezTo>
                <a:cubicBezTo>
                  <a:pt x="3670" y="57"/>
                  <a:pt x="3648" y="70"/>
                  <a:pt x="3616" y="60"/>
                </a:cubicBezTo>
                <a:cubicBezTo>
                  <a:pt x="3638" y="57"/>
                  <a:pt x="3616" y="53"/>
                  <a:pt x="3611" y="49"/>
                </a:cubicBezTo>
                <a:cubicBezTo>
                  <a:pt x="3578" y="56"/>
                  <a:pt x="3589" y="64"/>
                  <a:pt x="3584" y="73"/>
                </a:cubicBezTo>
                <a:cubicBezTo>
                  <a:pt x="3600" y="72"/>
                  <a:pt x="3594" y="63"/>
                  <a:pt x="3616" y="66"/>
                </a:cubicBezTo>
                <a:cubicBezTo>
                  <a:pt x="3621" y="73"/>
                  <a:pt x="3600" y="72"/>
                  <a:pt x="3578" y="77"/>
                </a:cubicBezTo>
                <a:cubicBezTo>
                  <a:pt x="3578" y="82"/>
                  <a:pt x="3611" y="79"/>
                  <a:pt x="3594" y="83"/>
                </a:cubicBezTo>
                <a:cubicBezTo>
                  <a:pt x="3540" y="90"/>
                  <a:pt x="3513" y="96"/>
                  <a:pt x="3465" y="101"/>
                </a:cubicBezTo>
                <a:cubicBezTo>
                  <a:pt x="3465" y="98"/>
                  <a:pt x="3481" y="94"/>
                  <a:pt x="3481" y="92"/>
                </a:cubicBezTo>
                <a:cubicBezTo>
                  <a:pt x="3508" y="90"/>
                  <a:pt x="3578" y="84"/>
                  <a:pt x="3573" y="79"/>
                </a:cubicBezTo>
                <a:cubicBezTo>
                  <a:pt x="3535" y="77"/>
                  <a:pt x="3530" y="83"/>
                  <a:pt x="3492" y="82"/>
                </a:cubicBezTo>
                <a:cubicBezTo>
                  <a:pt x="3508" y="73"/>
                  <a:pt x="3530" y="77"/>
                  <a:pt x="3557" y="73"/>
                </a:cubicBezTo>
                <a:cubicBezTo>
                  <a:pt x="3584" y="66"/>
                  <a:pt x="3573" y="53"/>
                  <a:pt x="3562" y="49"/>
                </a:cubicBezTo>
                <a:cubicBezTo>
                  <a:pt x="3573" y="49"/>
                  <a:pt x="3584" y="48"/>
                  <a:pt x="3600" y="45"/>
                </a:cubicBezTo>
                <a:cubicBezTo>
                  <a:pt x="3605" y="49"/>
                  <a:pt x="3616" y="49"/>
                  <a:pt x="3632" y="46"/>
                </a:cubicBezTo>
                <a:cubicBezTo>
                  <a:pt x="3621" y="40"/>
                  <a:pt x="3578" y="46"/>
                  <a:pt x="3584" y="39"/>
                </a:cubicBezTo>
                <a:cubicBezTo>
                  <a:pt x="3600" y="40"/>
                  <a:pt x="3621" y="43"/>
                  <a:pt x="3638" y="42"/>
                </a:cubicBezTo>
                <a:cubicBezTo>
                  <a:pt x="3632" y="38"/>
                  <a:pt x="3627" y="33"/>
                  <a:pt x="3632" y="29"/>
                </a:cubicBezTo>
                <a:cubicBezTo>
                  <a:pt x="3611" y="36"/>
                  <a:pt x="3594" y="32"/>
                  <a:pt x="3578" y="31"/>
                </a:cubicBezTo>
                <a:cubicBezTo>
                  <a:pt x="3562" y="33"/>
                  <a:pt x="3573" y="36"/>
                  <a:pt x="3551" y="39"/>
                </a:cubicBezTo>
                <a:cubicBezTo>
                  <a:pt x="3557" y="40"/>
                  <a:pt x="3567" y="42"/>
                  <a:pt x="3573" y="42"/>
                </a:cubicBezTo>
                <a:cubicBezTo>
                  <a:pt x="3540" y="42"/>
                  <a:pt x="3562" y="50"/>
                  <a:pt x="3540" y="55"/>
                </a:cubicBezTo>
                <a:cubicBezTo>
                  <a:pt x="3519" y="46"/>
                  <a:pt x="3546" y="48"/>
                  <a:pt x="3513" y="42"/>
                </a:cubicBezTo>
                <a:cubicBezTo>
                  <a:pt x="3481" y="45"/>
                  <a:pt x="3443" y="46"/>
                  <a:pt x="3432" y="35"/>
                </a:cubicBezTo>
                <a:cubicBezTo>
                  <a:pt x="3427" y="36"/>
                  <a:pt x="3416" y="36"/>
                  <a:pt x="3411" y="38"/>
                </a:cubicBezTo>
                <a:cubicBezTo>
                  <a:pt x="3405" y="43"/>
                  <a:pt x="3427" y="45"/>
                  <a:pt x="3427" y="49"/>
                </a:cubicBezTo>
                <a:cubicBezTo>
                  <a:pt x="3395" y="46"/>
                  <a:pt x="3351" y="63"/>
                  <a:pt x="3297" y="55"/>
                </a:cubicBezTo>
                <a:cubicBezTo>
                  <a:pt x="3324" y="57"/>
                  <a:pt x="3330" y="42"/>
                  <a:pt x="3362" y="45"/>
                </a:cubicBezTo>
                <a:cubicBezTo>
                  <a:pt x="3357" y="46"/>
                  <a:pt x="3346" y="48"/>
                  <a:pt x="3351" y="49"/>
                </a:cubicBezTo>
                <a:cubicBezTo>
                  <a:pt x="3362" y="48"/>
                  <a:pt x="3368" y="52"/>
                  <a:pt x="3384" y="48"/>
                </a:cubicBezTo>
                <a:cubicBezTo>
                  <a:pt x="3373" y="31"/>
                  <a:pt x="3459" y="33"/>
                  <a:pt x="3459" y="28"/>
                </a:cubicBezTo>
                <a:cubicBezTo>
                  <a:pt x="3416" y="33"/>
                  <a:pt x="3373" y="26"/>
                  <a:pt x="3330" y="31"/>
                </a:cubicBezTo>
                <a:cubicBezTo>
                  <a:pt x="3335" y="32"/>
                  <a:pt x="3324" y="33"/>
                  <a:pt x="3319" y="35"/>
                </a:cubicBezTo>
                <a:cubicBezTo>
                  <a:pt x="3324" y="38"/>
                  <a:pt x="3330" y="39"/>
                  <a:pt x="3324" y="42"/>
                </a:cubicBezTo>
                <a:cubicBezTo>
                  <a:pt x="3303" y="43"/>
                  <a:pt x="3297" y="52"/>
                  <a:pt x="3292" y="49"/>
                </a:cubicBezTo>
                <a:cubicBezTo>
                  <a:pt x="3292" y="46"/>
                  <a:pt x="3308" y="43"/>
                  <a:pt x="3292" y="40"/>
                </a:cubicBezTo>
                <a:cubicBezTo>
                  <a:pt x="3287" y="40"/>
                  <a:pt x="3281" y="43"/>
                  <a:pt x="3276" y="42"/>
                </a:cubicBezTo>
                <a:cubicBezTo>
                  <a:pt x="3254" y="46"/>
                  <a:pt x="3260" y="55"/>
                  <a:pt x="3227" y="52"/>
                </a:cubicBezTo>
                <a:cubicBezTo>
                  <a:pt x="3222" y="48"/>
                  <a:pt x="3260" y="46"/>
                  <a:pt x="3249" y="42"/>
                </a:cubicBezTo>
                <a:cubicBezTo>
                  <a:pt x="3227" y="48"/>
                  <a:pt x="3216" y="39"/>
                  <a:pt x="3200" y="45"/>
                </a:cubicBezTo>
                <a:cubicBezTo>
                  <a:pt x="3211" y="49"/>
                  <a:pt x="3222" y="52"/>
                  <a:pt x="3200" y="55"/>
                </a:cubicBezTo>
                <a:cubicBezTo>
                  <a:pt x="3206" y="42"/>
                  <a:pt x="3162" y="53"/>
                  <a:pt x="3195" y="40"/>
                </a:cubicBezTo>
                <a:cubicBezTo>
                  <a:pt x="3227" y="45"/>
                  <a:pt x="3270" y="32"/>
                  <a:pt x="3303" y="40"/>
                </a:cubicBezTo>
                <a:cubicBezTo>
                  <a:pt x="3324" y="39"/>
                  <a:pt x="3297" y="28"/>
                  <a:pt x="3292" y="31"/>
                </a:cubicBezTo>
                <a:cubicBezTo>
                  <a:pt x="3292" y="33"/>
                  <a:pt x="3254" y="33"/>
                  <a:pt x="3249" y="36"/>
                </a:cubicBezTo>
                <a:cubicBezTo>
                  <a:pt x="3238" y="33"/>
                  <a:pt x="3249" y="32"/>
                  <a:pt x="3249" y="29"/>
                </a:cubicBezTo>
                <a:cubicBezTo>
                  <a:pt x="3243" y="29"/>
                  <a:pt x="3243" y="31"/>
                  <a:pt x="3238" y="29"/>
                </a:cubicBezTo>
                <a:cubicBezTo>
                  <a:pt x="3232" y="29"/>
                  <a:pt x="3227" y="29"/>
                  <a:pt x="3222" y="29"/>
                </a:cubicBezTo>
                <a:cubicBezTo>
                  <a:pt x="3227" y="32"/>
                  <a:pt x="3243" y="35"/>
                  <a:pt x="3232" y="38"/>
                </a:cubicBezTo>
                <a:cubicBezTo>
                  <a:pt x="3227" y="35"/>
                  <a:pt x="3222" y="38"/>
                  <a:pt x="3211" y="36"/>
                </a:cubicBezTo>
                <a:cubicBezTo>
                  <a:pt x="3200" y="33"/>
                  <a:pt x="3211" y="32"/>
                  <a:pt x="3200" y="29"/>
                </a:cubicBezTo>
                <a:cubicBezTo>
                  <a:pt x="3179" y="28"/>
                  <a:pt x="3190" y="32"/>
                  <a:pt x="3168" y="35"/>
                </a:cubicBezTo>
                <a:cubicBezTo>
                  <a:pt x="3179" y="26"/>
                  <a:pt x="3076" y="29"/>
                  <a:pt x="3125" y="33"/>
                </a:cubicBezTo>
                <a:cubicBezTo>
                  <a:pt x="3119" y="35"/>
                  <a:pt x="3109" y="38"/>
                  <a:pt x="3103" y="39"/>
                </a:cubicBezTo>
                <a:cubicBezTo>
                  <a:pt x="3087" y="31"/>
                  <a:pt x="3060" y="38"/>
                  <a:pt x="3044" y="35"/>
                </a:cubicBezTo>
                <a:cubicBezTo>
                  <a:pt x="3038" y="33"/>
                  <a:pt x="3049" y="32"/>
                  <a:pt x="3044" y="29"/>
                </a:cubicBezTo>
                <a:cubicBezTo>
                  <a:pt x="3028" y="29"/>
                  <a:pt x="3011" y="36"/>
                  <a:pt x="2995" y="29"/>
                </a:cubicBezTo>
                <a:cubicBezTo>
                  <a:pt x="2974" y="31"/>
                  <a:pt x="2984" y="39"/>
                  <a:pt x="2968" y="36"/>
                </a:cubicBezTo>
                <a:cubicBezTo>
                  <a:pt x="2974" y="25"/>
                  <a:pt x="2876" y="25"/>
                  <a:pt x="2849" y="36"/>
                </a:cubicBezTo>
                <a:cubicBezTo>
                  <a:pt x="2822" y="38"/>
                  <a:pt x="2855" y="28"/>
                  <a:pt x="2833" y="31"/>
                </a:cubicBezTo>
                <a:cubicBezTo>
                  <a:pt x="2844" y="33"/>
                  <a:pt x="2806" y="36"/>
                  <a:pt x="2806" y="33"/>
                </a:cubicBezTo>
                <a:cubicBezTo>
                  <a:pt x="2812" y="31"/>
                  <a:pt x="2801" y="28"/>
                  <a:pt x="2801" y="26"/>
                </a:cubicBezTo>
                <a:cubicBezTo>
                  <a:pt x="2774" y="28"/>
                  <a:pt x="2812" y="32"/>
                  <a:pt x="2785" y="35"/>
                </a:cubicBezTo>
                <a:cubicBezTo>
                  <a:pt x="2785" y="32"/>
                  <a:pt x="2774" y="33"/>
                  <a:pt x="2774" y="32"/>
                </a:cubicBezTo>
                <a:cubicBezTo>
                  <a:pt x="2795" y="31"/>
                  <a:pt x="2774" y="22"/>
                  <a:pt x="2779" y="28"/>
                </a:cubicBezTo>
                <a:cubicBezTo>
                  <a:pt x="2763" y="29"/>
                  <a:pt x="2769" y="38"/>
                  <a:pt x="2747" y="35"/>
                </a:cubicBezTo>
                <a:cubicBezTo>
                  <a:pt x="2742" y="31"/>
                  <a:pt x="2763" y="25"/>
                  <a:pt x="2736" y="23"/>
                </a:cubicBezTo>
                <a:cubicBezTo>
                  <a:pt x="2731" y="32"/>
                  <a:pt x="2688" y="40"/>
                  <a:pt x="2671" y="32"/>
                </a:cubicBezTo>
                <a:cubicBezTo>
                  <a:pt x="2661" y="36"/>
                  <a:pt x="2661" y="48"/>
                  <a:pt x="2634" y="42"/>
                </a:cubicBezTo>
                <a:cubicBezTo>
                  <a:pt x="2644" y="40"/>
                  <a:pt x="2650" y="39"/>
                  <a:pt x="2639" y="36"/>
                </a:cubicBezTo>
                <a:cubicBezTo>
                  <a:pt x="2634" y="38"/>
                  <a:pt x="2628" y="39"/>
                  <a:pt x="2623" y="38"/>
                </a:cubicBezTo>
                <a:cubicBezTo>
                  <a:pt x="2628" y="25"/>
                  <a:pt x="2698" y="35"/>
                  <a:pt x="2698" y="23"/>
                </a:cubicBezTo>
                <a:cubicBezTo>
                  <a:pt x="2666" y="28"/>
                  <a:pt x="2639" y="22"/>
                  <a:pt x="2612" y="28"/>
                </a:cubicBezTo>
                <a:cubicBezTo>
                  <a:pt x="2601" y="29"/>
                  <a:pt x="2607" y="32"/>
                  <a:pt x="2601" y="33"/>
                </a:cubicBezTo>
                <a:cubicBezTo>
                  <a:pt x="2580" y="28"/>
                  <a:pt x="2574" y="48"/>
                  <a:pt x="2542" y="36"/>
                </a:cubicBezTo>
                <a:cubicBezTo>
                  <a:pt x="2580" y="36"/>
                  <a:pt x="2563" y="29"/>
                  <a:pt x="2601" y="26"/>
                </a:cubicBezTo>
                <a:cubicBezTo>
                  <a:pt x="2563" y="21"/>
                  <a:pt x="2525" y="28"/>
                  <a:pt x="2488" y="26"/>
                </a:cubicBezTo>
                <a:cubicBezTo>
                  <a:pt x="2499" y="33"/>
                  <a:pt x="2515" y="23"/>
                  <a:pt x="2520" y="31"/>
                </a:cubicBezTo>
                <a:cubicBezTo>
                  <a:pt x="2515" y="31"/>
                  <a:pt x="2515" y="33"/>
                  <a:pt x="2515" y="33"/>
                </a:cubicBezTo>
                <a:cubicBezTo>
                  <a:pt x="2493" y="29"/>
                  <a:pt x="2455" y="32"/>
                  <a:pt x="2472" y="22"/>
                </a:cubicBezTo>
                <a:cubicBezTo>
                  <a:pt x="2466" y="23"/>
                  <a:pt x="2461" y="23"/>
                  <a:pt x="2461" y="22"/>
                </a:cubicBezTo>
                <a:cubicBezTo>
                  <a:pt x="2450" y="23"/>
                  <a:pt x="2445" y="22"/>
                  <a:pt x="2439" y="23"/>
                </a:cubicBezTo>
                <a:cubicBezTo>
                  <a:pt x="2450" y="26"/>
                  <a:pt x="2445" y="28"/>
                  <a:pt x="2434" y="31"/>
                </a:cubicBezTo>
                <a:cubicBezTo>
                  <a:pt x="2455" y="33"/>
                  <a:pt x="2455" y="36"/>
                  <a:pt x="2428" y="42"/>
                </a:cubicBezTo>
                <a:cubicBezTo>
                  <a:pt x="2428" y="38"/>
                  <a:pt x="2423" y="36"/>
                  <a:pt x="2407" y="35"/>
                </a:cubicBezTo>
                <a:cubicBezTo>
                  <a:pt x="2434" y="33"/>
                  <a:pt x="2417" y="29"/>
                  <a:pt x="2423" y="26"/>
                </a:cubicBezTo>
                <a:cubicBezTo>
                  <a:pt x="2407" y="22"/>
                  <a:pt x="2396" y="18"/>
                  <a:pt x="2374" y="23"/>
                </a:cubicBezTo>
                <a:cubicBezTo>
                  <a:pt x="2385" y="31"/>
                  <a:pt x="2396" y="26"/>
                  <a:pt x="2407" y="28"/>
                </a:cubicBezTo>
                <a:cubicBezTo>
                  <a:pt x="2380" y="29"/>
                  <a:pt x="2417" y="33"/>
                  <a:pt x="2391" y="36"/>
                </a:cubicBezTo>
                <a:cubicBezTo>
                  <a:pt x="2391" y="32"/>
                  <a:pt x="2396" y="26"/>
                  <a:pt x="2374" y="29"/>
                </a:cubicBezTo>
                <a:cubicBezTo>
                  <a:pt x="2380" y="35"/>
                  <a:pt x="2337" y="32"/>
                  <a:pt x="2342" y="39"/>
                </a:cubicBezTo>
                <a:cubicBezTo>
                  <a:pt x="2315" y="29"/>
                  <a:pt x="2315" y="45"/>
                  <a:pt x="2294" y="39"/>
                </a:cubicBezTo>
                <a:cubicBezTo>
                  <a:pt x="2304" y="35"/>
                  <a:pt x="2283" y="31"/>
                  <a:pt x="2299" y="28"/>
                </a:cubicBezTo>
                <a:cubicBezTo>
                  <a:pt x="2294" y="31"/>
                  <a:pt x="2304" y="35"/>
                  <a:pt x="2321" y="35"/>
                </a:cubicBezTo>
                <a:cubicBezTo>
                  <a:pt x="2337" y="28"/>
                  <a:pt x="2347" y="33"/>
                  <a:pt x="2369" y="25"/>
                </a:cubicBezTo>
                <a:cubicBezTo>
                  <a:pt x="2326" y="22"/>
                  <a:pt x="2277" y="22"/>
                  <a:pt x="2250" y="26"/>
                </a:cubicBezTo>
                <a:cubicBezTo>
                  <a:pt x="2229" y="16"/>
                  <a:pt x="2142" y="16"/>
                  <a:pt x="2126" y="32"/>
                </a:cubicBezTo>
                <a:cubicBezTo>
                  <a:pt x="2126" y="23"/>
                  <a:pt x="2110" y="32"/>
                  <a:pt x="2099" y="29"/>
                </a:cubicBezTo>
                <a:cubicBezTo>
                  <a:pt x="2083" y="23"/>
                  <a:pt x="2121" y="25"/>
                  <a:pt x="2115" y="21"/>
                </a:cubicBezTo>
                <a:cubicBezTo>
                  <a:pt x="2083" y="21"/>
                  <a:pt x="2077" y="33"/>
                  <a:pt x="2045" y="31"/>
                </a:cubicBezTo>
                <a:cubicBezTo>
                  <a:pt x="2045" y="26"/>
                  <a:pt x="2067" y="28"/>
                  <a:pt x="2067" y="21"/>
                </a:cubicBezTo>
                <a:cubicBezTo>
                  <a:pt x="2056" y="23"/>
                  <a:pt x="2045" y="22"/>
                  <a:pt x="2034" y="25"/>
                </a:cubicBezTo>
                <a:cubicBezTo>
                  <a:pt x="2040" y="28"/>
                  <a:pt x="2051" y="38"/>
                  <a:pt x="2024" y="35"/>
                </a:cubicBezTo>
                <a:cubicBezTo>
                  <a:pt x="2024" y="29"/>
                  <a:pt x="2040" y="23"/>
                  <a:pt x="2018" y="18"/>
                </a:cubicBezTo>
                <a:cubicBezTo>
                  <a:pt x="1997" y="22"/>
                  <a:pt x="1986" y="18"/>
                  <a:pt x="1964" y="21"/>
                </a:cubicBezTo>
                <a:cubicBezTo>
                  <a:pt x="1975" y="29"/>
                  <a:pt x="2018" y="19"/>
                  <a:pt x="2007" y="28"/>
                </a:cubicBezTo>
                <a:cubicBezTo>
                  <a:pt x="1997" y="26"/>
                  <a:pt x="1927" y="32"/>
                  <a:pt x="1970" y="32"/>
                </a:cubicBezTo>
                <a:cubicBezTo>
                  <a:pt x="1948" y="35"/>
                  <a:pt x="1953" y="45"/>
                  <a:pt x="1927" y="40"/>
                </a:cubicBezTo>
                <a:cubicBezTo>
                  <a:pt x="1959" y="35"/>
                  <a:pt x="1905" y="28"/>
                  <a:pt x="1959" y="22"/>
                </a:cubicBezTo>
                <a:cubicBezTo>
                  <a:pt x="1932" y="16"/>
                  <a:pt x="1900" y="21"/>
                  <a:pt x="1867" y="21"/>
                </a:cubicBezTo>
                <a:cubicBezTo>
                  <a:pt x="1883" y="26"/>
                  <a:pt x="1900" y="25"/>
                  <a:pt x="1921" y="28"/>
                </a:cubicBezTo>
                <a:cubicBezTo>
                  <a:pt x="1900" y="28"/>
                  <a:pt x="1910" y="29"/>
                  <a:pt x="1894" y="33"/>
                </a:cubicBezTo>
                <a:cubicBezTo>
                  <a:pt x="1900" y="23"/>
                  <a:pt x="1873" y="35"/>
                  <a:pt x="1862" y="32"/>
                </a:cubicBezTo>
                <a:cubicBezTo>
                  <a:pt x="1840" y="26"/>
                  <a:pt x="1867" y="23"/>
                  <a:pt x="1851" y="19"/>
                </a:cubicBezTo>
                <a:cubicBezTo>
                  <a:pt x="1824" y="18"/>
                  <a:pt x="1829" y="28"/>
                  <a:pt x="1802" y="26"/>
                </a:cubicBezTo>
                <a:cubicBezTo>
                  <a:pt x="1797" y="23"/>
                  <a:pt x="1808" y="21"/>
                  <a:pt x="1802" y="18"/>
                </a:cubicBezTo>
                <a:cubicBezTo>
                  <a:pt x="1786" y="26"/>
                  <a:pt x="1759" y="26"/>
                  <a:pt x="1748" y="16"/>
                </a:cubicBezTo>
                <a:cubicBezTo>
                  <a:pt x="1711" y="21"/>
                  <a:pt x="1711" y="16"/>
                  <a:pt x="1678" y="26"/>
                </a:cubicBezTo>
                <a:cubicBezTo>
                  <a:pt x="1678" y="21"/>
                  <a:pt x="1640" y="19"/>
                  <a:pt x="1624" y="16"/>
                </a:cubicBezTo>
                <a:cubicBezTo>
                  <a:pt x="1592" y="22"/>
                  <a:pt x="1597" y="26"/>
                  <a:pt x="1575" y="26"/>
                </a:cubicBezTo>
                <a:cubicBezTo>
                  <a:pt x="1603" y="21"/>
                  <a:pt x="1549" y="19"/>
                  <a:pt x="1559" y="15"/>
                </a:cubicBezTo>
                <a:cubicBezTo>
                  <a:pt x="1532" y="18"/>
                  <a:pt x="1511" y="23"/>
                  <a:pt x="1489" y="15"/>
                </a:cubicBezTo>
                <a:cubicBezTo>
                  <a:pt x="1468" y="21"/>
                  <a:pt x="1441" y="25"/>
                  <a:pt x="1419" y="18"/>
                </a:cubicBezTo>
                <a:cubicBezTo>
                  <a:pt x="1403" y="21"/>
                  <a:pt x="1392" y="23"/>
                  <a:pt x="1376" y="26"/>
                </a:cubicBezTo>
                <a:cubicBezTo>
                  <a:pt x="1365" y="19"/>
                  <a:pt x="1344" y="25"/>
                  <a:pt x="1333" y="21"/>
                </a:cubicBezTo>
                <a:cubicBezTo>
                  <a:pt x="1349" y="18"/>
                  <a:pt x="1381" y="22"/>
                  <a:pt x="1371" y="15"/>
                </a:cubicBezTo>
                <a:cubicBezTo>
                  <a:pt x="1333" y="14"/>
                  <a:pt x="1290" y="23"/>
                  <a:pt x="1252" y="14"/>
                </a:cubicBezTo>
                <a:cubicBezTo>
                  <a:pt x="1225" y="21"/>
                  <a:pt x="1214" y="25"/>
                  <a:pt x="1187" y="19"/>
                </a:cubicBezTo>
                <a:cubicBezTo>
                  <a:pt x="1203" y="18"/>
                  <a:pt x="1235" y="18"/>
                  <a:pt x="1225" y="11"/>
                </a:cubicBezTo>
                <a:cubicBezTo>
                  <a:pt x="1209" y="14"/>
                  <a:pt x="1187" y="12"/>
                  <a:pt x="1171" y="15"/>
                </a:cubicBezTo>
                <a:cubicBezTo>
                  <a:pt x="1171" y="23"/>
                  <a:pt x="1192" y="25"/>
                  <a:pt x="1198" y="28"/>
                </a:cubicBezTo>
                <a:cubicBezTo>
                  <a:pt x="1176" y="23"/>
                  <a:pt x="1149" y="32"/>
                  <a:pt x="1133" y="25"/>
                </a:cubicBezTo>
                <a:cubicBezTo>
                  <a:pt x="1144" y="23"/>
                  <a:pt x="1155" y="26"/>
                  <a:pt x="1171" y="22"/>
                </a:cubicBezTo>
                <a:cubicBezTo>
                  <a:pt x="1149" y="16"/>
                  <a:pt x="1155" y="14"/>
                  <a:pt x="1133" y="10"/>
                </a:cubicBezTo>
                <a:cubicBezTo>
                  <a:pt x="1117" y="14"/>
                  <a:pt x="1084" y="12"/>
                  <a:pt x="1052" y="14"/>
                </a:cubicBezTo>
                <a:cubicBezTo>
                  <a:pt x="1047" y="21"/>
                  <a:pt x="1031" y="28"/>
                  <a:pt x="993" y="28"/>
                </a:cubicBezTo>
                <a:cubicBezTo>
                  <a:pt x="1009" y="25"/>
                  <a:pt x="998" y="23"/>
                  <a:pt x="1014" y="23"/>
                </a:cubicBezTo>
                <a:cubicBezTo>
                  <a:pt x="1009" y="18"/>
                  <a:pt x="993" y="18"/>
                  <a:pt x="982" y="18"/>
                </a:cubicBezTo>
                <a:cubicBezTo>
                  <a:pt x="982" y="16"/>
                  <a:pt x="987" y="16"/>
                  <a:pt x="982" y="15"/>
                </a:cubicBezTo>
                <a:cubicBezTo>
                  <a:pt x="1004" y="15"/>
                  <a:pt x="1036" y="22"/>
                  <a:pt x="1041" y="12"/>
                </a:cubicBezTo>
                <a:cubicBezTo>
                  <a:pt x="1009" y="8"/>
                  <a:pt x="987" y="14"/>
                  <a:pt x="966" y="10"/>
                </a:cubicBezTo>
                <a:cubicBezTo>
                  <a:pt x="950" y="16"/>
                  <a:pt x="912" y="18"/>
                  <a:pt x="890" y="16"/>
                </a:cubicBezTo>
                <a:cubicBezTo>
                  <a:pt x="906" y="19"/>
                  <a:pt x="885" y="22"/>
                  <a:pt x="885" y="25"/>
                </a:cubicBezTo>
                <a:cubicBezTo>
                  <a:pt x="869" y="12"/>
                  <a:pt x="912" y="16"/>
                  <a:pt x="923" y="10"/>
                </a:cubicBezTo>
                <a:cubicBezTo>
                  <a:pt x="869" y="11"/>
                  <a:pt x="842" y="4"/>
                  <a:pt x="831" y="18"/>
                </a:cubicBezTo>
                <a:cubicBezTo>
                  <a:pt x="831" y="15"/>
                  <a:pt x="831" y="12"/>
                  <a:pt x="825" y="10"/>
                </a:cubicBezTo>
                <a:cubicBezTo>
                  <a:pt x="804" y="16"/>
                  <a:pt x="787" y="8"/>
                  <a:pt x="771" y="6"/>
                </a:cubicBezTo>
                <a:cubicBezTo>
                  <a:pt x="750" y="8"/>
                  <a:pt x="744" y="18"/>
                  <a:pt x="734" y="15"/>
                </a:cubicBezTo>
                <a:cubicBezTo>
                  <a:pt x="723" y="12"/>
                  <a:pt x="739" y="5"/>
                  <a:pt x="717" y="8"/>
                </a:cubicBezTo>
                <a:cubicBezTo>
                  <a:pt x="717" y="10"/>
                  <a:pt x="712" y="18"/>
                  <a:pt x="696" y="15"/>
                </a:cubicBezTo>
                <a:cubicBezTo>
                  <a:pt x="690" y="12"/>
                  <a:pt x="712" y="10"/>
                  <a:pt x="690" y="5"/>
                </a:cubicBezTo>
                <a:cubicBezTo>
                  <a:pt x="680" y="15"/>
                  <a:pt x="647" y="15"/>
                  <a:pt x="631" y="25"/>
                </a:cubicBezTo>
                <a:cubicBezTo>
                  <a:pt x="631" y="21"/>
                  <a:pt x="626" y="23"/>
                  <a:pt x="615" y="19"/>
                </a:cubicBezTo>
                <a:cubicBezTo>
                  <a:pt x="642" y="15"/>
                  <a:pt x="631" y="12"/>
                  <a:pt x="658" y="11"/>
                </a:cubicBezTo>
                <a:cubicBezTo>
                  <a:pt x="637" y="10"/>
                  <a:pt x="593" y="0"/>
                  <a:pt x="583" y="10"/>
                </a:cubicBezTo>
                <a:cubicBezTo>
                  <a:pt x="593" y="8"/>
                  <a:pt x="599" y="11"/>
                  <a:pt x="593" y="12"/>
                </a:cubicBezTo>
                <a:cubicBezTo>
                  <a:pt x="555" y="11"/>
                  <a:pt x="550" y="23"/>
                  <a:pt x="529" y="29"/>
                </a:cubicBezTo>
                <a:cubicBezTo>
                  <a:pt x="485" y="18"/>
                  <a:pt x="566" y="16"/>
                  <a:pt x="561" y="8"/>
                </a:cubicBezTo>
                <a:cubicBezTo>
                  <a:pt x="512" y="2"/>
                  <a:pt x="421" y="16"/>
                  <a:pt x="453" y="31"/>
                </a:cubicBezTo>
                <a:cubicBezTo>
                  <a:pt x="431" y="29"/>
                  <a:pt x="404" y="33"/>
                  <a:pt x="383" y="28"/>
                </a:cubicBezTo>
                <a:cubicBezTo>
                  <a:pt x="431" y="21"/>
                  <a:pt x="453" y="18"/>
                  <a:pt x="453" y="5"/>
                </a:cubicBezTo>
                <a:cubicBezTo>
                  <a:pt x="404" y="6"/>
                  <a:pt x="415" y="15"/>
                  <a:pt x="367" y="21"/>
                </a:cubicBezTo>
                <a:cubicBezTo>
                  <a:pt x="356" y="18"/>
                  <a:pt x="350" y="19"/>
                  <a:pt x="340" y="16"/>
                </a:cubicBezTo>
                <a:cubicBezTo>
                  <a:pt x="372" y="18"/>
                  <a:pt x="350" y="6"/>
                  <a:pt x="377" y="8"/>
                </a:cubicBezTo>
                <a:cubicBezTo>
                  <a:pt x="329" y="5"/>
                  <a:pt x="280" y="10"/>
                  <a:pt x="237" y="6"/>
                </a:cubicBezTo>
                <a:cubicBezTo>
                  <a:pt x="215" y="21"/>
                  <a:pt x="107" y="10"/>
                  <a:pt x="102" y="23"/>
                </a:cubicBezTo>
                <a:moveTo>
                  <a:pt x="3600" y="87"/>
                </a:moveTo>
                <a:cubicBezTo>
                  <a:pt x="3600" y="90"/>
                  <a:pt x="3600" y="92"/>
                  <a:pt x="3611" y="94"/>
                </a:cubicBezTo>
                <a:cubicBezTo>
                  <a:pt x="3600" y="94"/>
                  <a:pt x="3594" y="96"/>
                  <a:pt x="3589" y="97"/>
                </a:cubicBezTo>
                <a:cubicBezTo>
                  <a:pt x="3584" y="96"/>
                  <a:pt x="3578" y="94"/>
                  <a:pt x="3573" y="96"/>
                </a:cubicBezTo>
                <a:cubicBezTo>
                  <a:pt x="3562" y="93"/>
                  <a:pt x="3594" y="90"/>
                  <a:pt x="3600" y="87"/>
                </a:cubicBezTo>
                <a:moveTo>
                  <a:pt x="2126" y="124"/>
                </a:moveTo>
                <a:cubicBezTo>
                  <a:pt x="2115" y="118"/>
                  <a:pt x="2094" y="124"/>
                  <a:pt x="2094" y="117"/>
                </a:cubicBezTo>
                <a:cubicBezTo>
                  <a:pt x="2132" y="121"/>
                  <a:pt x="2159" y="115"/>
                  <a:pt x="2175" y="108"/>
                </a:cubicBezTo>
                <a:cubicBezTo>
                  <a:pt x="2180" y="115"/>
                  <a:pt x="2153" y="120"/>
                  <a:pt x="2126" y="124"/>
                </a:cubicBezTo>
                <a:moveTo>
                  <a:pt x="2229" y="108"/>
                </a:moveTo>
                <a:cubicBezTo>
                  <a:pt x="2223" y="103"/>
                  <a:pt x="2261" y="98"/>
                  <a:pt x="2272" y="104"/>
                </a:cubicBezTo>
                <a:cubicBezTo>
                  <a:pt x="2277" y="103"/>
                  <a:pt x="2272" y="101"/>
                  <a:pt x="2267" y="100"/>
                </a:cubicBezTo>
                <a:cubicBezTo>
                  <a:pt x="2283" y="94"/>
                  <a:pt x="2288" y="100"/>
                  <a:pt x="2304" y="97"/>
                </a:cubicBezTo>
                <a:cubicBezTo>
                  <a:pt x="2299" y="101"/>
                  <a:pt x="2277" y="103"/>
                  <a:pt x="2261" y="110"/>
                </a:cubicBezTo>
                <a:cubicBezTo>
                  <a:pt x="2250" y="108"/>
                  <a:pt x="2240" y="104"/>
                  <a:pt x="2229" y="108"/>
                </a:cubicBezTo>
                <a:moveTo>
                  <a:pt x="2299" y="93"/>
                </a:moveTo>
                <a:cubicBezTo>
                  <a:pt x="2310" y="92"/>
                  <a:pt x="2315" y="90"/>
                  <a:pt x="2326" y="89"/>
                </a:cubicBezTo>
                <a:cubicBezTo>
                  <a:pt x="2337" y="96"/>
                  <a:pt x="2304" y="94"/>
                  <a:pt x="2342" y="100"/>
                </a:cubicBezTo>
                <a:cubicBezTo>
                  <a:pt x="2342" y="100"/>
                  <a:pt x="2347" y="98"/>
                  <a:pt x="2353" y="98"/>
                </a:cubicBezTo>
                <a:cubicBezTo>
                  <a:pt x="2364" y="103"/>
                  <a:pt x="2337" y="98"/>
                  <a:pt x="2326" y="103"/>
                </a:cubicBezTo>
                <a:cubicBezTo>
                  <a:pt x="2331" y="98"/>
                  <a:pt x="2310" y="97"/>
                  <a:pt x="2315" y="103"/>
                </a:cubicBezTo>
                <a:cubicBezTo>
                  <a:pt x="2310" y="107"/>
                  <a:pt x="2310" y="96"/>
                  <a:pt x="2299" y="93"/>
                </a:cubicBezTo>
                <a:moveTo>
                  <a:pt x="2267" y="118"/>
                </a:moveTo>
                <a:cubicBezTo>
                  <a:pt x="2256" y="114"/>
                  <a:pt x="2277" y="110"/>
                  <a:pt x="2294" y="110"/>
                </a:cubicBezTo>
                <a:cubicBezTo>
                  <a:pt x="2304" y="114"/>
                  <a:pt x="2277" y="118"/>
                  <a:pt x="2267" y="118"/>
                </a:cubicBezTo>
                <a:moveTo>
                  <a:pt x="2342" y="115"/>
                </a:moveTo>
                <a:cubicBezTo>
                  <a:pt x="2342" y="113"/>
                  <a:pt x="2342" y="111"/>
                  <a:pt x="2337" y="108"/>
                </a:cubicBezTo>
                <a:cubicBezTo>
                  <a:pt x="2353" y="104"/>
                  <a:pt x="2364" y="107"/>
                  <a:pt x="2374" y="106"/>
                </a:cubicBezTo>
                <a:cubicBezTo>
                  <a:pt x="2385" y="110"/>
                  <a:pt x="2353" y="111"/>
                  <a:pt x="2342" y="115"/>
                </a:cubicBezTo>
                <a:moveTo>
                  <a:pt x="2472" y="79"/>
                </a:moveTo>
                <a:cubicBezTo>
                  <a:pt x="2461" y="73"/>
                  <a:pt x="2493" y="76"/>
                  <a:pt x="2499" y="76"/>
                </a:cubicBezTo>
                <a:cubicBezTo>
                  <a:pt x="2499" y="79"/>
                  <a:pt x="2493" y="82"/>
                  <a:pt x="2499" y="86"/>
                </a:cubicBezTo>
                <a:cubicBezTo>
                  <a:pt x="2493" y="94"/>
                  <a:pt x="2493" y="70"/>
                  <a:pt x="2472" y="79"/>
                </a:cubicBezTo>
                <a:moveTo>
                  <a:pt x="2536" y="64"/>
                </a:moveTo>
                <a:cubicBezTo>
                  <a:pt x="2553" y="70"/>
                  <a:pt x="2542" y="76"/>
                  <a:pt x="2536" y="80"/>
                </a:cubicBezTo>
                <a:cubicBezTo>
                  <a:pt x="2520" y="74"/>
                  <a:pt x="2509" y="69"/>
                  <a:pt x="2536" y="64"/>
                </a:cubicBezTo>
                <a:moveTo>
                  <a:pt x="2472" y="114"/>
                </a:moveTo>
                <a:cubicBezTo>
                  <a:pt x="2466" y="113"/>
                  <a:pt x="2488" y="107"/>
                  <a:pt x="2461" y="111"/>
                </a:cubicBezTo>
                <a:cubicBezTo>
                  <a:pt x="2461" y="103"/>
                  <a:pt x="2428" y="110"/>
                  <a:pt x="2445" y="103"/>
                </a:cubicBezTo>
                <a:cubicBezTo>
                  <a:pt x="2493" y="101"/>
                  <a:pt x="2482" y="104"/>
                  <a:pt x="2520" y="101"/>
                </a:cubicBezTo>
                <a:cubicBezTo>
                  <a:pt x="2531" y="100"/>
                  <a:pt x="2520" y="106"/>
                  <a:pt x="2536" y="104"/>
                </a:cubicBezTo>
                <a:cubicBezTo>
                  <a:pt x="2531" y="113"/>
                  <a:pt x="2477" y="101"/>
                  <a:pt x="2472" y="114"/>
                </a:cubicBezTo>
                <a:moveTo>
                  <a:pt x="2553" y="87"/>
                </a:moveTo>
                <a:cubicBezTo>
                  <a:pt x="2558" y="89"/>
                  <a:pt x="2553" y="90"/>
                  <a:pt x="2547" y="92"/>
                </a:cubicBezTo>
                <a:cubicBezTo>
                  <a:pt x="2553" y="92"/>
                  <a:pt x="2558" y="93"/>
                  <a:pt x="2569" y="94"/>
                </a:cubicBezTo>
                <a:cubicBezTo>
                  <a:pt x="2542" y="101"/>
                  <a:pt x="2520" y="90"/>
                  <a:pt x="2553" y="87"/>
                </a:cubicBezTo>
                <a:moveTo>
                  <a:pt x="2569" y="110"/>
                </a:moveTo>
                <a:cubicBezTo>
                  <a:pt x="2563" y="111"/>
                  <a:pt x="2547" y="110"/>
                  <a:pt x="2553" y="113"/>
                </a:cubicBezTo>
                <a:cubicBezTo>
                  <a:pt x="2531" y="117"/>
                  <a:pt x="2542" y="104"/>
                  <a:pt x="2553" y="110"/>
                </a:cubicBezTo>
                <a:cubicBezTo>
                  <a:pt x="2553" y="107"/>
                  <a:pt x="2553" y="94"/>
                  <a:pt x="2580" y="103"/>
                </a:cubicBezTo>
                <a:cubicBezTo>
                  <a:pt x="2574" y="104"/>
                  <a:pt x="2574" y="103"/>
                  <a:pt x="2569" y="101"/>
                </a:cubicBezTo>
                <a:cubicBezTo>
                  <a:pt x="2569" y="104"/>
                  <a:pt x="2569" y="107"/>
                  <a:pt x="2569" y="110"/>
                </a:cubicBezTo>
                <a:moveTo>
                  <a:pt x="2623" y="97"/>
                </a:moveTo>
                <a:cubicBezTo>
                  <a:pt x="2628" y="94"/>
                  <a:pt x="2639" y="93"/>
                  <a:pt x="2634" y="92"/>
                </a:cubicBezTo>
                <a:cubicBezTo>
                  <a:pt x="2661" y="87"/>
                  <a:pt x="2644" y="101"/>
                  <a:pt x="2666" y="97"/>
                </a:cubicBezTo>
                <a:cubicBezTo>
                  <a:pt x="2671" y="101"/>
                  <a:pt x="2628" y="103"/>
                  <a:pt x="2623" y="97"/>
                </a:cubicBezTo>
                <a:moveTo>
                  <a:pt x="2715" y="90"/>
                </a:moveTo>
                <a:cubicBezTo>
                  <a:pt x="2704" y="86"/>
                  <a:pt x="2698" y="82"/>
                  <a:pt x="2715" y="79"/>
                </a:cubicBezTo>
                <a:cubicBezTo>
                  <a:pt x="2731" y="83"/>
                  <a:pt x="2742" y="87"/>
                  <a:pt x="2715" y="90"/>
                </a:cubicBezTo>
                <a:moveTo>
                  <a:pt x="2849" y="62"/>
                </a:moveTo>
                <a:cubicBezTo>
                  <a:pt x="2855" y="70"/>
                  <a:pt x="2817" y="66"/>
                  <a:pt x="2806" y="66"/>
                </a:cubicBezTo>
                <a:cubicBezTo>
                  <a:pt x="2801" y="60"/>
                  <a:pt x="2839" y="64"/>
                  <a:pt x="2849" y="62"/>
                </a:cubicBezTo>
                <a:moveTo>
                  <a:pt x="2785" y="76"/>
                </a:moveTo>
                <a:cubicBezTo>
                  <a:pt x="2790" y="72"/>
                  <a:pt x="2822" y="73"/>
                  <a:pt x="2844" y="69"/>
                </a:cubicBezTo>
                <a:cubicBezTo>
                  <a:pt x="2855" y="76"/>
                  <a:pt x="2822" y="73"/>
                  <a:pt x="2806" y="79"/>
                </a:cubicBezTo>
                <a:cubicBezTo>
                  <a:pt x="2795" y="77"/>
                  <a:pt x="2790" y="74"/>
                  <a:pt x="2785" y="76"/>
                </a:cubicBezTo>
                <a:moveTo>
                  <a:pt x="2790" y="100"/>
                </a:moveTo>
                <a:cubicBezTo>
                  <a:pt x="2769" y="100"/>
                  <a:pt x="2779" y="103"/>
                  <a:pt x="2763" y="106"/>
                </a:cubicBezTo>
                <a:cubicBezTo>
                  <a:pt x="2758" y="104"/>
                  <a:pt x="2758" y="103"/>
                  <a:pt x="2752" y="100"/>
                </a:cubicBezTo>
                <a:cubicBezTo>
                  <a:pt x="2779" y="101"/>
                  <a:pt x="2752" y="94"/>
                  <a:pt x="2779" y="92"/>
                </a:cubicBezTo>
                <a:cubicBezTo>
                  <a:pt x="2774" y="92"/>
                  <a:pt x="2763" y="89"/>
                  <a:pt x="2758" y="86"/>
                </a:cubicBezTo>
                <a:cubicBezTo>
                  <a:pt x="2763" y="86"/>
                  <a:pt x="2774" y="86"/>
                  <a:pt x="2769" y="84"/>
                </a:cubicBezTo>
                <a:cubicBezTo>
                  <a:pt x="2779" y="83"/>
                  <a:pt x="2785" y="86"/>
                  <a:pt x="2790" y="84"/>
                </a:cubicBezTo>
                <a:cubicBezTo>
                  <a:pt x="2795" y="87"/>
                  <a:pt x="2785" y="87"/>
                  <a:pt x="2785" y="86"/>
                </a:cubicBezTo>
                <a:cubicBezTo>
                  <a:pt x="2795" y="92"/>
                  <a:pt x="2774" y="96"/>
                  <a:pt x="2790" y="100"/>
                </a:cubicBezTo>
                <a:moveTo>
                  <a:pt x="2720" y="107"/>
                </a:moveTo>
                <a:cubicBezTo>
                  <a:pt x="2682" y="113"/>
                  <a:pt x="2661" y="108"/>
                  <a:pt x="2634" y="114"/>
                </a:cubicBezTo>
                <a:cubicBezTo>
                  <a:pt x="2634" y="106"/>
                  <a:pt x="2693" y="104"/>
                  <a:pt x="2720" y="107"/>
                </a:cubicBezTo>
                <a:moveTo>
                  <a:pt x="2634" y="124"/>
                </a:moveTo>
                <a:cubicBezTo>
                  <a:pt x="2623" y="121"/>
                  <a:pt x="2639" y="120"/>
                  <a:pt x="2634" y="117"/>
                </a:cubicBezTo>
                <a:cubicBezTo>
                  <a:pt x="2655" y="118"/>
                  <a:pt x="2671" y="121"/>
                  <a:pt x="2693" y="120"/>
                </a:cubicBezTo>
                <a:cubicBezTo>
                  <a:pt x="2693" y="130"/>
                  <a:pt x="2655" y="118"/>
                  <a:pt x="2634" y="124"/>
                </a:cubicBezTo>
                <a:moveTo>
                  <a:pt x="2806" y="87"/>
                </a:moveTo>
                <a:cubicBezTo>
                  <a:pt x="2795" y="77"/>
                  <a:pt x="2822" y="86"/>
                  <a:pt x="2844" y="79"/>
                </a:cubicBezTo>
                <a:cubicBezTo>
                  <a:pt x="2844" y="84"/>
                  <a:pt x="2844" y="87"/>
                  <a:pt x="2866" y="90"/>
                </a:cubicBezTo>
                <a:cubicBezTo>
                  <a:pt x="2882" y="87"/>
                  <a:pt x="2887" y="84"/>
                  <a:pt x="2882" y="82"/>
                </a:cubicBezTo>
                <a:cubicBezTo>
                  <a:pt x="2903" y="80"/>
                  <a:pt x="2892" y="87"/>
                  <a:pt x="2892" y="90"/>
                </a:cubicBezTo>
                <a:cubicBezTo>
                  <a:pt x="2839" y="96"/>
                  <a:pt x="2849" y="86"/>
                  <a:pt x="2806" y="87"/>
                </a:cubicBezTo>
                <a:moveTo>
                  <a:pt x="2974" y="57"/>
                </a:moveTo>
                <a:cubicBezTo>
                  <a:pt x="2974" y="62"/>
                  <a:pt x="2963" y="64"/>
                  <a:pt x="2947" y="67"/>
                </a:cubicBezTo>
                <a:cubicBezTo>
                  <a:pt x="2941" y="66"/>
                  <a:pt x="2936" y="64"/>
                  <a:pt x="2930" y="63"/>
                </a:cubicBezTo>
                <a:cubicBezTo>
                  <a:pt x="2947" y="59"/>
                  <a:pt x="2957" y="62"/>
                  <a:pt x="2974" y="57"/>
                </a:cubicBezTo>
                <a:moveTo>
                  <a:pt x="3060" y="60"/>
                </a:moveTo>
                <a:cubicBezTo>
                  <a:pt x="3044" y="63"/>
                  <a:pt x="3028" y="64"/>
                  <a:pt x="3017" y="59"/>
                </a:cubicBezTo>
                <a:cubicBezTo>
                  <a:pt x="3033" y="55"/>
                  <a:pt x="3049" y="55"/>
                  <a:pt x="3060" y="60"/>
                </a:cubicBezTo>
                <a:moveTo>
                  <a:pt x="2742" y="120"/>
                </a:moveTo>
                <a:cubicBezTo>
                  <a:pt x="2752" y="111"/>
                  <a:pt x="2790" y="110"/>
                  <a:pt x="2806" y="103"/>
                </a:cubicBezTo>
                <a:cubicBezTo>
                  <a:pt x="2828" y="113"/>
                  <a:pt x="2763" y="111"/>
                  <a:pt x="2785" y="118"/>
                </a:cubicBezTo>
                <a:cubicBezTo>
                  <a:pt x="2769" y="124"/>
                  <a:pt x="2758" y="118"/>
                  <a:pt x="2742" y="120"/>
                </a:cubicBezTo>
                <a:moveTo>
                  <a:pt x="2925" y="84"/>
                </a:moveTo>
                <a:cubicBezTo>
                  <a:pt x="2963" y="80"/>
                  <a:pt x="2947" y="74"/>
                  <a:pt x="2974" y="70"/>
                </a:cubicBezTo>
                <a:cubicBezTo>
                  <a:pt x="2990" y="74"/>
                  <a:pt x="3011" y="74"/>
                  <a:pt x="3033" y="67"/>
                </a:cubicBezTo>
                <a:cubicBezTo>
                  <a:pt x="3055" y="80"/>
                  <a:pt x="3001" y="72"/>
                  <a:pt x="2974" y="77"/>
                </a:cubicBezTo>
                <a:cubicBezTo>
                  <a:pt x="2963" y="80"/>
                  <a:pt x="3001" y="80"/>
                  <a:pt x="3006" y="82"/>
                </a:cubicBezTo>
                <a:cubicBezTo>
                  <a:pt x="2995" y="86"/>
                  <a:pt x="3028" y="92"/>
                  <a:pt x="3001" y="96"/>
                </a:cubicBezTo>
                <a:cubicBezTo>
                  <a:pt x="2995" y="82"/>
                  <a:pt x="2963" y="86"/>
                  <a:pt x="2925" y="84"/>
                </a:cubicBezTo>
                <a:moveTo>
                  <a:pt x="3022" y="87"/>
                </a:moveTo>
                <a:cubicBezTo>
                  <a:pt x="3033" y="87"/>
                  <a:pt x="3038" y="86"/>
                  <a:pt x="3044" y="84"/>
                </a:cubicBezTo>
                <a:cubicBezTo>
                  <a:pt x="3055" y="89"/>
                  <a:pt x="3060" y="86"/>
                  <a:pt x="3060" y="90"/>
                </a:cubicBezTo>
                <a:cubicBezTo>
                  <a:pt x="3049" y="92"/>
                  <a:pt x="3033" y="92"/>
                  <a:pt x="3022" y="87"/>
                </a:cubicBezTo>
                <a:moveTo>
                  <a:pt x="2849" y="121"/>
                </a:moveTo>
                <a:cubicBezTo>
                  <a:pt x="2844" y="114"/>
                  <a:pt x="2839" y="117"/>
                  <a:pt x="2833" y="111"/>
                </a:cubicBezTo>
                <a:cubicBezTo>
                  <a:pt x="2871" y="115"/>
                  <a:pt x="2909" y="100"/>
                  <a:pt x="2941" y="93"/>
                </a:cubicBezTo>
                <a:cubicBezTo>
                  <a:pt x="2957" y="101"/>
                  <a:pt x="2903" y="103"/>
                  <a:pt x="2898" y="108"/>
                </a:cubicBezTo>
                <a:cubicBezTo>
                  <a:pt x="2909" y="113"/>
                  <a:pt x="2914" y="111"/>
                  <a:pt x="2925" y="113"/>
                </a:cubicBezTo>
                <a:cubicBezTo>
                  <a:pt x="2952" y="108"/>
                  <a:pt x="2952" y="104"/>
                  <a:pt x="2968" y="98"/>
                </a:cubicBezTo>
                <a:cubicBezTo>
                  <a:pt x="2995" y="106"/>
                  <a:pt x="2947" y="108"/>
                  <a:pt x="2979" y="115"/>
                </a:cubicBezTo>
                <a:cubicBezTo>
                  <a:pt x="2930" y="113"/>
                  <a:pt x="2903" y="120"/>
                  <a:pt x="2849" y="121"/>
                </a:cubicBezTo>
                <a:moveTo>
                  <a:pt x="2984" y="104"/>
                </a:moveTo>
                <a:cubicBezTo>
                  <a:pt x="3011" y="97"/>
                  <a:pt x="3017" y="100"/>
                  <a:pt x="3038" y="93"/>
                </a:cubicBezTo>
                <a:cubicBezTo>
                  <a:pt x="3049" y="96"/>
                  <a:pt x="3038" y="97"/>
                  <a:pt x="3028" y="100"/>
                </a:cubicBezTo>
                <a:cubicBezTo>
                  <a:pt x="3033" y="101"/>
                  <a:pt x="3038" y="100"/>
                  <a:pt x="3038" y="100"/>
                </a:cubicBezTo>
                <a:cubicBezTo>
                  <a:pt x="3038" y="101"/>
                  <a:pt x="2995" y="103"/>
                  <a:pt x="2995" y="111"/>
                </a:cubicBezTo>
                <a:cubicBezTo>
                  <a:pt x="2974" y="114"/>
                  <a:pt x="3006" y="106"/>
                  <a:pt x="2984" y="104"/>
                </a:cubicBezTo>
                <a:moveTo>
                  <a:pt x="3060" y="93"/>
                </a:moveTo>
                <a:cubicBezTo>
                  <a:pt x="3082" y="87"/>
                  <a:pt x="3109" y="89"/>
                  <a:pt x="3114" y="77"/>
                </a:cubicBezTo>
                <a:cubicBezTo>
                  <a:pt x="3119" y="83"/>
                  <a:pt x="3136" y="79"/>
                  <a:pt x="3146" y="79"/>
                </a:cubicBezTo>
                <a:cubicBezTo>
                  <a:pt x="3136" y="84"/>
                  <a:pt x="3103" y="96"/>
                  <a:pt x="3060" y="93"/>
                </a:cubicBezTo>
                <a:moveTo>
                  <a:pt x="3168" y="120"/>
                </a:moveTo>
                <a:cubicBezTo>
                  <a:pt x="3146" y="115"/>
                  <a:pt x="3173" y="113"/>
                  <a:pt x="3168" y="110"/>
                </a:cubicBezTo>
                <a:cubicBezTo>
                  <a:pt x="3152" y="107"/>
                  <a:pt x="3168" y="115"/>
                  <a:pt x="3141" y="117"/>
                </a:cubicBezTo>
                <a:cubicBezTo>
                  <a:pt x="3125" y="113"/>
                  <a:pt x="3136" y="110"/>
                  <a:pt x="3146" y="106"/>
                </a:cubicBezTo>
                <a:cubicBezTo>
                  <a:pt x="3168" y="107"/>
                  <a:pt x="3184" y="111"/>
                  <a:pt x="3206" y="115"/>
                </a:cubicBezTo>
                <a:cubicBezTo>
                  <a:pt x="3200" y="120"/>
                  <a:pt x="3184" y="118"/>
                  <a:pt x="3168" y="120"/>
                </a:cubicBezTo>
                <a:moveTo>
                  <a:pt x="3297" y="83"/>
                </a:moveTo>
                <a:cubicBezTo>
                  <a:pt x="3303" y="89"/>
                  <a:pt x="3297" y="94"/>
                  <a:pt x="3270" y="98"/>
                </a:cubicBezTo>
                <a:cubicBezTo>
                  <a:pt x="3265" y="94"/>
                  <a:pt x="3254" y="93"/>
                  <a:pt x="3238" y="94"/>
                </a:cubicBezTo>
                <a:cubicBezTo>
                  <a:pt x="3238" y="93"/>
                  <a:pt x="3281" y="89"/>
                  <a:pt x="3297" y="83"/>
                </a:cubicBezTo>
                <a:moveTo>
                  <a:pt x="3200" y="111"/>
                </a:moveTo>
                <a:cubicBezTo>
                  <a:pt x="3195" y="108"/>
                  <a:pt x="3206" y="106"/>
                  <a:pt x="3200" y="103"/>
                </a:cubicBezTo>
                <a:cubicBezTo>
                  <a:pt x="3211" y="101"/>
                  <a:pt x="3222" y="103"/>
                  <a:pt x="3227" y="107"/>
                </a:cubicBezTo>
                <a:cubicBezTo>
                  <a:pt x="3216" y="111"/>
                  <a:pt x="3211" y="110"/>
                  <a:pt x="3200" y="111"/>
                </a:cubicBezTo>
                <a:moveTo>
                  <a:pt x="3303" y="97"/>
                </a:moveTo>
                <a:cubicBezTo>
                  <a:pt x="3308" y="92"/>
                  <a:pt x="3324" y="87"/>
                  <a:pt x="3319" y="82"/>
                </a:cubicBezTo>
                <a:cubicBezTo>
                  <a:pt x="3324" y="80"/>
                  <a:pt x="3324" y="83"/>
                  <a:pt x="3324" y="83"/>
                </a:cubicBezTo>
                <a:cubicBezTo>
                  <a:pt x="3341" y="86"/>
                  <a:pt x="3362" y="82"/>
                  <a:pt x="3373" y="87"/>
                </a:cubicBezTo>
                <a:cubicBezTo>
                  <a:pt x="3346" y="87"/>
                  <a:pt x="3330" y="96"/>
                  <a:pt x="3303" y="97"/>
                </a:cubicBezTo>
                <a:moveTo>
                  <a:pt x="3346" y="104"/>
                </a:moveTo>
                <a:cubicBezTo>
                  <a:pt x="3324" y="110"/>
                  <a:pt x="3314" y="103"/>
                  <a:pt x="3292" y="110"/>
                </a:cubicBezTo>
                <a:cubicBezTo>
                  <a:pt x="3287" y="107"/>
                  <a:pt x="3287" y="104"/>
                  <a:pt x="3292" y="103"/>
                </a:cubicBezTo>
                <a:cubicBezTo>
                  <a:pt x="3308" y="101"/>
                  <a:pt x="3330" y="100"/>
                  <a:pt x="3346" y="104"/>
                </a:cubicBezTo>
                <a:moveTo>
                  <a:pt x="3465" y="87"/>
                </a:moveTo>
                <a:cubicBezTo>
                  <a:pt x="3449" y="89"/>
                  <a:pt x="3432" y="87"/>
                  <a:pt x="3416" y="92"/>
                </a:cubicBezTo>
                <a:cubicBezTo>
                  <a:pt x="3411" y="89"/>
                  <a:pt x="3422" y="87"/>
                  <a:pt x="3416" y="84"/>
                </a:cubicBezTo>
                <a:cubicBezTo>
                  <a:pt x="3432" y="82"/>
                  <a:pt x="3449" y="82"/>
                  <a:pt x="3465" y="87"/>
                </a:cubicBezTo>
                <a:moveTo>
                  <a:pt x="3557" y="57"/>
                </a:moveTo>
                <a:cubicBezTo>
                  <a:pt x="3524" y="59"/>
                  <a:pt x="3551" y="64"/>
                  <a:pt x="3524" y="69"/>
                </a:cubicBezTo>
                <a:cubicBezTo>
                  <a:pt x="3519" y="69"/>
                  <a:pt x="3513" y="67"/>
                  <a:pt x="3502" y="69"/>
                </a:cubicBezTo>
                <a:cubicBezTo>
                  <a:pt x="3497" y="62"/>
                  <a:pt x="3530" y="48"/>
                  <a:pt x="3557" y="57"/>
                </a:cubicBezTo>
                <a:moveTo>
                  <a:pt x="3486" y="49"/>
                </a:moveTo>
                <a:cubicBezTo>
                  <a:pt x="3486" y="55"/>
                  <a:pt x="3470" y="59"/>
                  <a:pt x="3449" y="63"/>
                </a:cubicBezTo>
                <a:cubicBezTo>
                  <a:pt x="3443" y="62"/>
                  <a:pt x="3449" y="60"/>
                  <a:pt x="3454" y="59"/>
                </a:cubicBezTo>
                <a:cubicBezTo>
                  <a:pt x="3459" y="56"/>
                  <a:pt x="3449" y="57"/>
                  <a:pt x="3443" y="53"/>
                </a:cubicBezTo>
                <a:cubicBezTo>
                  <a:pt x="3454" y="52"/>
                  <a:pt x="3449" y="49"/>
                  <a:pt x="3459" y="48"/>
                </a:cubicBezTo>
                <a:cubicBezTo>
                  <a:pt x="3470" y="48"/>
                  <a:pt x="3476" y="50"/>
                  <a:pt x="3486" y="49"/>
                </a:cubicBezTo>
                <a:moveTo>
                  <a:pt x="3470" y="60"/>
                </a:moveTo>
                <a:cubicBezTo>
                  <a:pt x="3470" y="73"/>
                  <a:pt x="3411" y="80"/>
                  <a:pt x="3357" y="79"/>
                </a:cubicBezTo>
                <a:cubicBezTo>
                  <a:pt x="3357" y="72"/>
                  <a:pt x="3405" y="77"/>
                  <a:pt x="3416" y="69"/>
                </a:cubicBezTo>
                <a:cubicBezTo>
                  <a:pt x="3411" y="66"/>
                  <a:pt x="3400" y="66"/>
                  <a:pt x="3389" y="66"/>
                </a:cubicBezTo>
                <a:cubicBezTo>
                  <a:pt x="3389" y="63"/>
                  <a:pt x="3395" y="60"/>
                  <a:pt x="3411" y="57"/>
                </a:cubicBezTo>
                <a:cubicBezTo>
                  <a:pt x="3416" y="64"/>
                  <a:pt x="3443" y="67"/>
                  <a:pt x="3470" y="60"/>
                </a:cubicBezTo>
                <a:moveTo>
                  <a:pt x="3351" y="59"/>
                </a:moveTo>
                <a:cubicBezTo>
                  <a:pt x="3384" y="64"/>
                  <a:pt x="3335" y="66"/>
                  <a:pt x="3357" y="72"/>
                </a:cubicBezTo>
                <a:cubicBezTo>
                  <a:pt x="3346" y="73"/>
                  <a:pt x="3330" y="72"/>
                  <a:pt x="3335" y="74"/>
                </a:cubicBezTo>
                <a:cubicBezTo>
                  <a:pt x="3330" y="76"/>
                  <a:pt x="3324" y="73"/>
                  <a:pt x="3319" y="72"/>
                </a:cubicBezTo>
                <a:cubicBezTo>
                  <a:pt x="3346" y="67"/>
                  <a:pt x="3319" y="63"/>
                  <a:pt x="3351" y="59"/>
                </a:cubicBezTo>
                <a:moveTo>
                  <a:pt x="3292" y="73"/>
                </a:moveTo>
                <a:cubicBezTo>
                  <a:pt x="3303" y="79"/>
                  <a:pt x="3265" y="79"/>
                  <a:pt x="3260" y="82"/>
                </a:cubicBezTo>
                <a:cubicBezTo>
                  <a:pt x="3238" y="73"/>
                  <a:pt x="3287" y="76"/>
                  <a:pt x="3292" y="73"/>
                </a:cubicBezTo>
                <a:moveTo>
                  <a:pt x="3206" y="94"/>
                </a:moveTo>
                <a:cubicBezTo>
                  <a:pt x="3211" y="93"/>
                  <a:pt x="3173" y="92"/>
                  <a:pt x="3168" y="103"/>
                </a:cubicBezTo>
                <a:cubicBezTo>
                  <a:pt x="3119" y="96"/>
                  <a:pt x="3227" y="80"/>
                  <a:pt x="3238" y="70"/>
                </a:cubicBezTo>
                <a:cubicBezTo>
                  <a:pt x="3249" y="79"/>
                  <a:pt x="3222" y="86"/>
                  <a:pt x="3206" y="94"/>
                </a:cubicBezTo>
                <a:moveTo>
                  <a:pt x="3281" y="66"/>
                </a:moveTo>
                <a:cubicBezTo>
                  <a:pt x="3276" y="72"/>
                  <a:pt x="3249" y="66"/>
                  <a:pt x="3260" y="70"/>
                </a:cubicBezTo>
                <a:cubicBezTo>
                  <a:pt x="3238" y="74"/>
                  <a:pt x="3254" y="60"/>
                  <a:pt x="3227" y="64"/>
                </a:cubicBezTo>
                <a:cubicBezTo>
                  <a:pt x="3216" y="60"/>
                  <a:pt x="3243" y="64"/>
                  <a:pt x="3254" y="59"/>
                </a:cubicBezTo>
                <a:cubicBezTo>
                  <a:pt x="3260" y="64"/>
                  <a:pt x="3270" y="62"/>
                  <a:pt x="3281" y="66"/>
                </a:cubicBezTo>
                <a:moveTo>
                  <a:pt x="3281" y="63"/>
                </a:moveTo>
                <a:cubicBezTo>
                  <a:pt x="3270" y="56"/>
                  <a:pt x="3265" y="57"/>
                  <a:pt x="3260" y="52"/>
                </a:cubicBezTo>
                <a:cubicBezTo>
                  <a:pt x="3276" y="50"/>
                  <a:pt x="3308" y="59"/>
                  <a:pt x="3281" y="63"/>
                </a:cubicBezTo>
                <a:moveTo>
                  <a:pt x="3184" y="79"/>
                </a:moveTo>
                <a:cubicBezTo>
                  <a:pt x="3157" y="73"/>
                  <a:pt x="3190" y="69"/>
                  <a:pt x="3173" y="63"/>
                </a:cubicBezTo>
                <a:cubicBezTo>
                  <a:pt x="3206" y="60"/>
                  <a:pt x="3206" y="74"/>
                  <a:pt x="3184" y="79"/>
                </a:cubicBezTo>
                <a:moveTo>
                  <a:pt x="3103" y="72"/>
                </a:moveTo>
                <a:cubicBezTo>
                  <a:pt x="3087" y="60"/>
                  <a:pt x="3141" y="67"/>
                  <a:pt x="3157" y="60"/>
                </a:cubicBezTo>
                <a:cubicBezTo>
                  <a:pt x="3168" y="72"/>
                  <a:pt x="3109" y="60"/>
                  <a:pt x="3103" y="72"/>
                </a:cubicBezTo>
                <a:moveTo>
                  <a:pt x="3114" y="56"/>
                </a:moveTo>
                <a:cubicBezTo>
                  <a:pt x="3162" y="53"/>
                  <a:pt x="3114" y="49"/>
                  <a:pt x="3146" y="43"/>
                </a:cubicBezTo>
                <a:cubicBezTo>
                  <a:pt x="3152" y="43"/>
                  <a:pt x="3157" y="45"/>
                  <a:pt x="3162" y="46"/>
                </a:cubicBezTo>
                <a:cubicBezTo>
                  <a:pt x="3157" y="52"/>
                  <a:pt x="3157" y="69"/>
                  <a:pt x="3114" y="56"/>
                </a:cubicBezTo>
                <a:moveTo>
                  <a:pt x="3157" y="35"/>
                </a:moveTo>
                <a:cubicBezTo>
                  <a:pt x="3184" y="40"/>
                  <a:pt x="3146" y="46"/>
                  <a:pt x="3136" y="39"/>
                </a:cubicBezTo>
                <a:cubicBezTo>
                  <a:pt x="3141" y="35"/>
                  <a:pt x="3141" y="38"/>
                  <a:pt x="3157" y="35"/>
                </a:cubicBezTo>
                <a:moveTo>
                  <a:pt x="3114" y="46"/>
                </a:moveTo>
                <a:cubicBezTo>
                  <a:pt x="3119" y="53"/>
                  <a:pt x="3092" y="56"/>
                  <a:pt x="3071" y="55"/>
                </a:cubicBezTo>
                <a:cubicBezTo>
                  <a:pt x="3082" y="49"/>
                  <a:pt x="3076" y="48"/>
                  <a:pt x="3098" y="40"/>
                </a:cubicBezTo>
                <a:cubicBezTo>
                  <a:pt x="3098" y="40"/>
                  <a:pt x="3098" y="49"/>
                  <a:pt x="3114" y="46"/>
                </a:cubicBezTo>
                <a:moveTo>
                  <a:pt x="3055" y="42"/>
                </a:moveTo>
                <a:cubicBezTo>
                  <a:pt x="3049" y="45"/>
                  <a:pt x="3060" y="49"/>
                  <a:pt x="3060" y="53"/>
                </a:cubicBezTo>
                <a:cubicBezTo>
                  <a:pt x="3044" y="57"/>
                  <a:pt x="3038" y="52"/>
                  <a:pt x="3022" y="55"/>
                </a:cubicBezTo>
                <a:cubicBezTo>
                  <a:pt x="3022" y="52"/>
                  <a:pt x="3022" y="50"/>
                  <a:pt x="3033" y="48"/>
                </a:cubicBezTo>
                <a:cubicBezTo>
                  <a:pt x="3022" y="48"/>
                  <a:pt x="3017" y="46"/>
                  <a:pt x="3006" y="43"/>
                </a:cubicBezTo>
                <a:cubicBezTo>
                  <a:pt x="2979" y="46"/>
                  <a:pt x="3001" y="50"/>
                  <a:pt x="2979" y="53"/>
                </a:cubicBezTo>
                <a:cubicBezTo>
                  <a:pt x="2952" y="32"/>
                  <a:pt x="3017" y="43"/>
                  <a:pt x="3055" y="42"/>
                </a:cubicBezTo>
                <a:moveTo>
                  <a:pt x="2936" y="32"/>
                </a:moveTo>
                <a:cubicBezTo>
                  <a:pt x="2963" y="29"/>
                  <a:pt x="2925" y="38"/>
                  <a:pt x="2914" y="39"/>
                </a:cubicBezTo>
                <a:cubicBezTo>
                  <a:pt x="2925" y="45"/>
                  <a:pt x="2941" y="36"/>
                  <a:pt x="2947" y="42"/>
                </a:cubicBezTo>
                <a:cubicBezTo>
                  <a:pt x="2914" y="46"/>
                  <a:pt x="2963" y="52"/>
                  <a:pt x="2936" y="55"/>
                </a:cubicBezTo>
                <a:cubicBezTo>
                  <a:pt x="2920" y="45"/>
                  <a:pt x="2898" y="39"/>
                  <a:pt x="2892" y="33"/>
                </a:cubicBezTo>
                <a:cubicBezTo>
                  <a:pt x="2909" y="28"/>
                  <a:pt x="2920" y="40"/>
                  <a:pt x="2936" y="32"/>
                </a:cubicBezTo>
                <a:moveTo>
                  <a:pt x="2860" y="39"/>
                </a:moveTo>
                <a:cubicBezTo>
                  <a:pt x="2849" y="43"/>
                  <a:pt x="2882" y="49"/>
                  <a:pt x="2855" y="53"/>
                </a:cubicBezTo>
                <a:cubicBezTo>
                  <a:pt x="2866" y="55"/>
                  <a:pt x="2871" y="52"/>
                  <a:pt x="2882" y="56"/>
                </a:cubicBezTo>
                <a:cubicBezTo>
                  <a:pt x="2892" y="55"/>
                  <a:pt x="2887" y="52"/>
                  <a:pt x="2882" y="50"/>
                </a:cubicBezTo>
                <a:cubicBezTo>
                  <a:pt x="2909" y="50"/>
                  <a:pt x="2898" y="57"/>
                  <a:pt x="2941" y="59"/>
                </a:cubicBezTo>
                <a:cubicBezTo>
                  <a:pt x="2920" y="63"/>
                  <a:pt x="2914" y="67"/>
                  <a:pt x="2930" y="72"/>
                </a:cubicBezTo>
                <a:cubicBezTo>
                  <a:pt x="2914" y="73"/>
                  <a:pt x="2898" y="76"/>
                  <a:pt x="2887" y="72"/>
                </a:cubicBezTo>
                <a:cubicBezTo>
                  <a:pt x="2909" y="69"/>
                  <a:pt x="2898" y="62"/>
                  <a:pt x="2920" y="63"/>
                </a:cubicBezTo>
                <a:cubicBezTo>
                  <a:pt x="2892" y="53"/>
                  <a:pt x="2855" y="67"/>
                  <a:pt x="2828" y="55"/>
                </a:cubicBezTo>
                <a:cubicBezTo>
                  <a:pt x="2855" y="49"/>
                  <a:pt x="2822" y="40"/>
                  <a:pt x="2860" y="39"/>
                </a:cubicBezTo>
                <a:moveTo>
                  <a:pt x="2801" y="46"/>
                </a:moveTo>
                <a:cubicBezTo>
                  <a:pt x="2806" y="56"/>
                  <a:pt x="2769" y="56"/>
                  <a:pt x="2758" y="66"/>
                </a:cubicBezTo>
                <a:cubicBezTo>
                  <a:pt x="2731" y="62"/>
                  <a:pt x="2763" y="57"/>
                  <a:pt x="2758" y="53"/>
                </a:cubicBezTo>
                <a:cubicBezTo>
                  <a:pt x="2790" y="55"/>
                  <a:pt x="2779" y="48"/>
                  <a:pt x="2801" y="46"/>
                </a:cubicBezTo>
                <a:moveTo>
                  <a:pt x="2725" y="59"/>
                </a:moveTo>
                <a:cubicBezTo>
                  <a:pt x="2709" y="67"/>
                  <a:pt x="2731" y="67"/>
                  <a:pt x="2709" y="73"/>
                </a:cubicBezTo>
                <a:cubicBezTo>
                  <a:pt x="2704" y="69"/>
                  <a:pt x="2720" y="62"/>
                  <a:pt x="2693" y="64"/>
                </a:cubicBezTo>
                <a:cubicBezTo>
                  <a:pt x="2666" y="62"/>
                  <a:pt x="2715" y="64"/>
                  <a:pt x="2725" y="59"/>
                </a:cubicBezTo>
                <a:moveTo>
                  <a:pt x="2655" y="76"/>
                </a:moveTo>
                <a:cubicBezTo>
                  <a:pt x="2677" y="70"/>
                  <a:pt x="2671" y="72"/>
                  <a:pt x="2698" y="67"/>
                </a:cubicBezTo>
                <a:cubicBezTo>
                  <a:pt x="2709" y="73"/>
                  <a:pt x="2671" y="77"/>
                  <a:pt x="2666" y="82"/>
                </a:cubicBezTo>
                <a:cubicBezTo>
                  <a:pt x="2661" y="79"/>
                  <a:pt x="2650" y="77"/>
                  <a:pt x="2639" y="80"/>
                </a:cubicBezTo>
                <a:cubicBezTo>
                  <a:pt x="2628" y="69"/>
                  <a:pt x="2612" y="76"/>
                  <a:pt x="2596" y="76"/>
                </a:cubicBezTo>
                <a:cubicBezTo>
                  <a:pt x="2574" y="69"/>
                  <a:pt x="2617" y="73"/>
                  <a:pt x="2628" y="66"/>
                </a:cubicBezTo>
                <a:cubicBezTo>
                  <a:pt x="2634" y="74"/>
                  <a:pt x="2655" y="69"/>
                  <a:pt x="2655" y="76"/>
                </a:cubicBezTo>
                <a:moveTo>
                  <a:pt x="2736" y="45"/>
                </a:moveTo>
                <a:cubicBezTo>
                  <a:pt x="2742" y="48"/>
                  <a:pt x="2725" y="48"/>
                  <a:pt x="2720" y="45"/>
                </a:cubicBezTo>
                <a:cubicBezTo>
                  <a:pt x="2720" y="49"/>
                  <a:pt x="2725" y="52"/>
                  <a:pt x="2704" y="52"/>
                </a:cubicBezTo>
                <a:cubicBezTo>
                  <a:pt x="2704" y="49"/>
                  <a:pt x="2709" y="48"/>
                  <a:pt x="2698" y="45"/>
                </a:cubicBezTo>
                <a:cubicBezTo>
                  <a:pt x="2715" y="39"/>
                  <a:pt x="2725" y="48"/>
                  <a:pt x="2736" y="45"/>
                </a:cubicBezTo>
                <a:moveTo>
                  <a:pt x="2617" y="40"/>
                </a:moveTo>
                <a:cubicBezTo>
                  <a:pt x="2639" y="45"/>
                  <a:pt x="2607" y="46"/>
                  <a:pt x="2612" y="50"/>
                </a:cubicBezTo>
                <a:cubicBezTo>
                  <a:pt x="2617" y="50"/>
                  <a:pt x="2634" y="52"/>
                  <a:pt x="2623" y="55"/>
                </a:cubicBezTo>
                <a:cubicBezTo>
                  <a:pt x="2650" y="56"/>
                  <a:pt x="2666" y="48"/>
                  <a:pt x="2698" y="55"/>
                </a:cubicBezTo>
                <a:cubicBezTo>
                  <a:pt x="2677" y="55"/>
                  <a:pt x="2639" y="59"/>
                  <a:pt x="2623" y="64"/>
                </a:cubicBezTo>
                <a:cubicBezTo>
                  <a:pt x="2601" y="59"/>
                  <a:pt x="2607" y="48"/>
                  <a:pt x="2569" y="50"/>
                </a:cubicBezTo>
                <a:cubicBezTo>
                  <a:pt x="2574" y="45"/>
                  <a:pt x="2607" y="49"/>
                  <a:pt x="2617" y="40"/>
                </a:cubicBezTo>
                <a:moveTo>
                  <a:pt x="2558" y="46"/>
                </a:moveTo>
                <a:cubicBezTo>
                  <a:pt x="2542" y="50"/>
                  <a:pt x="2525" y="50"/>
                  <a:pt x="2558" y="59"/>
                </a:cubicBezTo>
                <a:cubicBezTo>
                  <a:pt x="2547" y="64"/>
                  <a:pt x="2531" y="64"/>
                  <a:pt x="2509" y="60"/>
                </a:cubicBezTo>
                <a:cubicBezTo>
                  <a:pt x="2525" y="57"/>
                  <a:pt x="2520" y="56"/>
                  <a:pt x="2515" y="57"/>
                </a:cubicBezTo>
                <a:cubicBezTo>
                  <a:pt x="2520" y="52"/>
                  <a:pt x="2536" y="46"/>
                  <a:pt x="2531" y="40"/>
                </a:cubicBezTo>
                <a:cubicBezTo>
                  <a:pt x="2547" y="36"/>
                  <a:pt x="2536" y="49"/>
                  <a:pt x="2558" y="46"/>
                </a:cubicBezTo>
                <a:moveTo>
                  <a:pt x="2466" y="55"/>
                </a:moveTo>
                <a:cubicBezTo>
                  <a:pt x="2488" y="66"/>
                  <a:pt x="2423" y="60"/>
                  <a:pt x="2401" y="62"/>
                </a:cubicBezTo>
                <a:cubicBezTo>
                  <a:pt x="2401" y="52"/>
                  <a:pt x="2385" y="67"/>
                  <a:pt x="2364" y="59"/>
                </a:cubicBezTo>
                <a:cubicBezTo>
                  <a:pt x="2407" y="50"/>
                  <a:pt x="2428" y="66"/>
                  <a:pt x="2466" y="55"/>
                </a:cubicBezTo>
                <a:moveTo>
                  <a:pt x="2121" y="106"/>
                </a:moveTo>
                <a:cubicBezTo>
                  <a:pt x="2115" y="104"/>
                  <a:pt x="2110" y="103"/>
                  <a:pt x="2105" y="100"/>
                </a:cubicBezTo>
                <a:cubicBezTo>
                  <a:pt x="2105" y="107"/>
                  <a:pt x="2083" y="110"/>
                  <a:pt x="2061" y="111"/>
                </a:cubicBezTo>
                <a:cubicBezTo>
                  <a:pt x="2051" y="101"/>
                  <a:pt x="2115" y="103"/>
                  <a:pt x="2110" y="96"/>
                </a:cubicBezTo>
                <a:cubicBezTo>
                  <a:pt x="2132" y="94"/>
                  <a:pt x="2153" y="103"/>
                  <a:pt x="2121" y="106"/>
                </a:cubicBezTo>
                <a:moveTo>
                  <a:pt x="2272" y="70"/>
                </a:moveTo>
                <a:cubicBezTo>
                  <a:pt x="2250" y="79"/>
                  <a:pt x="2240" y="67"/>
                  <a:pt x="2218" y="73"/>
                </a:cubicBezTo>
                <a:cubicBezTo>
                  <a:pt x="2213" y="70"/>
                  <a:pt x="2223" y="67"/>
                  <a:pt x="2240" y="64"/>
                </a:cubicBezTo>
                <a:cubicBezTo>
                  <a:pt x="2261" y="66"/>
                  <a:pt x="2250" y="67"/>
                  <a:pt x="2272" y="70"/>
                </a:cubicBezTo>
                <a:moveTo>
                  <a:pt x="2380" y="42"/>
                </a:moveTo>
                <a:cubicBezTo>
                  <a:pt x="2391" y="48"/>
                  <a:pt x="2347" y="49"/>
                  <a:pt x="2342" y="52"/>
                </a:cubicBezTo>
                <a:cubicBezTo>
                  <a:pt x="2331" y="48"/>
                  <a:pt x="2331" y="43"/>
                  <a:pt x="2347" y="40"/>
                </a:cubicBezTo>
                <a:cubicBezTo>
                  <a:pt x="2337" y="49"/>
                  <a:pt x="2364" y="48"/>
                  <a:pt x="2380" y="42"/>
                </a:cubicBezTo>
                <a:moveTo>
                  <a:pt x="2024" y="111"/>
                </a:moveTo>
                <a:cubicBezTo>
                  <a:pt x="2024" y="115"/>
                  <a:pt x="1964" y="115"/>
                  <a:pt x="1970" y="110"/>
                </a:cubicBezTo>
                <a:cubicBezTo>
                  <a:pt x="1980" y="111"/>
                  <a:pt x="1997" y="111"/>
                  <a:pt x="2013" y="106"/>
                </a:cubicBezTo>
                <a:cubicBezTo>
                  <a:pt x="2024" y="107"/>
                  <a:pt x="2002" y="114"/>
                  <a:pt x="2024" y="111"/>
                </a:cubicBezTo>
                <a:moveTo>
                  <a:pt x="2099" y="83"/>
                </a:moveTo>
                <a:cubicBezTo>
                  <a:pt x="2094" y="80"/>
                  <a:pt x="2142" y="77"/>
                  <a:pt x="2110" y="76"/>
                </a:cubicBezTo>
                <a:cubicBezTo>
                  <a:pt x="2105" y="69"/>
                  <a:pt x="2137" y="77"/>
                  <a:pt x="2148" y="76"/>
                </a:cubicBezTo>
                <a:cubicBezTo>
                  <a:pt x="2159" y="70"/>
                  <a:pt x="2180" y="62"/>
                  <a:pt x="2202" y="67"/>
                </a:cubicBezTo>
                <a:cubicBezTo>
                  <a:pt x="2169" y="82"/>
                  <a:pt x="2142" y="74"/>
                  <a:pt x="2099" y="83"/>
                </a:cubicBezTo>
                <a:moveTo>
                  <a:pt x="2250" y="52"/>
                </a:moveTo>
                <a:cubicBezTo>
                  <a:pt x="2256" y="56"/>
                  <a:pt x="2218" y="60"/>
                  <a:pt x="2207" y="53"/>
                </a:cubicBezTo>
                <a:cubicBezTo>
                  <a:pt x="2223" y="49"/>
                  <a:pt x="2240" y="55"/>
                  <a:pt x="2250" y="52"/>
                </a:cubicBezTo>
                <a:moveTo>
                  <a:pt x="1932" y="107"/>
                </a:moveTo>
                <a:cubicBezTo>
                  <a:pt x="1932" y="108"/>
                  <a:pt x="1937" y="108"/>
                  <a:pt x="1943" y="107"/>
                </a:cubicBezTo>
                <a:cubicBezTo>
                  <a:pt x="1948" y="110"/>
                  <a:pt x="1937" y="110"/>
                  <a:pt x="1937" y="108"/>
                </a:cubicBezTo>
                <a:cubicBezTo>
                  <a:pt x="1921" y="111"/>
                  <a:pt x="1948" y="113"/>
                  <a:pt x="1953" y="113"/>
                </a:cubicBezTo>
                <a:cubicBezTo>
                  <a:pt x="1959" y="114"/>
                  <a:pt x="1948" y="117"/>
                  <a:pt x="1943" y="115"/>
                </a:cubicBezTo>
                <a:cubicBezTo>
                  <a:pt x="1937" y="115"/>
                  <a:pt x="1937" y="117"/>
                  <a:pt x="1943" y="118"/>
                </a:cubicBezTo>
                <a:cubicBezTo>
                  <a:pt x="1937" y="118"/>
                  <a:pt x="1932" y="117"/>
                  <a:pt x="1937" y="115"/>
                </a:cubicBezTo>
                <a:cubicBezTo>
                  <a:pt x="1927" y="113"/>
                  <a:pt x="1916" y="117"/>
                  <a:pt x="1905" y="113"/>
                </a:cubicBezTo>
                <a:cubicBezTo>
                  <a:pt x="1921" y="113"/>
                  <a:pt x="1927" y="110"/>
                  <a:pt x="1927" y="106"/>
                </a:cubicBezTo>
                <a:cubicBezTo>
                  <a:pt x="1932" y="104"/>
                  <a:pt x="1932" y="107"/>
                  <a:pt x="1932" y="107"/>
                </a:cubicBezTo>
                <a:moveTo>
                  <a:pt x="1943" y="87"/>
                </a:moveTo>
                <a:cubicBezTo>
                  <a:pt x="1943" y="84"/>
                  <a:pt x="1948" y="84"/>
                  <a:pt x="1964" y="80"/>
                </a:cubicBezTo>
                <a:cubicBezTo>
                  <a:pt x="1970" y="82"/>
                  <a:pt x="1964" y="83"/>
                  <a:pt x="1959" y="84"/>
                </a:cubicBezTo>
                <a:cubicBezTo>
                  <a:pt x="1986" y="83"/>
                  <a:pt x="1980" y="93"/>
                  <a:pt x="2013" y="89"/>
                </a:cubicBezTo>
                <a:cubicBezTo>
                  <a:pt x="1991" y="100"/>
                  <a:pt x="1975" y="80"/>
                  <a:pt x="1943" y="87"/>
                </a:cubicBezTo>
                <a:moveTo>
                  <a:pt x="2218" y="33"/>
                </a:moveTo>
                <a:cubicBezTo>
                  <a:pt x="2234" y="33"/>
                  <a:pt x="2250" y="33"/>
                  <a:pt x="2267" y="33"/>
                </a:cubicBezTo>
                <a:cubicBezTo>
                  <a:pt x="2267" y="46"/>
                  <a:pt x="2240" y="33"/>
                  <a:pt x="2218" y="36"/>
                </a:cubicBezTo>
                <a:cubicBezTo>
                  <a:pt x="2218" y="33"/>
                  <a:pt x="2207" y="31"/>
                  <a:pt x="2213" y="29"/>
                </a:cubicBezTo>
                <a:cubicBezTo>
                  <a:pt x="2207" y="22"/>
                  <a:pt x="2229" y="32"/>
                  <a:pt x="2218" y="33"/>
                </a:cubicBezTo>
                <a:moveTo>
                  <a:pt x="1862" y="101"/>
                </a:moveTo>
                <a:cubicBezTo>
                  <a:pt x="1878" y="107"/>
                  <a:pt x="1905" y="96"/>
                  <a:pt x="1921" y="101"/>
                </a:cubicBezTo>
                <a:cubicBezTo>
                  <a:pt x="1873" y="103"/>
                  <a:pt x="1883" y="115"/>
                  <a:pt x="1845" y="111"/>
                </a:cubicBezTo>
                <a:cubicBezTo>
                  <a:pt x="1851" y="108"/>
                  <a:pt x="1856" y="108"/>
                  <a:pt x="1862" y="111"/>
                </a:cubicBezTo>
                <a:cubicBezTo>
                  <a:pt x="1856" y="97"/>
                  <a:pt x="1797" y="107"/>
                  <a:pt x="1770" y="103"/>
                </a:cubicBezTo>
                <a:cubicBezTo>
                  <a:pt x="1819" y="97"/>
                  <a:pt x="1851" y="98"/>
                  <a:pt x="1873" y="94"/>
                </a:cubicBezTo>
                <a:cubicBezTo>
                  <a:pt x="1873" y="96"/>
                  <a:pt x="1867" y="98"/>
                  <a:pt x="1862" y="101"/>
                </a:cubicBezTo>
                <a:moveTo>
                  <a:pt x="1937" y="77"/>
                </a:moveTo>
                <a:cubicBezTo>
                  <a:pt x="1932" y="73"/>
                  <a:pt x="1916" y="69"/>
                  <a:pt x="1948" y="67"/>
                </a:cubicBezTo>
                <a:cubicBezTo>
                  <a:pt x="1964" y="72"/>
                  <a:pt x="1959" y="74"/>
                  <a:pt x="1937" y="77"/>
                </a:cubicBezTo>
                <a:moveTo>
                  <a:pt x="2067" y="45"/>
                </a:moveTo>
                <a:cubicBezTo>
                  <a:pt x="2072" y="52"/>
                  <a:pt x="2040" y="52"/>
                  <a:pt x="2029" y="49"/>
                </a:cubicBezTo>
                <a:cubicBezTo>
                  <a:pt x="2034" y="53"/>
                  <a:pt x="2002" y="56"/>
                  <a:pt x="2018" y="62"/>
                </a:cubicBezTo>
                <a:cubicBezTo>
                  <a:pt x="2007" y="62"/>
                  <a:pt x="2002" y="59"/>
                  <a:pt x="1991" y="62"/>
                </a:cubicBezTo>
                <a:cubicBezTo>
                  <a:pt x="2002" y="53"/>
                  <a:pt x="2029" y="45"/>
                  <a:pt x="2067" y="45"/>
                </a:cubicBezTo>
                <a:moveTo>
                  <a:pt x="1279" y="108"/>
                </a:moveTo>
                <a:cubicBezTo>
                  <a:pt x="1268" y="104"/>
                  <a:pt x="1300" y="107"/>
                  <a:pt x="1306" y="104"/>
                </a:cubicBezTo>
                <a:cubicBezTo>
                  <a:pt x="1317" y="108"/>
                  <a:pt x="1327" y="111"/>
                  <a:pt x="1306" y="114"/>
                </a:cubicBezTo>
                <a:cubicBezTo>
                  <a:pt x="1300" y="113"/>
                  <a:pt x="1290" y="106"/>
                  <a:pt x="1279" y="108"/>
                </a:cubicBezTo>
                <a:moveTo>
                  <a:pt x="1403" y="90"/>
                </a:moveTo>
                <a:cubicBezTo>
                  <a:pt x="1419" y="87"/>
                  <a:pt x="1430" y="84"/>
                  <a:pt x="1425" y="82"/>
                </a:cubicBezTo>
                <a:cubicBezTo>
                  <a:pt x="1452" y="83"/>
                  <a:pt x="1414" y="94"/>
                  <a:pt x="1408" y="98"/>
                </a:cubicBezTo>
                <a:cubicBezTo>
                  <a:pt x="1403" y="97"/>
                  <a:pt x="1397" y="96"/>
                  <a:pt x="1392" y="94"/>
                </a:cubicBezTo>
                <a:cubicBezTo>
                  <a:pt x="1403" y="93"/>
                  <a:pt x="1403" y="96"/>
                  <a:pt x="1408" y="96"/>
                </a:cubicBezTo>
                <a:cubicBezTo>
                  <a:pt x="1419" y="94"/>
                  <a:pt x="1408" y="93"/>
                  <a:pt x="1403" y="90"/>
                </a:cubicBezTo>
                <a:moveTo>
                  <a:pt x="1338" y="115"/>
                </a:moveTo>
                <a:cubicBezTo>
                  <a:pt x="1327" y="111"/>
                  <a:pt x="1344" y="108"/>
                  <a:pt x="1354" y="104"/>
                </a:cubicBezTo>
                <a:cubicBezTo>
                  <a:pt x="1371" y="111"/>
                  <a:pt x="1365" y="114"/>
                  <a:pt x="1338" y="115"/>
                </a:cubicBezTo>
                <a:moveTo>
                  <a:pt x="1468" y="90"/>
                </a:moveTo>
                <a:cubicBezTo>
                  <a:pt x="1441" y="83"/>
                  <a:pt x="1500" y="84"/>
                  <a:pt x="1484" y="82"/>
                </a:cubicBezTo>
                <a:cubicBezTo>
                  <a:pt x="1516" y="82"/>
                  <a:pt x="1489" y="90"/>
                  <a:pt x="1468" y="90"/>
                </a:cubicBezTo>
                <a:moveTo>
                  <a:pt x="1554" y="66"/>
                </a:moveTo>
                <a:cubicBezTo>
                  <a:pt x="1565" y="69"/>
                  <a:pt x="1581" y="69"/>
                  <a:pt x="1559" y="60"/>
                </a:cubicBezTo>
                <a:cubicBezTo>
                  <a:pt x="1581" y="59"/>
                  <a:pt x="1570" y="62"/>
                  <a:pt x="1581" y="66"/>
                </a:cubicBezTo>
                <a:cubicBezTo>
                  <a:pt x="1586" y="63"/>
                  <a:pt x="1581" y="62"/>
                  <a:pt x="1592" y="59"/>
                </a:cubicBezTo>
                <a:cubicBezTo>
                  <a:pt x="1586" y="64"/>
                  <a:pt x="1613" y="62"/>
                  <a:pt x="1624" y="67"/>
                </a:cubicBezTo>
                <a:cubicBezTo>
                  <a:pt x="1624" y="70"/>
                  <a:pt x="1619" y="72"/>
                  <a:pt x="1608" y="74"/>
                </a:cubicBezTo>
                <a:cubicBezTo>
                  <a:pt x="1624" y="63"/>
                  <a:pt x="1570" y="70"/>
                  <a:pt x="1570" y="74"/>
                </a:cubicBezTo>
                <a:cubicBezTo>
                  <a:pt x="1543" y="76"/>
                  <a:pt x="1565" y="69"/>
                  <a:pt x="1554" y="66"/>
                </a:cubicBezTo>
                <a:moveTo>
                  <a:pt x="1457" y="97"/>
                </a:moveTo>
                <a:cubicBezTo>
                  <a:pt x="1462" y="98"/>
                  <a:pt x="1457" y="100"/>
                  <a:pt x="1452" y="100"/>
                </a:cubicBezTo>
                <a:cubicBezTo>
                  <a:pt x="1457" y="101"/>
                  <a:pt x="1468" y="101"/>
                  <a:pt x="1473" y="104"/>
                </a:cubicBezTo>
                <a:cubicBezTo>
                  <a:pt x="1473" y="101"/>
                  <a:pt x="1479" y="100"/>
                  <a:pt x="1489" y="103"/>
                </a:cubicBezTo>
                <a:cubicBezTo>
                  <a:pt x="1462" y="107"/>
                  <a:pt x="1457" y="111"/>
                  <a:pt x="1441" y="115"/>
                </a:cubicBezTo>
                <a:cubicBezTo>
                  <a:pt x="1435" y="108"/>
                  <a:pt x="1441" y="103"/>
                  <a:pt x="1457" y="97"/>
                </a:cubicBezTo>
                <a:moveTo>
                  <a:pt x="1635" y="66"/>
                </a:moveTo>
                <a:cubicBezTo>
                  <a:pt x="1640" y="63"/>
                  <a:pt x="1651" y="63"/>
                  <a:pt x="1662" y="66"/>
                </a:cubicBezTo>
                <a:cubicBezTo>
                  <a:pt x="1657" y="67"/>
                  <a:pt x="1651" y="66"/>
                  <a:pt x="1651" y="64"/>
                </a:cubicBezTo>
                <a:cubicBezTo>
                  <a:pt x="1646" y="67"/>
                  <a:pt x="1678" y="73"/>
                  <a:pt x="1651" y="79"/>
                </a:cubicBezTo>
                <a:cubicBezTo>
                  <a:pt x="1630" y="73"/>
                  <a:pt x="1657" y="70"/>
                  <a:pt x="1635" y="66"/>
                </a:cubicBezTo>
                <a:moveTo>
                  <a:pt x="1775" y="45"/>
                </a:moveTo>
                <a:cubicBezTo>
                  <a:pt x="1786" y="48"/>
                  <a:pt x="1775" y="49"/>
                  <a:pt x="1770" y="50"/>
                </a:cubicBezTo>
                <a:cubicBezTo>
                  <a:pt x="1781" y="56"/>
                  <a:pt x="1792" y="53"/>
                  <a:pt x="1802" y="57"/>
                </a:cubicBezTo>
                <a:cubicBezTo>
                  <a:pt x="1775" y="59"/>
                  <a:pt x="1743" y="50"/>
                  <a:pt x="1775" y="45"/>
                </a:cubicBezTo>
                <a:moveTo>
                  <a:pt x="1759" y="66"/>
                </a:moveTo>
                <a:cubicBezTo>
                  <a:pt x="1705" y="69"/>
                  <a:pt x="1721" y="80"/>
                  <a:pt x="1694" y="87"/>
                </a:cubicBezTo>
                <a:cubicBezTo>
                  <a:pt x="1684" y="87"/>
                  <a:pt x="1684" y="86"/>
                  <a:pt x="1689" y="86"/>
                </a:cubicBezTo>
                <a:cubicBezTo>
                  <a:pt x="1684" y="84"/>
                  <a:pt x="1678" y="86"/>
                  <a:pt x="1673" y="86"/>
                </a:cubicBezTo>
                <a:cubicBezTo>
                  <a:pt x="1662" y="80"/>
                  <a:pt x="1700" y="77"/>
                  <a:pt x="1711" y="76"/>
                </a:cubicBezTo>
                <a:cubicBezTo>
                  <a:pt x="1700" y="74"/>
                  <a:pt x="1694" y="74"/>
                  <a:pt x="1684" y="76"/>
                </a:cubicBezTo>
                <a:cubicBezTo>
                  <a:pt x="1705" y="72"/>
                  <a:pt x="1721" y="55"/>
                  <a:pt x="1759" y="66"/>
                </a:cubicBezTo>
                <a:moveTo>
                  <a:pt x="1597" y="107"/>
                </a:moveTo>
                <a:cubicBezTo>
                  <a:pt x="1592" y="104"/>
                  <a:pt x="1603" y="106"/>
                  <a:pt x="1608" y="104"/>
                </a:cubicBezTo>
                <a:cubicBezTo>
                  <a:pt x="1586" y="103"/>
                  <a:pt x="1586" y="104"/>
                  <a:pt x="1581" y="97"/>
                </a:cubicBezTo>
                <a:cubicBezTo>
                  <a:pt x="1586" y="96"/>
                  <a:pt x="1592" y="98"/>
                  <a:pt x="1597" y="100"/>
                </a:cubicBezTo>
                <a:cubicBezTo>
                  <a:pt x="1603" y="98"/>
                  <a:pt x="1597" y="97"/>
                  <a:pt x="1597" y="97"/>
                </a:cubicBezTo>
                <a:cubicBezTo>
                  <a:pt x="1603" y="96"/>
                  <a:pt x="1613" y="98"/>
                  <a:pt x="1608" y="100"/>
                </a:cubicBezTo>
                <a:cubicBezTo>
                  <a:pt x="1608" y="101"/>
                  <a:pt x="1613" y="103"/>
                  <a:pt x="1619" y="101"/>
                </a:cubicBezTo>
                <a:cubicBezTo>
                  <a:pt x="1630" y="106"/>
                  <a:pt x="1603" y="107"/>
                  <a:pt x="1597" y="107"/>
                </a:cubicBezTo>
                <a:moveTo>
                  <a:pt x="1802" y="93"/>
                </a:moveTo>
                <a:cubicBezTo>
                  <a:pt x="1781" y="96"/>
                  <a:pt x="1765" y="96"/>
                  <a:pt x="1748" y="92"/>
                </a:cubicBezTo>
                <a:cubicBezTo>
                  <a:pt x="1765" y="89"/>
                  <a:pt x="1797" y="92"/>
                  <a:pt x="1781" y="83"/>
                </a:cubicBezTo>
                <a:cubicBezTo>
                  <a:pt x="1792" y="79"/>
                  <a:pt x="1797" y="87"/>
                  <a:pt x="1808" y="89"/>
                </a:cubicBezTo>
                <a:cubicBezTo>
                  <a:pt x="1802" y="90"/>
                  <a:pt x="1797" y="92"/>
                  <a:pt x="1802" y="93"/>
                </a:cubicBezTo>
                <a:moveTo>
                  <a:pt x="1873" y="76"/>
                </a:moveTo>
                <a:cubicBezTo>
                  <a:pt x="1862" y="70"/>
                  <a:pt x="1867" y="66"/>
                  <a:pt x="1862" y="62"/>
                </a:cubicBezTo>
                <a:cubicBezTo>
                  <a:pt x="1894" y="60"/>
                  <a:pt x="1894" y="70"/>
                  <a:pt x="1873" y="76"/>
                </a:cubicBezTo>
                <a:moveTo>
                  <a:pt x="1921" y="48"/>
                </a:moveTo>
                <a:cubicBezTo>
                  <a:pt x="1937" y="53"/>
                  <a:pt x="1916" y="56"/>
                  <a:pt x="1921" y="60"/>
                </a:cubicBezTo>
                <a:cubicBezTo>
                  <a:pt x="1910" y="62"/>
                  <a:pt x="1905" y="59"/>
                  <a:pt x="1900" y="57"/>
                </a:cubicBezTo>
                <a:cubicBezTo>
                  <a:pt x="1927" y="55"/>
                  <a:pt x="1900" y="50"/>
                  <a:pt x="1921" y="48"/>
                </a:cubicBezTo>
                <a:moveTo>
                  <a:pt x="1835" y="69"/>
                </a:moveTo>
                <a:cubicBezTo>
                  <a:pt x="1824" y="73"/>
                  <a:pt x="1808" y="77"/>
                  <a:pt x="1829" y="83"/>
                </a:cubicBezTo>
                <a:cubicBezTo>
                  <a:pt x="1802" y="83"/>
                  <a:pt x="1802" y="72"/>
                  <a:pt x="1802" y="67"/>
                </a:cubicBezTo>
                <a:cubicBezTo>
                  <a:pt x="1781" y="66"/>
                  <a:pt x="1781" y="67"/>
                  <a:pt x="1765" y="72"/>
                </a:cubicBezTo>
                <a:cubicBezTo>
                  <a:pt x="1759" y="69"/>
                  <a:pt x="1786" y="66"/>
                  <a:pt x="1775" y="62"/>
                </a:cubicBezTo>
                <a:cubicBezTo>
                  <a:pt x="1786" y="62"/>
                  <a:pt x="1819" y="70"/>
                  <a:pt x="1813" y="62"/>
                </a:cubicBezTo>
                <a:cubicBezTo>
                  <a:pt x="1829" y="59"/>
                  <a:pt x="1813" y="66"/>
                  <a:pt x="1835" y="69"/>
                </a:cubicBezTo>
                <a:moveTo>
                  <a:pt x="1878" y="40"/>
                </a:moveTo>
                <a:cubicBezTo>
                  <a:pt x="1873" y="48"/>
                  <a:pt x="1851" y="52"/>
                  <a:pt x="1824" y="57"/>
                </a:cubicBezTo>
                <a:cubicBezTo>
                  <a:pt x="1829" y="48"/>
                  <a:pt x="1851" y="42"/>
                  <a:pt x="1878" y="36"/>
                </a:cubicBezTo>
                <a:cubicBezTo>
                  <a:pt x="1883" y="39"/>
                  <a:pt x="1845" y="46"/>
                  <a:pt x="1878" y="40"/>
                </a:cubicBezTo>
                <a:moveTo>
                  <a:pt x="1792" y="52"/>
                </a:moveTo>
                <a:cubicBezTo>
                  <a:pt x="1786" y="42"/>
                  <a:pt x="1797" y="36"/>
                  <a:pt x="1813" y="32"/>
                </a:cubicBezTo>
                <a:cubicBezTo>
                  <a:pt x="1808" y="38"/>
                  <a:pt x="1824" y="43"/>
                  <a:pt x="1792" y="52"/>
                </a:cubicBezTo>
                <a:moveTo>
                  <a:pt x="1792" y="33"/>
                </a:moveTo>
                <a:cubicBezTo>
                  <a:pt x="1781" y="33"/>
                  <a:pt x="1775" y="35"/>
                  <a:pt x="1775" y="36"/>
                </a:cubicBezTo>
                <a:cubicBezTo>
                  <a:pt x="1770" y="38"/>
                  <a:pt x="1765" y="33"/>
                  <a:pt x="1754" y="36"/>
                </a:cubicBezTo>
                <a:cubicBezTo>
                  <a:pt x="1754" y="38"/>
                  <a:pt x="1754" y="39"/>
                  <a:pt x="1743" y="40"/>
                </a:cubicBezTo>
                <a:cubicBezTo>
                  <a:pt x="1732" y="36"/>
                  <a:pt x="1754" y="32"/>
                  <a:pt x="1759" y="28"/>
                </a:cubicBezTo>
                <a:cubicBezTo>
                  <a:pt x="1770" y="32"/>
                  <a:pt x="1781" y="29"/>
                  <a:pt x="1792" y="33"/>
                </a:cubicBezTo>
                <a:moveTo>
                  <a:pt x="1721" y="38"/>
                </a:moveTo>
                <a:cubicBezTo>
                  <a:pt x="1711" y="40"/>
                  <a:pt x="1705" y="39"/>
                  <a:pt x="1711" y="38"/>
                </a:cubicBezTo>
                <a:cubicBezTo>
                  <a:pt x="1711" y="35"/>
                  <a:pt x="1673" y="43"/>
                  <a:pt x="1694" y="40"/>
                </a:cubicBezTo>
                <a:cubicBezTo>
                  <a:pt x="1705" y="45"/>
                  <a:pt x="1673" y="43"/>
                  <a:pt x="1667" y="39"/>
                </a:cubicBezTo>
                <a:cubicBezTo>
                  <a:pt x="1689" y="33"/>
                  <a:pt x="1705" y="32"/>
                  <a:pt x="1721" y="38"/>
                </a:cubicBezTo>
                <a:moveTo>
                  <a:pt x="1640" y="42"/>
                </a:moveTo>
                <a:cubicBezTo>
                  <a:pt x="1630" y="52"/>
                  <a:pt x="1662" y="48"/>
                  <a:pt x="1667" y="56"/>
                </a:cubicBezTo>
                <a:cubicBezTo>
                  <a:pt x="1678" y="46"/>
                  <a:pt x="1705" y="50"/>
                  <a:pt x="1743" y="43"/>
                </a:cubicBezTo>
                <a:cubicBezTo>
                  <a:pt x="1743" y="46"/>
                  <a:pt x="1737" y="49"/>
                  <a:pt x="1743" y="50"/>
                </a:cubicBezTo>
                <a:cubicBezTo>
                  <a:pt x="1727" y="53"/>
                  <a:pt x="1689" y="49"/>
                  <a:pt x="1700" y="57"/>
                </a:cubicBezTo>
                <a:cubicBezTo>
                  <a:pt x="1694" y="59"/>
                  <a:pt x="1662" y="53"/>
                  <a:pt x="1667" y="59"/>
                </a:cubicBezTo>
                <a:cubicBezTo>
                  <a:pt x="1651" y="55"/>
                  <a:pt x="1630" y="59"/>
                  <a:pt x="1613" y="55"/>
                </a:cubicBezTo>
                <a:cubicBezTo>
                  <a:pt x="1640" y="50"/>
                  <a:pt x="1603" y="45"/>
                  <a:pt x="1640" y="42"/>
                </a:cubicBezTo>
                <a:moveTo>
                  <a:pt x="1500" y="70"/>
                </a:moveTo>
                <a:cubicBezTo>
                  <a:pt x="1489" y="70"/>
                  <a:pt x="1484" y="69"/>
                  <a:pt x="1473" y="66"/>
                </a:cubicBezTo>
                <a:cubicBezTo>
                  <a:pt x="1489" y="63"/>
                  <a:pt x="1495" y="64"/>
                  <a:pt x="1495" y="69"/>
                </a:cubicBezTo>
                <a:cubicBezTo>
                  <a:pt x="1495" y="59"/>
                  <a:pt x="1527" y="64"/>
                  <a:pt x="1532" y="62"/>
                </a:cubicBezTo>
                <a:cubicBezTo>
                  <a:pt x="1565" y="66"/>
                  <a:pt x="1522" y="64"/>
                  <a:pt x="1500" y="70"/>
                </a:cubicBezTo>
                <a:moveTo>
                  <a:pt x="1608" y="35"/>
                </a:moveTo>
                <a:cubicBezTo>
                  <a:pt x="1635" y="35"/>
                  <a:pt x="1592" y="45"/>
                  <a:pt x="1592" y="49"/>
                </a:cubicBezTo>
                <a:cubicBezTo>
                  <a:pt x="1575" y="48"/>
                  <a:pt x="1559" y="52"/>
                  <a:pt x="1543" y="46"/>
                </a:cubicBezTo>
                <a:cubicBezTo>
                  <a:pt x="1554" y="45"/>
                  <a:pt x="1559" y="43"/>
                  <a:pt x="1554" y="40"/>
                </a:cubicBezTo>
                <a:cubicBezTo>
                  <a:pt x="1575" y="49"/>
                  <a:pt x="1586" y="36"/>
                  <a:pt x="1608" y="35"/>
                </a:cubicBezTo>
                <a:moveTo>
                  <a:pt x="1468" y="66"/>
                </a:moveTo>
                <a:cubicBezTo>
                  <a:pt x="1452" y="72"/>
                  <a:pt x="1441" y="67"/>
                  <a:pt x="1430" y="70"/>
                </a:cubicBezTo>
                <a:cubicBezTo>
                  <a:pt x="1414" y="63"/>
                  <a:pt x="1457" y="62"/>
                  <a:pt x="1468" y="66"/>
                </a:cubicBezTo>
                <a:moveTo>
                  <a:pt x="1241" y="106"/>
                </a:moveTo>
                <a:cubicBezTo>
                  <a:pt x="1246" y="107"/>
                  <a:pt x="1241" y="107"/>
                  <a:pt x="1241" y="108"/>
                </a:cubicBezTo>
                <a:cubicBezTo>
                  <a:pt x="1235" y="108"/>
                  <a:pt x="1235" y="110"/>
                  <a:pt x="1241" y="111"/>
                </a:cubicBezTo>
                <a:cubicBezTo>
                  <a:pt x="1230" y="111"/>
                  <a:pt x="1209" y="100"/>
                  <a:pt x="1182" y="101"/>
                </a:cubicBezTo>
                <a:cubicBezTo>
                  <a:pt x="1182" y="94"/>
                  <a:pt x="1219" y="84"/>
                  <a:pt x="1241" y="93"/>
                </a:cubicBezTo>
                <a:cubicBezTo>
                  <a:pt x="1235" y="93"/>
                  <a:pt x="1230" y="92"/>
                  <a:pt x="1225" y="90"/>
                </a:cubicBezTo>
                <a:cubicBezTo>
                  <a:pt x="1219" y="92"/>
                  <a:pt x="1230" y="93"/>
                  <a:pt x="1230" y="94"/>
                </a:cubicBezTo>
                <a:cubicBezTo>
                  <a:pt x="1214" y="96"/>
                  <a:pt x="1203" y="94"/>
                  <a:pt x="1182" y="98"/>
                </a:cubicBezTo>
                <a:cubicBezTo>
                  <a:pt x="1192" y="101"/>
                  <a:pt x="1209" y="96"/>
                  <a:pt x="1219" y="97"/>
                </a:cubicBezTo>
                <a:cubicBezTo>
                  <a:pt x="1219" y="101"/>
                  <a:pt x="1214" y="108"/>
                  <a:pt x="1241" y="106"/>
                </a:cubicBezTo>
                <a:moveTo>
                  <a:pt x="1381" y="69"/>
                </a:moveTo>
                <a:cubicBezTo>
                  <a:pt x="1376" y="76"/>
                  <a:pt x="1371" y="66"/>
                  <a:pt x="1360" y="63"/>
                </a:cubicBezTo>
                <a:cubicBezTo>
                  <a:pt x="1376" y="59"/>
                  <a:pt x="1392" y="59"/>
                  <a:pt x="1408" y="63"/>
                </a:cubicBezTo>
                <a:cubicBezTo>
                  <a:pt x="1414" y="67"/>
                  <a:pt x="1397" y="63"/>
                  <a:pt x="1392" y="62"/>
                </a:cubicBezTo>
                <a:cubicBezTo>
                  <a:pt x="1381" y="64"/>
                  <a:pt x="1376" y="66"/>
                  <a:pt x="1381" y="69"/>
                </a:cubicBezTo>
                <a:moveTo>
                  <a:pt x="1511" y="39"/>
                </a:moveTo>
                <a:cubicBezTo>
                  <a:pt x="1538" y="25"/>
                  <a:pt x="1575" y="38"/>
                  <a:pt x="1511" y="39"/>
                </a:cubicBezTo>
                <a:moveTo>
                  <a:pt x="1495" y="31"/>
                </a:moveTo>
                <a:cubicBezTo>
                  <a:pt x="1511" y="29"/>
                  <a:pt x="1500" y="40"/>
                  <a:pt x="1500" y="45"/>
                </a:cubicBezTo>
                <a:cubicBezTo>
                  <a:pt x="1479" y="48"/>
                  <a:pt x="1495" y="39"/>
                  <a:pt x="1489" y="38"/>
                </a:cubicBezTo>
                <a:cubicBezTo>
                  <a:pt x="1468" y="33"/>
                  <a:pt x="1473" y="42"/>
                  <a:pt x="1457" y="43"/>
                </a:cubicBezTo>
                <a:cubicBezTo>
                  <a:pt x="1435" y="33"/>
                  <a:pt x="1495" y="35"/>
                  <a:pt x="1495" y="31"/>
                </a:cubicBezTo>
                <a:moveTo>
                  <a:pt x="1435" y="45"/>
                </a:moveTo>
                <a:cubicBezTo>
                  <a:pt x="1452" y="50"/>
                  <a:pt x="1441" y="56"/>
                  <a:pt x="1462" y="49"/>
                </a:cubicBezTo>
                <a:cubicBezTo>
                  <a:pt x="1479" y="57"/>
                  <a:pt x="1435" y="55"/>
                  <a:pt x="1419" y="56"/>
                </a:cubicBezTo>
                <a:cubicBezTo>
                  <a:pt x="1408" y="50"/>
                  <a:pt x="1403" y="53"/>
                  <a:pt x="1397" y="48"/>
                </a:cubicBezTo>
                <a:cubicBezTo>
                  <a:pt x="1414" y="46"/>
                  <a:pt x="1425" y="46"/>
                  <a:pt x="1435" y="45"/>
                </a:cubicBezTo>
                <a:moveTo>
                  <a:pt x="1333" y="57"/>
                </a:moveTo>
                <a:cubicBezTo>
                  <a:pt x="1344" y="62"/>
                  <a:pt x="1311" y="64"/>
                  <a:pt x="1317" y="69"/>
                </a:cubicBezTo>
                <a:cubicBezTo>
                  <a:pt x="1311" y="70"/>
                  <a:pt x="1306" y="67"/>
                  <a:pt x="1311" y="66"/>
                </a:cubicBezTo>
                <a:cubicBezTo>
                  <a:pt x="1306" y="64"/>
                  <a:pt x="1300" y="64"/>
                  <a:pt x="1300" y="66"/>
                </a:cubicBezTo>
                <a:cubicBezTo>
                  <a:pt x="1295" y="63"/>
                  <a:pt x="1300" y="63"/>
                  <a:pt x="1306" y="64"/>
                </a:cubicBezTo>
                <a:cubicBezTo>
                  <a:pt x="1327" y="62"/>
                  <a:pt x="1317" y="57"/>
                  <a:pt x="1333" y="57"/>
                </a:cubicBezTo>
                <a:moveTo>
                  <a:pt x="1031" y="103"/>
                </a:moveTo>
                <a:cubicBezTo>
                  <a:pt x="1025" y="97"/>
                  <a:pt x="1031" y="100"/>
                  <a:pt x="1014" y="104"/>
                </a:cubicBezTo>
                <a:cubicBezTo>
                  <a:pt x="1009" y="100"/>
                  <a:pt x="1009" y="97"/>
                  <a:pt x="1020" y="94"/>
                </a:cubicBezTo>
                <a:cubicBezTo>
                  <a:pt x="1041" y="94"/>
                  <a:pt x="1052" y="100"/>
                  <a:pt x="1031" y="103"/>
                </a:cubicBezTo>
                <a:moveTo>
                  <a:pt x="1160" y="74"/>
                </a:moveTo>
                <a:cubicBezTo>
                  <a:pt x="1155" y="76"/>
                  <a:pt x="1149" y="74"/>
                  <a:pt x="1149" y="73"/>
                </a:cubicBezTo>
                <a:cubicBezTo>
                  <a:pt x="1144" y="72"/>
                  <a:pt x="1138" y="73"/>
                  <a:pt x="1138" y="73"/>
                </a:cubicBezTo>
                <a:cubicBezTo>
                  <a:pt x="1122" y="72"/>
                  <a:pt x="1176" y="69"/>
                  <a:pt x="1144" y="69"/>
                </a:cubicBezTo>
                <a:cubicBezTo>
                  <a:pt x="1144" y="63"/>
                  <a:pt x="1192" y="67"/>
                  <a:pt x="1198" y="57"/>
                </a:cubicBezTo>
                <a:cubicBezTo>
                  <a:pt x="1209" y="63"/>
                  <a:pt x="1225" y="56"/>
                  <a:pt x="1235" y="63"/>
                </a:cubicBezTo>
                <a:cubicBezTo>
                  <a:pt x="1209" y="64"/>
                  <a:pt x="1160" y="64"/>
                  <a:pt x="1160" y="74"/>
                </a:cubicBezTo>
                <a:moveTo>
                  <a:pt x="1397" y="40"/>
                </a:moveTo>
                <a:cubicBezTo>
                  <a:pt x="1365" y="39"/>
                  <a:pt x="1365" y="52"/>
                  <a:pt x="1333" y="50"/>
                </a:cubicBezTo>
                <a:cubicBezTo>
                  <a:pt x="1327" y="48"/>
                  <a:pt x="1371" y="33"/>
                  <a:pt x="1371" y="40"/>
                </a:cubicBezTo>
                <a:cubicBezTo>
                  <a:pt x="1376" y="38"/>
                  <a:pt x="1387" y="35"/>
                  <a:pt x="1381" y="31"/>
                </a:cubicBezTo>
                <a:cubicBezTo>
                  <a:pt x="1408" y="29"/>
                  <a:pt x="1381" y="38"/>
                  <a:pt x="1397" y="40"/>
                </a:cubicBezTo>
                <a:moveTo>
                  <a:pt x="1273" y="40"/>
                </a:moveTo>
                <a:cubicBezTo>
                  <a:pt x="1290" y="46"/>
                  <a:pt x="1263" y="49"/>
                  <a:pt x="1279" y="55"/>
                </a:cubicBezTo>
                <a:cubicBezTo>
                  <a:pt x="1268" y="56"/>
                  <a:pt x="1268" y="53"/>
                  <a:pt x="1273" y="53"/>
                </a:cubicBezTo>
                <a:cubicBezTo>
                  <a:pt x="1263" y="49"/>
                  <a:pt x="1246" y="60"/>
                  <a:pt x="1241" y="52"/>
                </a:cubicBezTo>
                <a:cubicBezTo>
                  <a:pt x="1241" y="50"/>
                  <a:pt x="1246" y="52"/>
                  <a:pt x="1252" y="52"/>
                </a:cubicBezTo>
                <a:cubicBezTo>
                  <a:pt x="1279" y="49"/>
                  <a:pt x="1241" y="43"/>
                  <a:pt x="1273" y="40"/>
                </a:cubicBezTo>
                <a:moveTo>
                  <a:pt x="1095" y="76"/>
                </a:moveTo>
                <a:cubicBezTo>
                  <a:pt x="1095" y="80"/>
                  <a:pt x="1106" y="83"/>
                  <a:pt x="1106" y="87"/>
                </a:cubicBezTo>
                <a:cubicBezTo>
                  <a:pt x="1095" y="92"/>
                  <a:pt x="1068" y="82"/>
                  <a:pt x="1090" y="90"/>
                </a:cubicBezTo>
                <a:cubicBezTo>
                  <a:pt x="1079" y="92"/>
                  <a:pt x="1057" y="86"/>
                  <a:pt x="1079" y="93"/>
                </a:cubicBezTo>
                <a:cubicBezTo>
                  <a:pt x="1063" y="92"/>
                  <a:pt x="1036" y="93"/>
                  <a:pt x="1036" y="86"/>
                </a:cubicBezTo>
                <a:cubicBezTo>
                  <a:pt x="1074" y="92"/>
                  <a:pt x="1068" y="83"/>
                  <a:pt x="1095" y="76"/>
                </a:cubicBezTo>
                <a:moveTo>
                  <a:pt x="442" y="86"/>
                </a:moveTo>
                <a:cubicBezTo>
                  <a:pt x="410" y="84"/>
                  <a:pt x="442" y="73"/>
                  <a:pt x="404" y="83"/>
                </a:cubicBezTo>
                <a:cubicBezTo>
                  <a:pt x="399" y="77"/>
                  <a:pt x="447" y="72"/>
                  <a:pt x="480" y="66"/>
                </a:cubicBezTo>
                <a:cubicBezTo>
                  <a:pt x="485" y="70"/>
                  <a:pt x="485" y="73"/>
                  <a:pt x="491" y="76"/>
                </a:cubicBezTo>
                <a:cubicBezTo>
                  <a:pt x="458" y="77"/>
                  <a:pt x="447" y="77"/>
                  <a:pt x="442" y="86"/>
                </a:cubicBezTo>
                <a:moveTo>
                  <a:pt x="572" y="53"/>
                </a:moveTo>
                <a:cubicBezTo>
                  <a:pt x="593" y="49"/>
                  <a:pt x="572" y="62"/>
                  <a:pt x="588" y="57"/>
                </a:cubicBezTo>
                <a:cubicBezTo>
                  <a:pt x="593" y="60"/>
                  <a:pt x="577" y="62"/>
                  <a:pt x="572" y="63"/>
                </a:cubicBezTo>
                <a:cubicBezTo>
                  <a:pt x="550" y="60"/>
                  <a:pt x="577" y="57"/>
                  <a:pt x="572" y="53"/>
                </a:cubicBezTo>
                <a:moveTo>
                  <a:pt x="431" y="98"/>
                </a:moveTo>
                <a:cubicBezTo>
                  <a:pt x="404" y="94"/>
                  <a:pt x="464" y="87"/>
                  <a:pt x="475" y="94"/>
                </a:cubicBezTo>
                <a:cubicBezTo>
                  <a:pt x="458" y="98"/>
                  <a:pt x="447" y="92"/>
                  <a:pt x="431" y="98"/>
                </a:cubicBezTo>
                <a:moveTo>
                  <a:pt x="815" y="60"/>
                </a:moveTo>
                <a:cubicBezTo>
                  <a:pt x="842" y="53"/>
                  <a:pt x="815" y="53"/>
                  <a:pt x="858" y="52"/>
                </a:cubicBezTo>
                <a:cubicBezTo>
                  <a:pt x="858" y="53"/>
                  <a:pt x="852" y="53"/>
                  <a:pt x="852" y="53"/>
                </a:cubicBezTo>
                <a:cubicBezTo>
                  <a:pt x="842" y="55"/>
                  <a:pt x="852" y="56"/>
                  <a:pt x="858" y="59"/>
                </a:cubicBezTo>
                <a:cubicBezTo>
                  <a:pt x="842" y="63"/>
                  <a:pt x="831" y="57"/>
                  <a:pt x="815" y="60"/>
                </a:cubicBezTo>
                <a:moveTo>
                  <a:pt x="653" y="96"/>
                </a:moveTo>
                <a:cubicBezTo>
                  <a:pt x="663" y="97"/>
                  <a:pt x="669" y="100"/>
                  <a:pt x="674" y="101"/>
                </a:cubicBezTo>
                <a:cubicBezTo>
                  <a:pt x="653" y="107"/>
                  <a:pt x="626" y="98"/>
                  <a:pt x="653" y="96"/>
                </a:cubicBezTo>
                <a:moveTo>
                  <a:pt x="917" y="56"/>
                </a:moveTo>
                <a:cubicBezTo>
                  <a:pt x="928" y="63"/>
                  <a:pt x="917" y="63"/>
                  <a:pt x="890" y="67"/>
                </a:cubicBezTo>
                <a:cubicBezTo>
                  <a:pt x="869" y="62"/>
                  <a:pt x="912" y="60"/>
                  <a:pt x="917" y="56"/>
                </a:cubicBezTo>
                <a:moveTo>
                  <a:pt x="723" y="108"/>
                </a:moveTo>
                <a:cubicBezTo>
                  <a:pt x="712" y="106"/>
                  <a:pt x="717" y="104"/>
                  <a:pt x="712" y="101"/>
                </a:cubicBezTo>
                <a:cubicBezTo>
                  <a:pt x="723" y="101"/>
                  <a:pt x="728" y="100"/>
                  <a:pt x="739" y="98"/>
                </a:cubicBezTo>
                <a:cubicBezTo>
                  <a:pt x="755" y="101"/>
                  <a:pt x="750" y="103"/>
                  <a:pt x="755" y="106"/>
                </a:cubicBezTo>
                <a:cubicBezTo>
                  <a:pt x="744" y="108"/>
                  <a:pt x="734" y="106"/>
                  <a:pt x="723" y="108"/>
                </a:cubicBezTo>
                <a:moveTo>
                  <a:pt x="766" y="100"/>
                </a:moveTo>
                <a:cubicBezTo>
                  <a:pt x="766" y="92"/>
                  <a:pt x="787" y="100"/>
                  <a:pt x="820" y="94"/>
                </a:cubicBezTo>
                <a:cubicBezTo>
                  <a:pt x="809" y="94"/>
                  <a:pt x="798" y="96"/>
                  <a:pt x="793" y="93"/>
                </a:cubicBezTo>
                <a:cubicBezTo>
                  <a:pt x="804" y="90"/>
                  <a:pt x="815" y="90"/>
                  <a:pt x="825" y="93"/>
                </a:cubicBezTo>
                <a:cubicBezTo>
                  <a:pt x="820" y="101"/>
                  <a:pt x="787" y="96"/>
                  <a:pt x="766" y="100"/>
                </a:cubicBezTo>
                <a:moveTo>
                  <a:pt x="858" y="89"/>
                </a:moveTo>
                <a:cubicBezTo>
                  <a:pt x="852" y="86"/>
                  <a:pt x="874" y="89"/>
                  <a:pt x="869" y="84"/>
                </a:cubicBezTo>
                <a:cubicBezTo>
                  <a:pt x="890" y="90"/>
                  <a:pt x="869" y="97"/>
                  <a:pt x="874" y="104"/>
                </a:cubicBezTo>
                <a:cubicBezTo>
                  <a:pt x="858" y="100"/>
                  <a:pt x="869" y="90"/>
                  <a:pt x="858" y="89"/>
                </a:cubicBezTo>
                <a:moveTo>
                  <a:pt x="1052" y="52"/>
                </a:moveTo>
                <a:cubicBezTo>
                  <a:pt x="1031" y="48"/>
                  <a:pt x="1074" y="42"/>
                  <a:pt x="1084" y="43"/>
                </a:cubicBezTo>
                <a:cubicBezTo>
                  <a:pt x="1095" y="50"/>
                  <a:pt x="1068" y="48"/>
                  <a:pt x="1052" y="52"/>
                </a:cubicBezTo>
                <a:moveTo>
                  <a:pt x="1235" y="40"/>
                </a:moveTo>
                <a:cubicBezTo>
                  <a:pt x="1225" y="43"/>
                  <a:pt x="1214" y="40"/>
                  <a:pt x="1203" y="43"/>
                </a:cubicBezTo>
                <a:cubicBezTo>
                  <a:pt x="1192" y="46"/>
                  <a:pt x="1230" y="39"/>
                  <a:pt x="1209" y="35"/>
                </a:cubicBezTo>
                <a:cubicBezTo>
                  <a:pt x="1219" y="33"/>
                  <a:pt x="1230" y="31"/>
                  <a:pt x="1241" y="29"/>
                </a:cubicBezTo>
                <a:cubicBezTo>
                  <a:pt x="1225" y="29"/>
                  <a:pt x="1225" y="26"/>
                  <a:pt x="1235" y="25"/>
                </a:cubicBezTo>
                <a:cubicBezTo>
                  <a:pt x="1257" y="31"/>
                  <a:pt x="1219" y="35"/>
                  <a:pt x="1235" y="40"/>
                </a:cubicBezTo>
                <a:moveTo>
                  <a:pt x="982" y="72"/>
                </a:moveTo>
                <a:cubicBezTo>
                  <a:pt x="998" y="70"/>
                  <a:pt x="971" y="79"/>
                  <a:pt x="977" y="83"/>
                </a:cubicBezTo>
                <a:cubicBezTo>
                  <a:pt x="960" y="86"/>
                  <a:pt x="944" y="79"/>
                  <a:pt x="966" y="74"/>
                </a:cubicBezTo>
                <a:cubicBezTo>
                  <a:pt x="971" y="83"/>
                  <a:pt x="966" y="74"/>
                  <a:pt x="982" y="72"/>
                </a:cubicBezTo>
                <a:moveTo>
                  <a:pt x="1144" y="33"/>
                </a:moveTo>
                <a:cubicBezTo>
                  <a:pt x="1176" y="35"/>
                  <a:pt x="1127" y="38"/>
                  <a:pt x="1111" y="42"/>
                </a:cubicBezTo>
                <a:cubicBezTo>
                  <a:pt x="1111" y="40"/>
                  <a:pt x="1111" y="39"/>
                  <a:pt x="1106" y="36"/>
                </a:cubicBezTo>
                <a:cubicBezTo>
                  <a:pt x="1117" y="29"/>
                  <a:pt x="1149" y="42"/>
                  <a:pt x="1144" y="33"/>
                </a:cubicBezTo>
                <a:moveTo>
                  <a:pt x="993" y="62"/>
                </a:moveTo>
                <a:cubicBezTo>
                  <a:pt x="982" y="67"/>
                  <a:pt x="950" y="59"/>
                  <a:pt x="955" y="67"/>
                </a:cubicBezTo>
                <a:cubicBezTo>
                  <a:pt x="928" y="69"/>
                  <a:pt x="944" y="62"/>
                  <a:pt x="960" y="60"/>
                </a:cubicBezTo>
                <a:cubicBezTo>
                  <a:pt x="950" y="57"/>
                  <a:pt x="939" y="62"/>
                  <a:pt x="928" y="56"/>
                </a:cubicBezTo>
                <a:cubicBezTo>
                  <a:pt x="939" y="53"/>
                  <a:pt x="950" y="56"/>
                  <a:pt x="939" y="57"/>
                </a:cubicBezTo>
                <a:cubicBezTo>
                  <a:pt x="966" y="60"/>
                  <a:pt x="971" y="52"/>
                  <a:pt x="987" y="53"/>
                </a:cubicBezTo>
                <a:cubicBezTo>
                  <a:pt x="993" y="56"/>
                  <a:pt x="971" y="57"/>
                  <a:pt x="993" y="62"/>
                </a:cubicBezTo>
                <a:moveTo>
                  <a:pt x="1047" y="25"/>
                </a:moveTo>
                <a:cubicBezTo>
                  <a:pt x="1063" y="23"/>
                  <a:pt x="1074" y="23"/>
                  <a:pt x="1084" y="22"/>
                </a:cubicBezTo>
                <a:cubicBezTo>
                  <a:pt x="1106" y="33"/>
                  <a:pt x="1052" y="28"/>
                  <a:pt x="1047" y="40"/>
                </a:cubicBezTo>
                <a:cubicBezTo>
                  <a:pt x="1025" y="40"/>
                  <a:pt x="1025" y="38"/>
                  <a:pt x="1025" y="32"/>
                </a:cubicBezTo>
                <a:cubicBezTo>
                  <a:pt x="1020" y="36"/>
                  <a:pt x="1014" y="36"/>
                  <a:pt x="1009" y="33"/>
                </a:cubicBezTo>
                <a:cubicBezTo>
                  <a:pt x="1025" y="32"/>
                  <a:pt x="1047" y="31"/>
                  <a:pt x="1063" y="29"/>
                </a:cubicBezTo>
                <a:cubicBezTo>
                  <a:pt x="1068" y="26"/>
                  <a:pt x="1057" y="28"/>
                  <a:pt x="1047" y="25"/>
                </a:cubicBezTo>
                <a:moveTo>
                  <a:pt x="998" y="43"/>
                </a:moveTo>
                <a:cubicBezTo>
                  <a:pt x="982" y="45"/>
                  <a:pt x="955" y="43"/>
                  <a:pt x="955" y="39"/>
                </a:cubicBezTo>
                <a:cubicBezTo>
                  <a:pt x="971" y="35"/>
                  <a:pt x="998" y="39"/>
                  <a:pt x="998" y="43"/>
                </a:cubicBezTo>
                <a:moveTo>
                  <a:pt x="912" y="48"/>
                </a:moveTo>
                <a:cubicBezTo>
                  <a:pt x="885" y="42"/>
                  <a:pt x="923" y="39"/>
                  <a:pt x="912" y="35"/>
                </a:cubicBezTo>
                <a:cubicBezTo>
                  <a:pt x="923" y="33"/>
                  <a:pt x="923" y="45"/>
                  <a:pt x="912" y="48"/>
                </a:cubicBezTo>
                <a:moveTo>
                  <a:pt x="647" y="89"/>
                </a:moveTo>
                <a:cubicBezTo>
                  <a:pt x="653" y="93"/>
                  <a:pt x="642" y="90"/>
                  <a:pt x="637" y="89"/>
                </a:cubicBezTo>
                <a:cubicBezTo>
                  <a:pt x="615" y="94"/>
                  <a:pt x="615" y="110"/>
                  <a:pt x="577" y="98"/>
                </a:cubicBezTo>
                <a:cubicBezTo>
                  <a:pt x="610" y="96"/>
                  <a:pt x="604" y="92"/>
                  <a:pt x="615" y="86"/>
                </a:cubicBezTo>
                <a:cubicBezTo>
                  <a:pt x="626" y="83"/>
                  <a:pt x="637" y="90"/>
                  <a:pt x="647" y="89"/>
                </a:cubicBezTo>
                <a:moveTo>
                  <a:pt x="739" y="62"/>
                </a:moveTo>
                <a:cubicBezTo>
                  <a:pt x="734" y="63"/>
                  <a:pt x="739" y="63"/>
                  <a:pt x="739" y="64"/>
                </a:cubicBezTo>
                <a:cubicBezTo>
                  <a:pt x="707" y="63"/>
                  <a:pt x="755" y="60"/>
                  <a:pt x="761" y="56"/>
                </a:cubicBezTo>
                <a:cubicBezTo>
                  <a:pt x="782" y="60"/>
                  <a:pt x="755" y="64"/>
                  <a:pt x="739" y="62"/>
                </a:cubicBezTo>
                <a:moveTo>
                  <a:pt x="863" y="40"/>
                </a:moveTo>
                <a:cubicBezTo>
                  <a:pt x="847" y="42"/>
                  <a:pt x="836" y="45"/>
                  <a:pt x="825" y="48"/>
                </a:cubicBezTo>
                <a:cubicBezTo>
                  <a:pt x="815" y="42"/>
                  <a:pt x="842" y="38"/>
                  <a:pt x="842" y="33"/>
                </a:cubicBezTo>
                <a:cubicBezTo>
                  <a:pt x="863" y="35"/>
                  <a:pt x="847" y="36"/>
                  <a:pt x="863" y="40"/>
                </a:cubicBezTo>
                <a:moveTo>
                  <a:pt x="637" y="76"/>
                </a:moveTo>
                <a:cubicBezTo>
                  <a:pt x="653" y="77"/>
                  <a:pt x="653" y="70"/>
                  <a:pt x="674" y="73"/>
                </a:cubicBezTo>
                <a:cubicBezTo>
                  <a:pt x="680" y="82"/>
                  <a:pt x="642" y="79"/>
                  <a:pt x="626" y="83"/>
                </a:cubicBezTo>
                <a:cubicBezTo>
                  <a:pt x="620" y="80"/>
                  <a:pt x="615" y="79"/>
                  <a:pt x="610" y="76"/>
                </a:cubicBezTo>
                <a:cubicBezTo>
                  <a:pt x="620" y="72"/>
                  <a:pt x="626" y="69"/>
                  <a:pt x="631" y="67"/>
                </a:cubicBezTo>
                <a:cubicBezTo>
                  <a:pt x="653" y="64"/>
                  <a:pt x="626" y="73"/>
                  <a:pt x="637" y="76"/>
                </a:cubicBezTo>
                <a:moveTo>
                  <a:pt x="669" y="50"/>
                </a:moveTo>
                <a:cubicBezTo>
                  <a:pt x="690" y="56"/>
                  <a:pt x="669" y="60"/>
                  <a:pt x="669" y="64"/>
                </a:cubicBezTo>
                <a:cubicBezTo>
                  <a:pt x="663" y="64"/>
                  <a:pt x="663" y="63"/>
                  <a:pt x="663" y="62"/>
                </a:cubicBezTo>
                <a:cubicBezTo>
                  <a:pt x="658" y="62"/>
                  <a:pt x="647" y="62"/>
                  <a:pt x="637" y="63"/>
                </a:cubicBezTo>
                <a:cubicBezTo>
                  <a:pt x="631" y="59"/>
                  <a:pt x="647" y="55"/>
                  <a:pt x="669" y="50"/>
                </a:cubicBezTo>
                <a:moveTo>
                  <a:pt x="583" y="72"/>
                </a:moveTo>
                <a:cubicBezTo>
                  <a:pt x="566" y="77"/>
                  <a:pt x="555" y="86"/>
                  <a:pt x="534" y="87"/>
                </a:cubicBezTo>
                <a:cubicBezTo>
                  <a:pt x="534" y="80"/>
                  <a:pt x="518" y="73"/>
                  <a:pt x="550" y="67"/>
                </a:cubicBezTo>
                <a:cubicBezTo>
                  <a:pt x="572" y="67"/>
                  <a:pt x="561" y="74"/>
                  <a:pt x="583" y="72"/>
                </a:cubicBezTo>
                <a:moveTo>
                  <a:pt x="793" y="21"/>
                </a:moveTo>
                <a:cubicBezTo>
                  <a:pt x="782" y="23"/>
                  <a:pt x="777" y="22"/>
                  <a:pt x="782" y="21"/>
                </a:cubicBezTo>
                <a:cubicBezTo>
                  <a:pt x="771" y="19"/>
                  <a:pt x="750" y="23"/>
                  <a:pt x="739" y="25"/>
                </a:cubicBezTo>
                <a:cubicBezTo>
                  <a:pt x="723" y="19"/>
                  <a:pt x="777" y="12"/>
                  <a:pt x="793" y="21"/>
                </a:cubicBezTo>
                <a:moveTo>
                  <a:pt x="723" y="26"/>
                </a:moveTo>
                <a:cubicBezTo>
                  <a:pt x="723" y="33"/>
                  <a:pt x="701" y="36"/>
                  <a:pt x="707" y="40"/>
                </a:cubicBezTo>
                <a:cubicBezTo>
                  <a:pt x="696" y="43"/>
                  <a:pt x="685" y="46"/>
                  <a:pt x="669" y="48"/>
                </a:cubicBezTo>
                <a:cubicBezTo>
                  <a:pt x="658" y="46"/>
                  <a:pt x="658" y="43"/>
                  <a:pt x="669" y="40"/>
                </a:cubicBezTo>
                <a:cubicBezTo>
                  <a:pt x="674" y="42"/>
                  <a:pt x="669" y="43"/>
                  <a:pt x="669" y="43"/>
                </a:cubicBezTo>
                <a:cubicBezTo>
                  <a:pt x="690" y="45"/>
                  <a:pt x="701" y="25"/>
                  <a:pt x="690" y="29"/>
                </a:cubicBezTo>
                <a:cubicBezTo>
                  <a:pt x="685" y="26"/>
                  <a:pt x="707" y="25"/>
                  <a:pt x="701" y="22"/>
                </a:cubicBezTo>
                <a:cubicBezTo>
                  <a:pt x="712" y="21"/>
                  <a:pt x="707" y="25"/>
                  <a:pt x="723" y="26"/>
                </a:cubicBezTo>
                <a:moveTo>
                  <a:pt x="647" y="33"/>
                </a:moveTo>
                <a:cubicBezTo>
                  <a:pt x="663" y="38"/>
                  <a:pt x="631" y="40"/>
                  <a:pt x="642" y="45"/>
                </a:cubicBezTo>
                <a:cubicBezTo>
                  <a:pt x="626" y="46"/>
                  <a:pt x="620" y="35"/>
                  <a:pt x="647" y="33"/>
                </a:cubicBezTo>
                <a:moveTo>
                  <a:pt x="572" y="48"/>
                </a:moveTo>
                <a:cubicBezTo>
                  <a:pt x="572" y="43"/>
                  <a:pt x="588" y="39"/>
                  <a:pt x="604" y="36"/>
                </a:cubicBezTo>
                <a:cubicBezTo>
                  <a:pt x="631" y="43"/>
                  <a:pt x="593" y="45"/>
                  <a:pt x="572" y="48"/>
                </a:cubicBezTo>
                <a:moveTo>
                  <a:pt x="242" y="77"/>
                </a:moveTo>
                <a:cubicBezTo>
                  <a:pt x="221" y="80"/>
                  <a:pt x="199" y="80"/>
                  <a:pt x="183" y="74"/>
                </a:cubicBezTo>
                <a:cubicBezTo>
                  <a:pt x="178" y="79"/>
                  <a:pt x="167" y="83"/>
                  <a:pt x="183" y="87"/>
                </a:cubicBezTo>
                <a:cubicBezTo>
                  <a:pt x="151" y="92"/>
                  <a:pt x="156" y="93"/>
                  <a:pt x="129" y="93"/>
                </a:cubicBezTo>
                <a:cubicBezTo>
                  <a:pt x="145" y="84"/>
                  <a:pt x="167" y="83"/>
                  <a:pt x="145" y="72"/>
                </a:cubicBezTo>
                <a:cubicBezTo>
                  <a:pt x="194" y="70"/>
                  <a:pt x="172" y="57"/>
                  <a:pt x="189" y="50"/>
                </a:cubicBezTo>
                <a:cubicBezTo>
                  <a:pt x="194" y="56"/>
                  <a:pt x="205" y="63"/>
                  <a:pt x="183" y="69"/>
                </a:cubicBezTo>
                <a:cubicBezTo>
                  <a:pt x="183" y="67"/>
                  <a:pt x="178" y="67"/>
                  <a:pt x="172" y="69"/>
                </a:cubicBezTo>
                <a:cubicBezTo>
                  <a:pt x="178" y="69"/>
                  <a:pt x="183" y="70"/>
                  <a:pt x="183" y="72"/>
                </a:cubicBezTo>
                <a:cubicBezTo>
                  <a:pt x="194" y="74"/>
                  <a:pt x="205" y="69"/>
                  <a:pt x="215" y="70"/>
                </a:cubicBezTo>
                <a:cubicBezTo>
                  <a:pt x="221" y="67"/>
                  <a:pt x="226" y="64"/>
                  <a:pt x="215" y="62"/>
                </a:cubicBezTo>
                <a:cubicBezTo>
                  <a:pt x="232" y="59"/>
                  <a:pt x="248" y="56"/>
                  <a:pt x="264" y="52"/>
                </a:cubicBezTo>
                <a:cubicBezTo>
                  <a:pt x="296" y="62"/>
                  <a:pt x="226" y="66"/>
                  <a:pt x="242" y="77"/>
                </a:cubicBezTo>
                <a:moveTo>
                  <a:pt x="345" y="69"/>
                </a:moveTo>
                <a:cubicBezTo>
                  <a:pt x="340" y="67"/>
                  <a:pt x="334" y="70"/>
                  <a:pt x="329" y="70"/>
                </a:cubicBezTo>
                <a:cubicBezTo>
                  <a:pt x="307" y="57"/>
                  <a:pt x="394" y="69"/>
                  <a:pt x="350" y="76"/>
                </a:cubicBezTo>
                <a:cubicBezTo>
                  <a:pt x="345" y="73"/>
                  <a:pt x="350" y="72"/>
                  <a:pt x="345" y="69"/>
                </a:cubicBezTo>
                <a:moveTo>
                  <a:pt x="523" y="40"/>
                </a:moveTo>
                <a:cubicBezTo>
                  <a:pt x="512" y="31"/>
                  <a:pt x="572" y="38"/>
                  <a:pt x="561" y="28"/>
                </a:cubicBezTo>
                <a:cubicBezTo>
                  <a:pt x="583" y="32"/>
                  <a:pt x="610" y="18"/>
                  <a:pt x="626" y="26"/>
                </a:cubicBezTo>
                <a:cubicBezTo>
                  <a:pt x="604" y="29"/>
                  <a:pt x="610" y="28"/>
                  <a:pt x="599" y="33"/>
                </a:cubicBezTo>
                <a:cubicBezTo>
                  <a:pt x="593" y="25"/>
                  <a:pt x="555" y="38"/>
                  <a:pt x="539" y="45"/>
                </a:cubicBezTo>
                <a:cubicBezTo>
                  <a:pt x="512" y="40"/>
                  <a:pt x="502" y="43"/>
                  <a:pt x="464" y="38"/>
                </a:cubicBezTo>
                <a:cubicBezTo>
                  <a:pt x="485" y="35"/>
                  <a:pt x="502" y="35"/>
                  <a:pt x="523" y="40"/>
                </a:cubicBezTo>
                <a:moveTo>
                  <a:pt x="431" y="62"/>
                </a:moveTo>
                <a:cubicBezTo>
                  <a:pt x="410" y="53"/>
                  <a:pt x="469" y="53"/>
                  <a:pt x="485" y="50"/>
                </a:cubicBezTo>
                <a:cubicBezTo>
                  <a:pt x="496" y="59"/>
                  <a:pt x="447" y="56"/>
                  <a:pt x="431" y="62"/>
                </a:cubicBezTo>
                <a:moveTo>
                  <a:pt x="453" y="45"/>
                </a:moveTo>
                <a:cubicBezTo>
                  <a:pt x="437" y="45"/>
                  <a:pt x="421" y="50"/>
                  <a:pt x="410" y="49"/>
                </a:cubicBezTo>
                <a:cubicBezTo>
                  <a:pt x="394" y="43"/>
                  <a:pt x="431" y="36"/>
                  <a:pt x="442" y="36"/>
                </a:cubicBezTo>
                <a:cubicBezTo>
                  <a:pt x="442" y="39"/>
                  <a:pt x="447" y="42"/>
                  <a:pt x="453" y="45"/>
                </a:cubicBezTo>
                <a:moveTo>
                  <a:pt x="491" y="18"/>
                </a:moveTo>
                <a:cubicBezTo>
                  <a:pt x="502" y="23"/>
                  <a:pt x="491" y="31"/>
                  <a:pt x="469" y="31"/>
                </a:cubicBezTo>
                <a:cubicBezTo>
                  <a:pt x="464" y="26"/>
                  <a:pt x="469" y="22"/>
                  <a:pt x="491" y="18"/>
                </a:cubicBezTo>
                <a:moveTo>
                  <a:pt x="372" y="79"/>
                </a:moveTo>
                <a:cubicBezTo>
                  <a:pt x="383" y="70"/>
                  <a:pt x="372" y="69"/>
                  <a:pt x="367" y="62"/>
                </a:cubicBezTo>
                <a:cubicBezTo>
                  <a:pt x="361" y="56"/>
                  <a:pt x="323" y="62"/>
                  <a:pt x="334" y="56"/>
                </a:cubicBezTo>
                <a:cubicBezTo>
                  <a:pt x="367" y="46"/>
                  <a:pt x="453" y="67"/>
                  <a:pt x="372" y="79"/>
                </a:cubicBezTo>
                <a:moveTo>
                  <a:pt x="388" y="45"/>
                </a:moveTo>
                <a:cubicBezTo>
                  <a:pt x="377" y="48"/>
                  <a:pt x="313" y="52"/>
                  <a:pt x="302" y="57"/>
                </a:cubicBezTo>
                <a:cubicBezTo>
                  <a:pt x="296" y="52"/>
                  <a:pt x="318" y="48"/>
                  <a:pt x="340" y="42"/>
                </a:cubicBezTo>
                <a:cubicBezTo>
                  <a:pt x="356" y="43"/>
                  <a:pt x="372" y="46"/>
                  <a:pt x="388" y="45"/>
                </a:cubicBezTo>
                <a:moveTo>
                  <a:pt x="410" y="35"/>
                </a:moveTo>
                <a:cubicBezTo>
                  <a:pt x="377" y="35"/>
                  <a:pt x="377" y="36"/>
                  <a:pt x="350" y="39"/>
                </a:cubicBezTo>
                <a:cubicBezTo>
                  <a:pt x="340" y="36"/>
                  <a:pt x="356" y="35"/>
                  <a:pt x="350" y="32"/>
                </a:cubicBezTo>
                <a:cubicBezTo>
                  <a:pt x="334" y="31"/>
                  <a:pt x="313" y="46"/>
                  <a:pt x="285" y="38"/>
                </a:cubicBezTo>
                <a:cubicBezTo>
                  <a:pt x="323" y="32"/>
                  <a:pt x="318" y="26"/>
                  <a:pt x="345" y="21"/>
                </a:cubicBezTo>
                <a:cubicBezTo>
                  <a:pt x="356" y="29"/>
                  <a:pt x="372" y="32"/>
                  <a:pt x="410" y="35"/>
                </a:cubicBezTo>
                <a:moveTo>
                  <a:pt x="269" y="35"/>
                </a:moveTo>
                <a:cubicBezTo>
                  <a:pt x="248" y="45"/>
                  <a:pt x="307" y="46"/>
                  <a:pt x="285" y="50"/>
                </a:cubicBezTo>
                <a:cubicBezTo>
                  <a:pt x="275" y="45"/>
                  <a:pt x="259" y="50"/>
                  <a:pt x="253" y="45"/>
                </a:cubicBezTo>
                <a:cubicBezTo>
                  <a:pt x="242" y="49"/>
                  <a:pt x="242" y="53"/>
                  <a:pt x="215" y="56"/>
                </a:cubicBezTo>
                <a:cubicBezTo>
                  <a:pt x="215" y="45"/>
                  <a:pt x="221" y="38"/>
                  <a:pt x="269" y="35"/>
                </a:cubicBezTo>
                <a:moveTo>
                  <a:pt x="334" y="18"/>
                </a:moveTo>
                <a:cubicBezTo>
                  <a:pt x="334" y="23"/>
                  <a:pt x="285" y="21"/>
                  <a:pt x="269" y="31"/>
                </a:cubicBezTo>
                <a:cubicBezTo>
                  <a:pt x="259" y="28"/>
                  <a:pt x="248" y="32"/>
                  <a:pt x="237" y="28"/>
                </a:cubicBezTo>
                <a:cubicBezTo>
                  <a:pt x="253" y="23"/>
                  <a:pt x="285" y="28"/>
                  <a:pt x="264" y="19"/>
                </a:cubicBezTo>
                <a:cubicBezTo>
                  <a:pt x="291" y="14"/>
                  <a:pt x="313" y="19"/>
                  <a:pt x="334" y="18"/>
                </a:cubicBezTo>
              </a:path>
            </a:pathLst>
          </a:custGeom>
          <a:solidFill>
            <a:srgbClr val="5F7797">
              <a:alpha val="100000"/>
            </a:srgbClr>
          </a:solidFill>
          <a:ln w="0" cap="flat">
            <a:noFill/>
            <a:prstDash val="solid"/>
            <a:miter lim="0"/>
          </a:ln>
        </p:spPr>
        <p:txBody>
          <a:bodyPr rtlCol="0"/>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box 146"/>
          <p:cNvSpPr/>
          <p:nvPr/>
        </p:nvSpPr>
        <p:spPr>
          <a:xfrm>
            <a:off x="734939" y="1684115"/>
            <a:ext cx="7214234" cy="2732404"/>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97000"/>
              </a:lnSpc>
            </a:pPr>
            <a:r>
              <a:rPr sz="2000" b="1"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二进制编码：</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用一个二进制串</a:t>
            </a:r>
            <a:r>
              <a:rPr sz="2000" b="1"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表示</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这个十进制</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数值</a:t>
            </a:r>
            <a:r>
              <a:rPr sz="2000" b="1"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a:p>
            <a:pPr marL="474980" algn="l" rtl="0" eaLnBrk="0">
              <a:lnSpc>
                <a:spcPct val="90000"/>
              </a:lnSpc>
              <a:spcBef>
                <a:spcPts val="1285"/>
              </a:spcBef>
            </a:pPr>
            <a:r>
              <a:rPr sz="2000" kern="0" spc="-30" dirty="0">
                <a:solidFill>
                  <a:srgbClr val="5F7797">
                    <a:alpha val="100000"/>
                  </a:srgbClr>
                </a:solidFill>
                <a:latin typeface="Arial" panose="020B0604020202020204"/>
                <a:ea typeface="Arial" panose="020B0604020202020204"/>
                <a:cs typeface="Arial" panose="020B0604020202020204"/>
              </a:rPr>
              <a:t>•</a:t>
            </a:r>
            <a:r>
              <a:rPr sz="2000" kern="0" spc="13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给定数值解的区间范围：</a:t>
            </a:r>
            <a:r>
              <a:rPr sz="2000" kern="0" spc="-34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30" dirty="0">
                <a:solidFill>
                  <a:srgbClr val="5F7797">
                    <a:alpha val="100000"/>
                  </a:srgbClr>
                </a:solidFill>
                <a:latin typeface="Cambria Math" panose="02040503050406030204"/>
                <a:ea typeface="Cambria Math" panose="02040503050406030204"/>
                <a:cs typeface="Cambria Math" panose="02040503050406030204"/>
              </a:rPr>
              <a:t>[1,</a:t>
            </a:r>
            <a:r>
              <a:rPr sz="2000" kern="0" spc="-260" dirty="0">
                <a:solidFill>
                  <a:srgbClr val="5F7797">
                    <a:alpha val="100000"/>
                  </a:srgbClr>
                </a:solidFill>
                <a:latin typeface="Cambria Math" panose="02040503050406030204"/>
                <a:ea typeface="Cambria Math" panose="02040503050406030204"/>
                <a:cs typeface="Cambria Math" panose="02040503050406030204"/>
              </a:rPr>
              <a:t> </a:t>
            </a:r>
            <a:r>
              <a:rPr sz="2000" kern="0" spc="-30" dirty="0">
                <a:solidFill>
                  <a:srgbClr val="5F7797">
                    <a:alpha val="100000"/>
                  </a:srgbClr>
                </a:solidFill>
                <a:latin typeface="Cambria Math" panose="02040503050406030204"/>
                <a:ea typeface="Cambria Math" panose="02040503050406030204"/>
                <a:cs typeface="Cambria Math" panose="02040503050406030204"/>
              </a:rPr>
              <a:t>10]</a:t>
            </a: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a:p>
            <a:pPr marL="474980" algn="l" rtl="0" eaLnBrk="0">
              <a:lnSpc>
                <a:spcPct val="97000"/>
              </a:lnSpc>
              <a:spcBef>
                <a:spcPts val="1430"/>
              </a:spcBef>
            </a:pPr>
            <a:r>
              <a:rPr sz="2000" kern="0" spc="-60" dirty="0">
                <a:solidFill>
                  <a:srgbClr val="5F7797">
                    <a:alpha val="100000"/>
                  </a:srgbClr>
                </a:solidFill>
                <a:latin typeface="Arial" panose="020B0604020202020204"/>
                <a:ea typeface="Arial" panose="020B0604020202020204"/>
                <a:cs typeface="Arial" panose="020B0604020202020204"/>
              </a:rPr>
              <a:t>•</a:t>
            </a:r>
            <a:r>
              <a:rPr sz="2000" kern="0" spc="120" dirty="0">
                <a:solidFill>
                  <a:srgbClr val="5F7797">
                    <a:alpha val="100000"/>
                  </a:srgbClr>
                </a:solidFill>
                <a:latin typeface="Arial" panose="020B0604020202020204"/>
                <a:ea typeface="Arial" panose="020B0604020202020204"/>
                <a:cs typeface="Arial" panose="020B0604020202020204"/>
              </a:rPr>
              <a:t>   </a:t>
            </a:r>
            <a:r>
              <a:rPr sz="2000" kern="0" spc="-60" dirty="0">
                <a:solidFill>
                  <a:srgbClr val="5F7797">
                    <a:alpha val="100000"/>
                  </a:srgbClr>
                </a:solidFill>
                <a:latin typeface="微软雅黑" panose="020B0503020204020204" charset="-122"/>
                <a:ea typeface="微软雅黑" panose="020B0503020204020204" charset="-122"/>
                <a:cs typeface="微软雅黑" panose="020B0503020204020204" charset="-122"/>
              </a:rPr>
              <a:t>给定精度：</a:t>
            </a:r>
            <a:r>
              <a:rPr sz="2000" kern="0" spc="-37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60" dirty="0">
                <a:solidFill>
                  <a:srgbClr val="5F7797">
                    <a:alpha val="100000"/>
                  </a:srgbClr>
                </a:solidFill>
                <a:latin typeface="Arial" panose="020B0604020202020204"/>
                <a:ea typeface="Arial" panose="020B0604020202020204"/>
                <a:cs typeface="Arial" panose="020B0604020202020204"/>
              </a:rPr>
              <a:t>1e-5</a:t>
            </a:r>
            <a:r>
              <a:rPr sz="2000" kern="0" spc="-60" dirty="0">
                <a:solidFill>
                  <a:srgbClr val="5F7797">
                    <a:alpha val="100000"/>
                  </a:srgbClr>
                </a:solidFill>
                <a:latin typeface="微软雅黑" panose="020B0503020204020204" charset="-122"/>
                <a:ea typeface="微软雅黑" panose="020B0503020204020204" charset="-122"/>
                <a:cs typeface="微软雅黑" panose="020B0503020204020204" charset="-122"/>
              </a:rPr>
              <a:t>，两个数值</a:t>
            </a:r>
            <a:r>
              <a:rPr sz="2000" kern="0" spc="-70" dirty="0">
                <a:solidFill>
                  <a:srgbClr val="5F7797">
                    <a:alpha val="100000"/>
                  </a:srgbClr>
                </a:solidFill>
                <a:latin typeface="微软雅黑" panose="020B0503020204020204" charset="-122"/>
                <a:ea typeface="微软雅黑" panose="020B0503020204020204" charset="-122"/>
                <a:cs typeface="微软雅黑" panose="020B0503020204020204" charset="-122"/>
              </a:rPr>
              <a:t>解的间隔。</a:t>
            </a:r>
            <a:endParaRPr sz="2000" dirty="0">
              <a:latin typeface="微软雅黑" panose="020B0503020204020204" charset="-122"/>
              <a:ea typeface="微软雅黑" panose="020B0503020204020204" charset="-122"/>
              <a:cs typeface="微软雅黑" panose="020B0503020204020204" charset="-122"/>
            </a:endParaRPr>
          </a:p>
          <a:p>
            <a:pPr marL="474980" algn="l" rtl="0" eaLnBrk="0">
              <a:lnSpc>
                <a:spcPct val="97000"/>
              </a:lnSpc>
              <a:spcBef>
                <a:spcPts val="1270"/>
              </a:spcBef>
            </a:pPr>
            <a:r>
              <a:rPr sz="2000" kern="0" spc="-1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进行编码：为每个数值解</a:t>
            </a:r>
            <a:r>
              <a:rPr sz="2000" b="1" kern="0" spc="-20" dirty="0">
                <a:solidFill>
                  <a:srgbClr val="FF0000">
                    <a:alpha val="100000"/>
                  </a:srgbClr>
                </a:solidFill>
                <a:latin typeface="微软雅黑" panose="020B0503020204020204" charset="-122"/>
                <a:ea typeface="微软雅黑" panose="020B0503020204020204" charset="-122"/>
                <a:cs typeface="微软雅黑" panose="020B0503020204020204" charset="-122"/>
              </a:rPr>
              <a:t>分配</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一个独一无二的二进制串。</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r" rtl="0" eaLnBrk="0">
              <a:lnSpc>
                <a:spcPts val="2325"/>
              </a:lnSpc>
              <a:spcBef>
                <a:spcPts val="5"/>
              </a:spcBef>
            </a:pPr>
            <a:r>
              <a:rPr sz="1800" kern="0" spc="-20" dirty="0">
                <a:solidFill>
                  <a:srgbClr val="000000">
                    <a:alpha val="100000"/>
                  </a:srgbClr>
                </a:solidFill>
                <a:latin typeface="Arial" panose="020B0604020202020204"/>
                <a:ea typeface="Arial" panose="020B0604020202020204"/>
                <a:cs typeface="Arial" panose="020B0604020202020204"/>
              </a:rPr>
              <a:t>1.56792</a:t>
            </a:r>
            <a:r>
              <a:rPr sz="1800" kern="0" spc="340" dirty="0">
                <a:solidFill>
                  <a:srgbClr val="000000">
                    <a:alpha val="100000"/>
                  </a:srgbClr>
                </a:solidFill>
                <a:latin typeface="Arial" panose="020B0604020202020204"/>
                <a:ea typeface="Arial" panose="020B0604020202020204"/>
                <a:cs typeface="Arial" panose="020B0604020202020204"/>
              </a:rPr>
              <a:t> </a:t>
            </a:r>
            <a:r>
              <a:rPr sz="1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kern="0" spc="-20" dirty="0">
                <a:solidFill>
                  <a:srgbClr val="000000">
                    <a:alpha val="100000"/>
                  </a:srgbClr>
                </a:solidFill>
                <a:latin typeface="Arial" panose="020B0604020202020204"/>
                <a:ea typeface="Arial" panose="020B0604020202020204"/>
                <a:cs typeface="Arial" panose="020B0604020202020204"/>
              </a:rPr>
              <a:t>0101011</a:t>
            </a:r>
            <a:r>
              <a:rPr sz="1800" kern="0" spc="-30" dirty="0">
                <a:solidFill>
                  <a:srgbClr val="000000">
                    <a:alpha val="100000"/>
                  </a:srgbClr>
                </a:solidFill>
                <a:latin typeface="Arial" panose="020B0604020202020204"/>
                <a:ea typeface="Arial" panose="020B0604020202020204"/>
                <a:cs typeface="Arial" panose="020B0604020202020204"/>
              </a:rPr>
              <a:t>01101   5.48936</a:t>
            </a:r>
            <a:r>
              <a:rPr sz="1800" kern="0" spc="1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kern="0" spc="-3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800" kern="0" spc="-30" dirty="0">
                <a:solidFill>
                  <a:srgbClr val="000000">
                    <a:alpha val="100000"/>
                  </a:srgbClr>
                </a:solidFill>
                <a:latin typeface="Arial" panose="020B0604020202020204"/>
                <a:ea typeface="Arial" panose="020B0604020202020204"/>
                <a:cs typeface="Arial" panose="020B0604020202020204"/>
              </a:rPr>
              <a:t>110010101011</a:t>
            </a:r>
            <a:endParaRPr sz="1800" dirty="0">
              <a:latin typeface="Arial" panose="020B0604020202020204"/>
              <a:ea typeface="Arial" panose="020B0604020202020204"/>
              <a:cs typeface="Arial" panose="020B0604020202020204"/>
            </a:endParaRPr>
          </a:p>
        </p:txBody>
      </p:sp>
      <p:pic>
        <p:nvPicPr>
          <p:cNvPr id="148" name="picture 148"/>
          <p:cNvPicPr>
            <a:picLocks noChangeAspect="1"/>
          </p:cNvPicPr>
          <p:nvPr/>
        </p:nvPicPr>
        <p:blipFill>
          <a:blip r:embed="rId3"/>
          <a:stretch>
            <a:fillRect/>
          </a:stretch>
        </p:blipFill>
        <p:spPr>
          <a:xfrm rot="21600000">
            <a:off x="923543" y="4347464"/>
            <a:ext cx="10351262" cy="1085342"/>
          </a:xfrm>
          <a:prstGeom prst="rect">
            <a:avLst/>
          </a:prstGeom>
        </p:spPr>
      </p:pic>
      <p:sp>
        <p:nvSpPr>
          <p:cNvPr id="150" name="textbox 150"/>
          <p:cNvSpPr/>
          <p:nvPr/>
        </p:nvSpPr>
        <p:spPr>
          <a:xfrm>
            <a:off x="276402" y="178383"/>
            <a:ext cx="7357744" cy="9182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6000"/>
              </a:lnSpc>
            </a:pPr>
            <a:endParaRPr sz="1600" dirty="0">
              <a:latin typeface="Arial" panose="020B0604020202020204"/>
              <a:ea typeface="Arial" panose="020B0604020202020204"/>
              <a:cs typeface="Arial" panose="020B0604020202020204"/>
            </a:endParaRPr>
          </a:p>
          <a:p>
            <a:pPr algn="r" rtl="0" eaLnBrk="0">
              <a:lnSpc>
                <a:spcPct val="97000"/>
              </a:lnSpc>
              <a:spcBef>
                <a:spcPts val="0"/>
              </a:spcBef>
            </a:pPr>
            <a:r>
              <a:rPr sz="3000" b="1" kern="0" spc="-10" dirty="0">
                <a:solidFill>
                  <a:srgbClr val="5F7797">
                    <a:alpha val="100000"/>
                  </a:srgbClr>
                </a:solidFill>
                <a:latin typeface="Arial" panose="020B0604020202020204"/>
                <a:ea typeface="Arial" panose="020B0604020202020204"/>
                <a:cs typeface="Arial" panose="020B0604020202020204"/>
              </a:rPr>
              <a:t>2.1 </a:t>
            </a:r>
            <a:r>
              <a:rPr sz="3000" b="1"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基本原理</a:t>
            </a:r>
            <a:r>
              <a:rPr sz="3000" b="1" kern="0" spc="-10" dirty="0">
                <a:solidFill>
                  <a:srgbClr val="5F7797">
                    <a:alpha val="100000"/>
                  </a:srgbClr>
                </a:solidFill>
                <a:latin typeface="Arial" panose="020B0604020202020204"/>
                <a:ea typeface="Arial" panose="020B0604020202020204"/>
                <a:cs typeface="Arial" panose="020B0604020202020204"/>
              </a:rPr>
              <a:t>-</a:t>
            </a:r>
            <a:r>
              <a:rPr sz="3000" b="1"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编码</a:t>
            </a:r>
            <a:endParaRPr sz="3000" dirty="0">
              <a:latin typeface="微软雅黑" panose="020B0503020204020204" charset="-122"/>
              <a:ea typeface="微软雅黑" panose="020B0503020204020204" charset="-122"/>
              <a:cs typeface="微软雅黑" panose="020B0503020204020204" charset="-122"/>
            </a:endParaRPr>
          </a:p>
        </p:txBody>
      </p:sp>
      <p:sp>
        <p:nvSpPr>
          <p:cNvPr id="152" name="textbox 152"/>
          <p:cNvSpPr/>
          <p:nvPr/>
        </p:nvSpPr>
        <p:spPr>
          <a:xfrm>
            <a:off x="2483891" y="5523915"/>
            <a:ext cx="7749540" cy="24193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algn="r" rtl="0" eaLnBrk="0">
              <a:lnSpc>
                <a:spcPct val="83000"/>
              </a:lnSpc>
            </a:pPr>
            <a:r>
              <a:rPr sz="1700" kern="0" spc="-20" dirty="0">
                <a:solidFill>
                  <a:srgbClr val="000000">
                    <a:alpha val="100000"/>
                  </a:srgbClr>
                </a:solidFill>
                <a:latin typeface="Arial" panose="020B0604020202020204"/>
                <a:ea typeface="Arial" panose="020B0604020202020204"/>
                <a:cs typeface="Arial" panose="020B0604020202020204"/>
              </a:rPr>
              <a:t>1          2          3          4</a:t>
            </a:r>
            <a:r>
              <a:rPr sz="1700" kern="0" spc="60" dirty="0">
                <a:solidFill>
                  <a:srgbClr val="000000">
                    <a:alpha val="100000"/>
                  </a:srgbClr>
                </a:solidFill>
                <a:latin typeface="Arial" panose="020B0604020202020204"/>
                <a:ea typeface="Arial" panose="020B0604020202020204"/>
                <a:cs typeface="Arial" panose="020B0604020202020204"/>
              </a:rPr>
              <a:t>       </a:t>
            </a:r>
            <a:r>
              <a:rPr sz="1700" kern="0" spc="-20" dirty="0">
                <a:solidFill>
                  <a:srgbClr val="000000">
                    <a:alpha val="100000"/>
                  </a:srgbClr>
                </a:solidFill>
                <a:latin typeface="Arial" panose="020B0604020202020204"/>
                <a:ea typeface="Arial" panose="020B0604020202020204"/>
                <a:cs typeface="Arial" panose="020B0604020202020204"/>
              </a:rPr>
              <a:t>5          6    </a:t>
            </a:r>
            <a:r>
              <a:rPr sz="1700" kern="0" spc="-30" dirty="0">
                <a:solidFill>
                  <a:srgbClr val="000000">
                    <a:alpha val="100000"/>
                  </a:srgbClr>
                </a:solidFill>
                <a:latin typeface="Arial" panose="020B0604020202020204"/>
                <a:ea typeface="Arial" panose="020B0604020202020204"/>
                <a:cs typeface="Arial" panose="020B0604020202020204"/>
              </a:rPr>
              <a:t>      7          8           9        10        11         12</a:t>
            </a:r>
            <a:endParaRPr sz="1700" dirty="0">
              <a:latin typeface="Arial" panose="020B0604020202020204"/>
              <a:ea typeface="Arial" panose="020B0604020202020204"/>
              <a:cs typeface="Arial" panose="020B0604020202020204"/>
            </a:endParaRPr>
          </a:p>
        </p:txBody>
      </p:sp>
      <p:grpSp>
        <p:nvGrpSpPr>
          <p:cNvPr id="8" name="group 8"/>
          <p:cNvGrpSpPr/>
          <p:nvPr/>
        </p:nvGrpSpPr>
        <p:grpSpPr>
          <a:xfrm rot="21600000">
            <a:off x="11045006" y="6024838"/>
            <a:ext cx="921774" cy="822622"/>
            <a:chOff x="0" y="0"/>
            <a:chExt cx="921774" cy="822622"/>
          </a:xfrm>
        </p:grpSpPr>
        <p:pic>
          <p:nvPicPr>
            <p:cNvPr id="154" name="picture 154"/>
            <p:cNvPicPr>
              <a:picLocks noChangeAspect="1"/>
            </p:cNvPicPr>
            <p:nvPr/>
          </p:nvPicPr>
          <p:blipFill>
            <a:blip r:embed="rId4"/>
            <a:stretch>
              <a:fillRect/>
            </a:stretch>
          </p:blipFill>
          <p:spPr>
            <a:xfrm rot="21600000">
              <a:off x="0" y="0"/>
              <a:ext cx="921774" cy="822622"/>
            </a:xfrm>
            <a:prstGeom prst="rect">
              <a:avLst/>
            </a:prstGeom>
          </p:spPr>
        </p:pic>
        <p:sp>
          <p:nvSpPr>
            <p:cNvPr id="156" name="textbox 156"/>
            <p:cNvSpPr/>
            <p:nvPr/>
          </p:nvSpPr>
          <p:spPr>
            <a:xfrm>
              <a:off x="-12700" y="-12700"/>
              <a:ext cx="947419" cy="906144"/>
            </a:xfrm>
            <a:prstGeom prst="rect">
              <a:avLst/>
            </a:prstGeom>
            <a:noFill/>
            <a:ln w="0" cap="flat">
              <a:no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367665" algn="l" rtl="0" eaLnBrk="0">
                <a:lnSpc>
                  <a:spcPct val="80000"/>
                </a:lnSpc>
                <a:spcBef>
                  <a:spcPts val="5"/>
                </a:spcBef>
              </a:pPr>
              <a:r>
                <a:rPr sz="2000" b="1" kern="0" spc="-30" dirty="0">
                  <a:solidFill>
                    <a:srgbClr val="5F7797">
                      <a:alpha val="100000"/>
                    </a:srgbClr>
                  </a:solidFill>
                  <a:latin typeface="Arial" panose="020B0604020202020204"/>
                  <a:ea typeface="Arial" panose="020B0604020202020204"/>
                  <a:cs typeface="Arial" panose="020B0604020202020204"/>
                </a:rPr>
                <a:t>08</a:t>
              </a:r>
              <a:endParaRPr sz="2000" dirty="0">
                <a:latin typeface="Arial" panose="020B0604020202020204"/>
                <a:ea typeface="Arial" panose="020B0604020202020204"/>
                <a:cs typeface="Arial" panose="020B0604020202020204"/>
              </a:endParaRPr>
            </a:p>
          </p:txBody>
        </p:sp>
      </p:grpSp>
      <p:sp>
        <p:nvSpPr>
          <p:cNvPr id="158" name="path 158"/>
          <p:cNvSpPr/>
          <p:nvPr/>
        </p:nvSpPr>
        <p:spPr>
          <a:xfrm>
            <a:off x="4870703" y="1118616"/>
            <a:ext cx="2450592" cy="85343"/>
          </a:xfrm>
          <a:custGeom>
            <a:avLst/>
            <a:gdLst/>
            <a:ahLst/>
            <a:cxnLst/>
            <a:rect l="0" t="0" r="0" b="0"/>
            <a:pathLst>
              <a:path w="3859" h="134">
                <a:moveTo>
                  <a:pt x="102" y="23"/>
                </a:moveTo>
                <a:cubicBezTo>
                  <a:pt x="113" y="26"/>
                  <a:pt x="124" y="19"/>
                  <a:pt x="135" y="22"/>
                </a:cubicBezTo>
                <a:cubicBezTo>
                  <a:pt x="129" y="23"/>
                  <a:pt x="135" y="25"/>
                  <a:pt x="129" y="26"/>
                </a:cubicBezTo>
                <a:cubicBezTo>
                  <a:pt x="102" y="23"/>
                  <a:pt x="102" y="31"/>
                  <a:pt x="75" y="32"/>
                </a:cubicBezTo>
                <a:cubicBezTo>
                  <a:pt x="86" y="36"/>
                  <a:pt x="107" y="31"/>
                  <a:pt x="107" y="39"/>
                </a:cubicBezTo>
                <a:cubicBezTo>
                  <a:pt x="145" y="35"/>
                  <a:pt x="156" y="18"/>
                  <a:pt x="183" y="22"/>
                </a:cubicBezTo>
                <a:cubicBezTo>
                  <a:pt x="178" y="23"/>
                  <a:pt x="189" y="26"/>
                  <a:pt x="183" y="28"/>
                </a:cubicBezTo>
                <a:cubicBezTo>
                  <a:pt x="167" y="32"/>
                  <a:pt x="151" y="36"/>
                  <a:pt x="172" y="40"/>
                </a:cubicBezTo>
                <a:cubicBezTo>
                  <a:pt x="183" y="39"/>
                  <a:pt x="189" y="36"/>
                  <a:pt x="199" y="35"/>
                </a:cubicBezTo>
                <a:cubicBezTo>
                  <a:pt x="194" y="28"/>
                  <a:pt x="189" y="22"/>
                  <a:pt x="205" y="16"/>
                </a:cubicBezTo>
                <a:cubicBezTo>
                  <a:pt x="210" y="23"/>
                  <a:pt x="215" y="23"/>
                  <a:pt x="237" y="31"/>
                </a:cubicBezTo>
                <a:cubicBezTo>
                  <a:pt x="215" y="36"/>
                  <a:pt x="205" y="36"/>
                  <a:pt x="199" y="45"/>
                </a:cubicBezTo>
                <a:cubicBezTo>
                  <a:pt x="183" y="38"/>
                  <a:pt x="183" y="46"/>
                  <a:pt x="183" y="49"/>
                </a:cubicBezTo>
                <a:cubicBezTo>
                  <a:pt x="178" y="46"/>
                  <a:pt x="172" y="45"/>
                  <a:pt x="167" y="43"/>
                </a:cubicBezTo>
                <a:cubicBezTo>
                  <a:pt x="135" y="52"/>
                  <a:pt x="162" y="59"/>
                  <a:pt x="135" y="64"/>
                </a:cubicBezTo>
                <a:cubicBezTo>
                  <a:pt x="140" y="63"/>
                  <a:pt x="151" y="63"/>
                  <a:pt x="162" y="63"/>
                </a:cubicBezTo>
                <a:cubicBezTo>
                  <a:pt x="145" y="66"/>
                  <a:pt x="151" y="67"/>
                  <a:pt x="140" y="70"/>
                </a:cubicBezTo>
                <a:cubicBezTo>
                  <a:pt x="129" y="60"/>
                  <a:pt x="107" y="72"/>
                  <a:pt x="91" y="67"/>
                </a:cubicBezTo>
                <a:cubicBezTo>
                  <a:pt x="107" y="57"/>
                  <a:pt x="113" y="48"/>
                  <a:pt x="135" y="40"/>
                </a:cubicBezTo>
                <a:cubicBezTo>
                  <a:pt x="118" y="39"/>
                  <a:pt x="97" y="42"/>
                  <a:pt x="86" y="38"/>
                </a:cubicBezTo>
                <a:cubicBezTo>
                  <a:pt x="64" y="42"/>
                  <a:pt x="54" y="46"/>
                  <a:pt x="54" y="50"/>
                </a:cubicBezTo>
                <a:cubicBezTo>
                  <a:pt x="70" y="52"/>
                  <a:pt x="64" y="42"/>
                  <a:pt x="86" y="45"/>
                </a:cubicBezTo>
                <a:cubicBezTo>
                  <a:pt x="97" y="49"/>
                  <a:pt x="75" y="50"/>
                  <a:pt x="81" y="53"/>
                </a:cubicBezTo>
                <a:cubicBezTo>
                  <a:pt x="86" y="53"/>
                  <a:pt x="97" y="52"/>
                  <a:pt x="97" y="53"/>
                </a:cubicBezTo>
                <a:cubicBezTo>
                  <a:pt x="37" y="62"/>
                  <a:pt x="37" y="74"/>
                  <a:pt x="0" y="84"/>
                </a:cubicBezTo>
                <a:cubicBezTo>
                  <a:pt x="32" y="80"/>
                  <a:pt x="64" y="74"/>
                  <a:pt x="91" y="80"/>
                </a:cubicBezTo>
                <a:cubicBezTo>
                  <a:pt x="102" y="74"/>
                  <a:pt x="43" y="73"/>
                  <a:pt x="70" y="66"/>
                </a:cubicBezTo>
                <a:cubicBezTo>
                  <a:pt x="75" y="73"/>
                  <a:pt x="118" y="70"/>
                  <a:pt x="135" y="79"/>
                </a:cubicBezTo>
                <a:cubicBezTo>
                  <a:pt x="118" y="82"/>
                  <a:pt x="102" y="86"/>
                  <a:pt x="86" y="89"/>
                </a:cubicBezTo>
                <a:cubicBezTo>
                  <a:pt x="64" y="83"/>
                  <a:pt x="37" y="90"/>
                  <a:pt x="16" y="90"/>
                </a:cubicBezTo>
                <a:cubicBezTo>
                  <a:pt x="32" y="94"/>
                  <a:pt x="10" y="101"/>
                  <a:pt x="37" y="98"/>
                </a:cubicBezTo>
                <a:cubicBezTo>
                  <a:pt x="37" y="90"/>
                  <a:pt x="129" y="90"/>
                  <a:pt x="140" y="98"/>
                </a:cubicBezTo>
                <a:cubicBezTo>
                  <a:pt x="151" y="96"/>
                  <a:pt x="167" y="93"/>
                  <a:pt x="183" y="90"/>
                </a:cubicBezTo>
                <a:cubicBezTo>
                  <a:pt x="194" y="98"/>
                  <a:pt x="215" y="90"/>
                  <a:pt x="232" y="94"/>
                </a:cubicBezTo>
                <a:cubicBezTo>
                  <a:pt x="232" y="104"/>
                  <a:pt x="215" y="97"/>
                  <a:pt x="194" y="100"/>
                </a:cubicBezTo>
                <a:cubicBezTo>
                  <a:pt x="189" y="103"/>
                  <a:pt x="189" y="106"/>
                  <a:pt x="199" y="110"/>
                </a:cubicBezTo>
                <a:cubicBezTo>
                  <a:pt x="221" y="103"/>
                  <a:pt x="237" y="106"/>
                  <a:pt x="259" y="100"/>
                </a:cubicBezTo>
                <a:cubicBezTo>
                  <a:pt x="248" y="96"/>
                  <a:pt x="226" y="84"/>
                  <a:pt x="269" y="84"/>
                </a:cubicBezTo>
                <a:cubicBezTo>
                  <a:pt x="259" y="80"/>
                  <a:pt x="237" y="76"/>
                  <a:pt x="253" y="72"/>
                </a:cubicBezTo>
                <a:cubicBezTo>
                  <a:pt x="280" y="74"/>
                  <a:pt x="280" y="62"/>
                  <a:pt x="302" y="64"/>
                </a:cubicBezTo>
                <a:cubicBezTo>
                  <a:pt x="291" y="67"/>
                  <a:pt x="302" y="69"/>
                  <a:pt x="296" y="70"/>
                </a:cubicBezTo>
                <a:cubicBezTo>
                  <a:pt x="291" y="72"/>
                  <a:pt x="275" y="70"/>
                  <a:pt x="280" y="74"/>
                </a:cubicBezTo>
                <a:cubicBezTo>
                  <a:pt x="302" y="74"/>
                  <a:pt x="269" y="97"/>
                  <a:pt x="264" y="106"/>
                </a:cubicBezTo>
                <a:cubicBezTo>
                  <a:pt x="296" y="106"/>
                  <a:pt x="307" y="96"/>
                  <a:pt x="318" y="107"/>
                </a:cubicBezTo>
                <a:cubicBezTo>
                  <a:pt x="334" y="98"/>
                  <a:pt x="367" y="100"/>
                  <a:pt x="350" y="92"/>
                </a:cubicBezTo>
                <a:cubicBezTo>
                  <a:pt x="334" y="92"/>
                  <a:pt x="329" y="93"/>
                  <a:pt x="323" y="96"/>
                </a:cubicBezTo>
                <a:cubicBezTo>
                  <a:pt x="323" y="93"/>
                  <a:pt x="285" y="93"/>
                  <a:pt x="302" y="89"/>
                </a:cubicBezTo>
                <a:cubicBezTo>
                  <a:pt x="334" y="87"/>
                  <a:pt x="329" y="86"/>
                  <a:pt x="334" y="79"/>
                </a:cubicBezTo>
                <a:cubicBezTo>
                  <a:pt x="345" y="82"/>
                  <a:pt x="361" y="76"/>
                  <a:pt x="372" y="82"/>
                </a:cubicBezTo>
                <a:cubicBezTo>
                  <a:pt x="334" y="87"/>
                  <a:pt x="361" y="90"/>
                  <a:pt x="383" y="89"/>
                </a:cubicBezTo>
                <a:cubicBezTo>
                  <a:pt x="361" y="94"/>
                  <a:pt x="356" y="101"/>
                  <a:pt x="350" y="107"/>
                </a:cubicBezTo>
                <a:cubicBezTo>
                  <a:pt x="388" y="110"/>
                  <a:pt x="404" y="90"/>
                  <a:pt x="442" y="103"/>
                </a:cubicBezTo>
                <a:cubicBezTo>
                  <a:pt x="437" y="106"/>
                  <a:pt x="421" y="104"/>
                  <a:pt x="426" y="107"/>
                </a:cubicBezTo>
                <a:cubicBezTo>
                  <a:pt x="437" y="106"/>
                  <a:pt x="431" y="108"/>
                  <a:pt x="437" y="111"/>
                </a:cubicBezTo>
                <a:cubicBezTo>
                  <a:pt x="458" y="103"/>
                  <a:pt x="480" y="101"/>
                  <a:pt x="496" y="92"/>
                </a:cubicBezTo>
                <a:cubicBezTo>
                  <a:pt x="512" y="93"/>
                  <a:pt x="529" y="89"/>
                  <a:pt x="545" y="90"/>
                </a:cubicBezTo>
                <a:cubicBezTo>
                  <a:pt x="518" y="94"/>
                  <a:pt x="523" y="101"/>
                  <a:pt x="512" y="107"/>
                </a:cubicBezTo>
                <a:cubicBezTo>
                  <a:pt x="502" y="108"/>
                  <a:pt x="469" y="104"/>
                  <a:pt x="475" y="110"/>
                </a:cubicBezTo>
                <a:cubicBezTo>
                  <a:pt x="485" y="107"/>
                  <a:pt x="491" y="114"/>
                  <a:pt x="502" y="113"/>
                </a:cubicBezTo>
                <a:cubicBezTo>
                  <a:pt x="512" y="111"/>
                  <a:pt x="523" y="108"/>
                  <a:pt x="534" y="107"/>
                </a:cubicBezTo>
                <a:cubicBezTo>
                  <a:pt x="550" y="111"/>
                  <a:pt x="534" y="113"/>
                  <a:pt x="555" y="114"/>
                </a:cubicBezTo>
                <a:cubicBezTo>
                  <a:pt x="577" y="111"/>
                  <a:pt x="583" y="110"/>
                  <a:pt x="583" y="104"/>
                </a:cubicBezTo>
                <a:cubicBezTo>
                  <a:pt x="620" y="106"/>
                  <a:pt x="593" y="110"/>
                  <a:pt x="631" y="115"/>
                </a:cubicBezTo>
                <a:cubicBezTo>
                  <a:pt x="653" y="108"/>
                  <a:pt x="669" y="115"/>
                  <a:pt x="690" y="108"/>
                </a:cubicBezTo>
                <a:cubicBezTo>
                  <a:pt x="696" y="110"/>
                  <a:pt x="690" y="113"/>
                  <a:pt x="707" y="115"/>
                </a:cubicBezTo>
                <a:cubicBezTo>
                  <a:pt x="723" y="114"/>
                  <a:pt x="744" y="113"/>
                  <a:pt x="761" y="114"/>
                </a:cubicBezTo>
                <a:cubicBezTo>
                  <a:pt x="744" y="110"/>
                  <a:pt x="782" y="103"/>
                  <a:pt x="798" y="107"/>
                </a:cubicBezTo>
                <a:cubicBezTo>
                  <a:pt x="798" y="114"/>
                  <a:pt x="755" y="106"/>
                  <a:pt x="771" y="114"/>
                </a:cubicBezTo>
                <a:cubicBezTo>
                  <a:pt x="831" y="111"/>
                  <a:pt x="885" y="118"/>
                  <a:pt x="950" y="114"/>
                </a:cubicBezTo>
                <a:cubicBezTo>
                  <a:pt x="923" y="110"/>
                  <a:pt x="944" y="106"/>
                  <a:pt x="950" y="101"/>
                </a:cubicBezTo>
                <a:cubicBezTo>
                  <a:pt x="944" y="111"/>
                  <a:pt x="1009" y="127"/>
                  <a:pt x="1009" y="113"/>
                </a:cubicBezTo>
                <a:cubicBezTo>
                  <a:pt x="982" y="117"/>
                  <a:pt x="993" y="101"/>
                  <a:pt x="971" y="100"/>
                </a:cubicBezTo>
                <a:cubicBezTo>
                  <a:pt x="977" y="98"/>
                  <a:pt x="982" y="96"/>
                  <a:pt x="982" y="94"/>
                </a:cubicBezTo>
                <a:cubicBezTo>
                  <a:pt x="982" y="100"/>
                  <a:pt x="993" y="98"/>
                  <a:pt x="1009" y="100"/>
                </a:cubicBezTo>
                <a:cubicBezTo>
                  <a:pt x="977" y="106"/>
                  <a:pt x="1020" y="111"/>
                  <a:pt x="1036" y="108"/>
                </a:cubicBezTo>
                <a:cubicBezTo>
                  <a:pt x="1025" y="111"/>
                  <a:pt x="1020" y="114"/>
                  <a:pt x="1036" y="117"/>
                </a:cubicBezTo>
                <a:cubicBezTo>
                  <a:pt x="1041" y="117"/>
                  <a:pt x="1047" y="115"/>
                  <a:pt x="1052" y="117"/>
                </a:cubicBezTo>
                <a:cubicBezTo>
                  <a:pt x="1057" y="106"/>
                  <a:pt x="1101" y="107"/>
                  <a:pt x="1095" y="92"/>
                </a:cubicBezTo>
                <a:cubicBezTo>
                  <a:pt x="1095" y="93"/>
                  <a:pt x="1101" y="94"/>
                  <a:pt x="1106" y="93"/>
                </a:cubicBezTo>
                <a:cubicBezTo>
                  <a:pt x="1101" y="96"/>
                  <a:pt x="1101" y="100"/>
                  <a:pt x="1122" y="104"/>
                </a:cubicBezTo>
                <a:cubicBezTo>
                  <a:pt x="1138" y="101"/>
                  <a:pt x="1192" y="101"/>
                  <a:pt x="1176" y="108"/>
                </a:cubicBezTo>
                <a:cubicBezTo>
                  <a:pt x="1155" y="101"/>
                  <a:pt x="1127" y="110"/>
                  <a:pt x="1084" y="107"/>
                </a:cubicBezTo>
                <a:cubicBezTo>
                  <a:pt x="1074" y="110"/>
                  <a:pt x="1079" y="113"/>
                  <a:pt x="1074" y="114"/>
                </a:cubicBezTo>
                <a:cubicBezTo>
                  <a:pt x="1106" y="121"/>
                  <a:pt x="1144" y="115"/>
                  <a:pt x="1176" y="118"/>
                </a:cubicBezTo>
                <a:cubicBezTo>
                  <a:pt x="1171" y="117"/>
                  <a:pt x="1165" y="115"/>
                  <a:pt x="1176" y="113"/>
                </a:cubicBezTo>
                <a:cubicBezTo>
                  <a:pt x="1225" y="108"/>
                  <a:pt x="1214" y="128"/>
                  <a:pt x="1214" y="128"/>
                </a:cubicBezTo>
                <a:cubicBezTo>
                  <a:pt x="1230" y="124"/>
                  <a:pt x="1263" y="120"/>
                  <a:pt x="1225" y="120"/>
                </a:cubicBezTo>
                <a:cubicBezTo>
                  <a:pt x="1230" y="114"/>
                  <a:pt x="1257" y="110"/>
                  <a:pt x="1268" y="121"/>
                </a:cubicBezTo>
                <a:cubicBezTo>
                  <a:pt x="1327" y="117"/>
                  <a:pt x="1365" y="124"/>
                  <a:pt x="1419" y="115"/>
                </a:cubicBezTo>
                <a:cubicBezTo>
                  <a:pt x="1425" y="122"/>
                  <a:pt x="1473" y="121"/>
                  <a:pt x="1500" y="120"/>
                </a:cubicBezTo>
                <a:cubicBezTo>
                  <a:pt x="1505" y="111"/>
                  <a:pt x="1516" y="114"/>
                  <a:pt x="1505" y="110"/>
                </a:cubicBezTo>
                <a:cubicBezTo>
                  <a:pt x="1516" y="108"/>
                  <a:pt x="1522" y="106"/>
                  <a:pt x="1532" y="104"/>
                </a:cubicBezTo>
                <a:cubicBezTo>
                  <a:pt x="1532" y="108"/>
                  <a:pt x="1543" y="111"/>
                  <a:pt x="1559" y="107"/>
                </a:cubicBezTo>
                <a:cubicBezTo>
                  <a:pt x="1559" y="101"/>
                  <a:pt x="1549" y="104"/>
                  <a:pt x="1532" y="101"/>
                </a:cubicBezTo>
                <a:cubicBezTo>
                  <a:pt x="1543" y="98"/>
                  <a:pt x="1538" y="96"/>
                  <a:pt x="1554" y="93"/>
                </a:cubicBezTo>
                <a:cubicBezTo>
                  <a:pt x="1554" y="101"/>
                  <a:pt x="1586" y="113"/>
                  <a:pt x="1543" y="121"/>
                </a:cubicBezTo>
                <a:cubicBezTo>
                  <a:pt x="1559" y="128"/>
                  <a:pt x="1559" y="114"/>
                  <a:pt x="1575" y="124"/>
                </a:cubicBezTo>
                <a:cubicBezTo>
                  <a:pt x="1597" y="122"/>
                  <a:pt x="1597" y="114"/>
                  <a:pt x="1608" y="117"/>
                </a:cubicBezTo>
                <a:cubicBezTo>
                  <a:pt x="1619" y="128"/>
                  <a:pt x="1624" y="115"/>
                  <a:pt x="1657" y="117"/>
                </a:cubicBezTo>
                <a:cubicBezTo>
                  <a:pt x="1662" y="120"/>
                  <a:pt x="1651" y="121"/>
                  <a:pt x="1646" y="122"/>
                </a:cubicBezTo>
                <a:cubicBezTo>
                  <a:pt x="1700" y="131"/>
                  <a:pt x="1662" y="108"/>
                  <a:pt x="1705" y="104"/>
                </a:cubicBezTo>
                <a:cubicBezTo>
                  <a:pt x="1667" y="94"/>
                  <a:pt x="1667" y="121"/>
                  <a:pt x="1624" y="111"/>
                </a:cubicBezTo>
                <a:cubicBezTo>
                  <a:pt x="1667" y="113"/>
                  <a:pt x="1657" y="96"/>
                  <a:pt x="1700" y="98"/>
                </a:cubicBezTo>
                <a:cubicBezTo>
                  <a:pt x="1705" y="93"/>
                  <a:pt x="1711" y="87"/>
                  <a:pt x="1727" y="82"/>
                </a:cubicBezTo>
                <a:cubicBezTo>
                  <a:pt x="1743" y="87"/>
                  <a:pt x="1705" y="94"/>
                  <a:pt x="1743" y="93"/>
                </a:cubicBezTo>
                <a:cubicBezTo>
                  <a:pt x="1727" y="98"/>
                  <a:pt x="1716" y="93"/>
                  <a:pt x="1705" y="94"/>
                </a:cubicBezTo>
                <a:cubicBezTo>
                  <a:pt x="1748" y="106"/>
                  <a:pt x="1667" y="114"/>
                  <a:pt x="1705" y="125"/>
                </a:cubicBezTo>
                <a:cubicBezTo>
                  <a:pt x="1727" y="121"/>
                  <a:pt x="1743" y="115"/>
                  <a:pt x="1732" y="110"/>
                </a:cubicBezTo>
                <a:cubicBezTo>
                  <a:pt x="1754" y="104"/>
                  <a:pt x="1770" y="107"/>
                  <a:pt x="1786" y="108"/>
                </a:cubicBezTo>
                <a:cubicBezTo>
                  <a:pt x="1759" y="111"/>
                  <a:pt x="1781" y="115"/>
                  <a:pt x="1759" y="120"/>
                </a:cubicBezTo>
                <a:cubicBezTo>
                  <a:pt x="1754" y="117"/>
                  <a:pt x="1748" y="114"/>
                  <a:pt x="1743" y="115"/>
                </a:cubicBezTo>
                <a:cubicBezTo>
                  <a:pt x="1759" y="122"/>
                  <a:pt x="1737" y="118"/>
                  <a:pt x="1743" y="125"/>
                </a:cubicBezTo>
                <a:cubicBezTo>
                  <a:pt x="1765" y="124"/>
                  <a:pt x="1797" y="125"/>
                  <a:pt x="1802" y="121"/>
                </a:cubicBezTo>
                <a:cubicBezTo>
                  <a:pt x="1797" y="117"/>
                  <a:pt x="1786" y="118"/>
                  <a:pt x="1775" y="118"/>
                </a:cubicBezTo>
                <a:cubicBezTo>
                  <a:pt x="1808" y="118"/>
                  <a:pt x="1792" y="110"/>
                  <a:pt x="1808" y="113"/>
                </a:cubicBezTo>
                <a:cubicBezTo>
                  <a:pt x="1813" y="115"/>
                  <a:pt x="1813" y="120"/>
                  <a:pt x="1813" y="124"/>
                </a:cubicBezTo>
                <a:cubicBezTo>
                  <a:pt x="1937" y="122"/>
                  <a:pt x="2061" y="127"/>
                  <a:pt x="2185" y="124"/>
                </a:cubicBezTo>
                <a:cubicBezTo>
                  <a:pt x="2159" y="115"/>
                  <a:pt x="2202" y="111"/>
                  <a:pt x="2213" y="111"/>
                </a:cubicBezTo>
                <a:cubicBezTo>
                  <a:pt x="2218" y="118"/>
                  <a:pt x="2196" y="118"/>
                  <a:pt x="2185" y="124"/>
                </a:cubicBezTo>
                <a:cubicBezTo>
                  <a:pt x="2202" y="131"/>
                  <a:pt x="2223" y="124"/>
                  <a:pt x="2234" y="120"/>
                </a:cubicBezTo>
                <a:cubicBezTo>
                  <a:pt x="2256" y="121"/>
                  <a:pt x="2240" y="127"/>
                  <a:pt x="2261" y="120"/>
                </a:cubicBezTo>
                <a:cubicBezTo>
                  <a:pt x="2261" y="131"/>
                  <a:pt x="2310" y="120"/>
                  <a:pt x="2331" y="127"/>
                </a:cubicBezTo>
                <a:cubicBezTo>
                  <a:pt x="2331" y="125"/>
                  <a:pt x="2364" y="122"/>
                  <a:pt x="2369" y="117"/>
                </a:cubicBezTo>
                <a:cubicBezTo>
                  <a:pt x="2374" y="120"/>
                  <a:pt x="2385" y="120"/>
                  <a:pt x="2391" y="121"/>
                </a:cubicBezTo>
                <a:cubicBezTo>
                  <a:pt x="2385" y="124"/>
                  <a:pt x="2358" y="120"/>
                  <a:pt x="2364" y="125"/>
                </a:cubicBezTo>
                <a:cubicBezTo>
                  <a:pt x="2380" y="124"/>
                  <a:pt x="2369" y="128"/>
                  <a:pt x="2380" y="131"/>
                </a:cubicBezTo>
                <a:cubicBezTo>
                  <a:pt x="2417" y="124"/>
                  <a:pt x="2482" y="134"/>
                  <a:pt x="2504" y="125"/>
                </a:cubicBezTo>
                <a:cubicBezTo>
                  <a:pt x="2493" y="120"/>
                  <a:pt x="2417" y="125"/>
                  <a:pt x="2407" y="117"/>
                </a:cubicBezTo>
                <a:cubicBezTo>
                  <a:pt x="2450" y="122"/>
                  <a:pt x="2499" y="118"/>
                  <a:pt x="2547" y="117"/>
                </a:cubicBezTo>
                <a:cubicBezTo>
                  <a:pt x="2536" y="118"/>
                  <a:pt x="2531" y="120"/>
                  <a:pt x="2520" y="122"/>
                </a:cubicBezTo>
                <a:cubicBezTo>
                  <a:pt x="2531" y="125"/>
                  <a:pt x="2542" y="128"/>
                  <a:pt x="2547" y="131"/>
                </a:cubicBezTo>
                <a:cubicBezTo>
                  <a:pt x="2580" y="128"/>
                  <a:pt x="2547" y="121"/>
                  <a:pt x="2569" y="118"/>
                </a:cubicBezTo>
                <a:cubicBezTo>
                  <a:pt x="2574" y="120"/>
                  <a:pt x="2563" y="121"/>
                  <a:pt x="2574" y="124"/>
                </a:cubicBezTo>
                <a:cubicBezTo>
                  <a:pt x="2617" y="117"/>
                  <a:pt x="2585" y="101"/>
                  <a:pt x="2617" y="100"/>
                </a:cubicBezTo>
                <a:cubicBezTo>
                  <a:pt x="2601" y="107"/>
                  <a:pt x="2623" y="117"/>
                  <a:pt x="2585" y="124"/>
                </a:cubicBezTo>
                <a:cubicBezTo>
                  <a:pt x="2617" y="134"/>
                  <a:pt x="2623" y="120"/>
                  <a:pt x="2650" y="131"/>
                </a:cubicBezTo>
                <a:cubicBezTo>
                  <a:pt x="2666" y="127"/>
                  <a:pt x="2677" y="130"/>
                  <a:pt x="2693" y="124"/>
                </a:cubicBezTo>
                <a:cubicBezTo>
                  <a:pt x="2698" y="131"/>
                  <a:pt x="2758" y="134"/>
                  <a:pt x="2769" y="125"/>
                </a:cubicBezTo>
                <a:cubicBezTo>
                  <a:pt x="2790" y="130"/>
                  <a:pt x="2828" y="134"/>
                  <a:pt x="2849" y="124"/>
                </a:cubicBezTo>
                <a:cubicBezTo>
                  <a:pt x="2855" y="131"/>
                  <a:pt x="2892" y="131"/>
                  <a:pt x="2892" y="122"/>
                </a:cubicBezTo>
                <a:cubicBezTo>
                  <a:pt x="2903" y="125"/>
                  <a:pt x="2909" y="128"/>
                  <a:pt x="2909" y="130"/>
                </a:cubicBezTo>
                <a:cubicBezTo>
                  <a:pt x="2941" y="118"/>
                  <a:pt x="3065" y="128"/>
                  <a:pt x="3038" y="108"/>
                </a:cubicBezTo>
                <a:cubicBezTo>
                  <a:pt x="3049" y="107"/>
                  <a:pt x="3055" y="111"/>
                  <a:pt x="3060" y="114"/>
                </a:cubicBezTo>
                <a:cubicBezTo>
                  <a:pt x="3076" y="111"/>
                  <a:pt x="3065" y="108"/>
                  <a:pt x="3071" y="107"/>
                </a:cubicBezTo>
                <a:cubicBezTo>
                  <a:pt x="3082" y="107"/>
                  <a:pt x="3098" y="103"/>
                  <a:pt x="3109" y="107"/>
                </a:cubicBezTo>
                <a:cubicBezTo>
                  <a:pt x="3087" y="111"/>
                  <a:pt x="3076" y="114"/>
                  <a:pt x="3082" y="122"/>
                </a:cubicBezTo>
                <a:cubicBezTo>
                  <a:pt x="3060" y="121"/>
                  <a:pt x="3038" y="127"/>
                  <a:pt x="3022" y="127"/>
                </a:cubicBezTo>
                <a:cubicBezTo>
                  <a:pt x="3082" y="131"/>
                  <a:pt x="3190" y="132"/>
                  <a:pt x="3254" y="118"/>
                </a:cubicBezTo>
                <a:cubicBezTo>
                  <a:pt x="3265" y="127"/>
                  <a:pt x="3287" y="111"/>
                  <a:pt x="3303" y="115"/>
                </a:cubicBezTo>
                <a:cubicBezTo>
                  <a:pt x="3281" y="120"/>
                  <a:pt x="3260" y="124"/>
                  <a:pt x="3260" y="130"/>
                </a:cubicBezTo>
                <a:cubicBezTo>
                  <a:pt x="3270" y="128"/>
                  <a:pt x="3287" y="125"/>
                  <a:pt x="3297" y="130"/>
                </a:cubicBezTo>
                <a:cubicBezTo>
                  <a:pt x="3335" y="122"/>
                  <a:pt x="3319" y="108"/>
                  <a:pt x="3362" y="110"/>
                </a:cubicBezTo>
                <a:cubicBezTo>
                  <a:pt x="3368" y="104"/>
                  <a:pt x="3357" y="90"/>
                  <a:pt x="3400" y="90"/>
                </a:cubicBezTo>
                <a:cubicBezTo>
                  <a:pt x="3378" y="106"/>
                  <a:pt x="3405" y="115"/>
                  <a:pt x="3324" y="127"/>
                </a:cubicBezTo>
                <a:cubicBezTo>
                  <a:pt x="3362" y="134"/>
                  <a:pt x="3422" y="125"/>
                  <a:pt x="3449" y="115"/>
                </a:cubicBezTo>
                <a:cubicBezTo>
                  <a:pt x="3438" y="110"/>
                  <a:pt x="3422" y="115"/>
                  <a:pt x="3416" y="110"/>
                </a:cubicBezTo>
                <a:cubicBezTo>
                  <a:pt x="3422" y="110"/>
                  <a:pt x="3416" y="107"/>
                  <a:pt x="3422" y="107"/>
                </a:cubicBezTo>
                <a:cubicBezTo>
                  <a:pt x="3459" y="108"/>
                  <a:pt x="3513" y="107"/>
                  <a:pt x="3535" y="96"/>
                </a:cubicBezTo>
                <a:cubicBezTo>
                  <a:pt x="3557" y="100"/>
                  <a:pt x="3540" y="104"/>
                  <a:pt x="3524" y="108"/>
                </a:cubicBezTo>
                <a:cubicBezTo>
                  <a:pt x="3519" y="106"/>
                  <a:pt x="3524" y="103"/>
                  <a:pt x="3508" y="106"/>
                </a:cubicBezTo>
                <a:cubicBezTo>
                  <a:pt x="3497" y="114"/>
                  <a:pt x="3519" y="110"/>
                  <a:pt x="3535" y="114"/>
                </a:cubicBezTo>
                <a:cubicBezTo>
                  <a:pt x="3519" y="115"/>
                  <a:pt x="3508" y="122"/>
                  <a:pt x="3497" y="118"/>
                </a:cubicBezTo>
                <a:cubicBezTo>
                  <a:pt x="3481" y="115"/>
                  <a:pt x="3502" y="113"/>
                  <a:pt x="3492" y="110"/>
                </a:cubicBezTo>
                <a:cubicBezTo>
                  <a:pt x="3432" y="111"/>
                  <a:pt x="3476" y="121"/>
                  <a:pt x="3449" y="128"/>
                </a:cubicBezTo>
                <a:cubicBezTo>
                  <a:pt x="3481" y="131"/>
                  <a:pt x="3535" y="117"/>
                  <a:pt x="3557" y="110"/>
                </a:cubicBezTo>
                <a:cubicBezTo>
                  <a:pt x="3567" y="111"/>
                  <a:pt x="3573" y="110"/>
                  <a:pt x="3584" y="114"/>
                </a:cubicBezTo>
                <a:cubicBezTo>
                  <a:pt x="3600" y="103"/>
                  <a:pt x="3632" y="94"/>
                  <a:pt x="3664" y="87"/>
                </a:cubicBezTo>
                <a:cubicBezTo>
                  <a:pt x="3648" y="80"/>
                  <a:pt x="3638" y="86"/>
                  <a:pt x="3627" y="90"/>
                </a:cubicBezTo>
                <a:cubicBezTo>
                  <a:pt x="3594" y="80"/>
                  <a:pt x="3632" y="73"/>
                  <a:pt x="3664" y="70"/>
                </a:cubicBezTo>
                <a:cubicBezTo>
                  <a:pt x="3675" y="76"/>
                  <a:pt x="3632" y="73"/>
                  <a:pt x="3659" y="82"/>
                </a:cubicBezTo>
                <a:cubicBezTo>
                  <a:pt x="3670" y="79"/>
                  <a:pt x="3675" y="80"/>
                  <a:pt x="3686" y="77"/>
                </a:cubicBezTo>
                <a:cubicBezTo>
                  <a:pt x="3675" y="64"/>
                  <a:pt x="3735" y="55"/>
                  <a:pt x="3702" y="40"/>
                </a:cubicBezTo>
                <a:cubicBezTo>
                  <a:pt x="3718" y="38"/>
                  <a:pt x="3729" y="38"/>
                  <a:pt x="3735" y="42"/>
                </a:cubicBezTo>
                <a:cubicBezTo>
                  <a:pt x="3713" y="45"/>
                  <a:pt x="3740" y="49"/>
                  <a:pt x="3751" y="49"/>
                </a:cubicBezTo>
                <a:cubicBezTo>
                  <a:pt x="3735" y="52"/>
                  <a:pt x="3718" y="55"/>
                  <a:pt x="3729" y="59"/>
                </a:cubicBezTo>
                <a:cubicBezTo>
                  <a:pt x="3756" y="57"/>
                  <a:pt x="3762" y="50"/>
                  <a:pt x="3794" y="45"/>
                </a:cubicBezTo>
                <a:cubicBezTo>
                  <a:pt x="3805" y="48"/>
                  <a:pt x="3810" y="50"/>
                  <a:pt x="3821" y="50"/>
                </a:cubicBezTo>
                <a:cubicBezTo>
                  <a:pt x="3837" y="46"/>
                  <a:pt x="3853" y="49"/>
                  <a:pt x="3859" y="43"/>
                </a:cubicBezTo>
                <a:cubicBezTo>
                  <a:pt x="3848" y="35"/>
                  <a:pt x="3832" y="46"/>
                  <a:pt x="3826" y="42"/>
                </a:cubicBezTo>
                <a:cubicBezTo>
                  <a:pt x="3832" y="39"/>
                  <a:pt x="3848" y="36"/>
                  <a:pt x="3842" y="32"/>
                </a:cubicBezTo>
                <a:cubicBezTo>
                  <a:pt x="3805" y="33"/>
                  <a:pt x="3772" y="45"/>
                  <a:pt x="3740" y="43"/>
                </a:cubicBezTo>
                <a:cubicBezTo>
                  <a:pt x="3762" y="35"/>
                  <a:pt x="3718" y="36"/>
                  <a:pt x="3702" y="33"/>
                </a:cubicBezTo>
                <a:cubicBezTo>
                  <a:pt x="3708" y="32"/>
                  <a:pt x="3713" y="31"/>
                  <a:pt x="3708" y="29"/>
                </a:cubicBezTo>
                <a:cubicBezTo>
                  <a:pt x="3681" y="38"/>
                  <a:pt x="3697" y="48"/>
                  <a:pt x="3691" y="56"/>
                </a:cubicBezTo>
                <a:cubicBezTo>
                  <a:pt x="3670" y="57"/>
                  <a:pt x="3648" y="70"/>
                  <a:pt x="3616" y="60"/>
                </a:cubicBezTo>
                <a:cubicBezTo>
                  <a:pt x="3638" y="57"/>
                  <a:pt x="3616" y="53"/>
                  <a:pt x="3611" y="49"/>
                </a:cubicBezTo>
                <a:cubicBezTo>
                  <a:pt x="3578" y="56"/>
                  <a:pt x="3589" y="64"/>
                  <a:pt x="3584" y="73"/>
                </a:cubicBezTo>
                <a:cubicBezTo>
                  <a:pt x="3600" y="72"/>
                  <a:pt x="3594" y="63"/>
                  <a:pt x="3616" y="66"/>
                </a:cubicBezTo>
                <a:cubicBezTo>
                  <a:pt x="3621" y="73"/>
                  <a:pt x="3600" y="72"/>
                  <a:pt x="3578" y="77"/>
                </a:cubicBezTo>
                <a:cubicBezTo>
                  <a:pt x="3578" y="82"/>
                  <a:pt x="3611" y="79"/>
                  <a:pt x="3594" y="83"/>
                </a:cubicBezTo>
                <a:cubicBezTo>
                  <a:pt x="3540" y="90"/>
                  <a:pt x="3513" y="96"/>
                  <a:pt x="3465" y="101"/>
                </a:cubicBezTo>
                <a:cubicBezTo>
                  <a:pt x="3465" y="98"/>
                  <a:pt x="3481" y="94"/>
                  <a:pt x="3481" y="92"/>
                </a:cubicBezTo>
                <a:cubicBezTo>
                  <a:pt x="3508" y="90"/>
                  <a:pt x="3578" y="84"/>
                  <a:pt x="3573" y="79"/>
                </a:cubicBezTo>
                <a:cubicBezTo>
                  <a:pt x="3535" y="77"/>
                  <a:pt x="3530" y="83"/>
                  <a:pt x="3492" y="82"/>
                </a:cubicBezTo>
                <a:cubicBezTo>
                  <a:pt x="3508" y="73"/>
                  <a:pt x="3530" y="77"/>
                  <a:pt x="3557" y="73"/>
                </a:cubicBezTo>
                <a:cubicBezTo>
                  <a:pt x="3584" y="66"/>
                  <a:pt x="3573" y="53"/>
                  <a:pt x="3562" y="49"/>
                </a:cubicBezTo>
                <a:cubicBezTo>
                  <a:pt x="3573" y="49"/>
                  <a:pt x="3584" y="48"/>
                  <a:pt x="3600" y="45"/>
                </a:cubicBezTo>
                <a:cubicBezTo>
                  <a:pt x="3605" y="49"/>
                  <a:pt x="3616" y="49"/>
                  <a:pt x="3632" y="46"/>
                </a:cubicBezTo>
                <a:cubicBezTo>
                  <a:pt x="3621" y="40"/>
                  <a:pt x="3578" y="46"/>
                  <a:pt x="3584" y="39"/>
                </a:cubicBezTo>
                <a:cubicBezTo>
                  <a:pt x="3600" y="40"/>
                  <a:pt x="3621" y="43"/>
                  <a:pt x="3638" y="42"/>
                </a:cubicBezTo>
                <a:cubicBezTo>
                  <a:pt x="3632" y="38"/>
                  <a:pt x="3627" y="33"/>
                  <a:pt x="3632" y="29"/>
                </a:cubicBezTo>
                <a:cubicBezTo>
                  <a:pt x="3611" y="36"/>
                  <a:pt x="3594" y="32"/>
                  <a:pt x="3578" y="31"/>
                </a:cubicBezTo>
                <a:cubicBezTo>
                  <a:pt x="3562" y="33"/>
                  <a:pt x="3573" y="36"/>
                  <a:pt x="3551" y="39"/>
                </a:cubicBezTo>
                <a:cubicBezTo>
                  <a:pt x="3557" y="40"/>
                  <a:pt x="3567" y="42"/>
                  <a:pt x="3573" y="42"/>
                </a:cubicBezTo>
                <a:cubicBezTo>
                  <a:pt x="3540" y="42"/>
                  <a:pt x="3562" y="50"/>
                  <a:pt x="3540" y="55"/>
                </a:cubicBezTo>
                <a:cubicBezTo>
                  <a:pt x="3519" y="46"/>
                  <a:pt x="3546" y="48"/>
                  <a:pt x="3513" y="42"/>
                </a:cubicBezTo>
                <a:cubicBezTo>
                  <a:pt x="3481" y="45"/>
                  <a:pt x="3443" y="46"/>
                  <a:pt x="3432" y="35"/>
                </a:cubicBezTo>
                <a:cubicBezTo>
                  <a:pt x="3427" y="36"/>
                  <a:pt x="3416" y="36"/>
                  <a:pt x="3411" y="38"/>
                </a:cubicBezTo>
                <a:cubicBezTo>
                  <a:pt x="3405" y="43"/>
                  <a:pt x="3427" y="45"/>
                  <a:pt x="3427" y="49"/>
                </a:cubicBezTo>
                <a:cubicBezTo>
                  <a:pt x="3395" y="46"/>
                  <a:pt x="3351" y="63"/>
                  <a:pt x="3297" y="55"/>
                </a:cubicBezTo>
                <a:cubicBezTo>
                  <a:pt x="3324" y="57"/>
                  <a:pt x="3330" y="42"/>
                  <a:pt x="3362" y="45"/>
                </a:cubicBezTo>
                <a:cubicBezTo>
                  <a:pt x="3357" y="46"/>
                  <a:pt x="3346" y="48"/>
                  <a:pt x="3351" y="49"/>
                </a:cubicBezTo>
                <a:cubicBezTo>
                  <a:pt x="3362" y="48"/>
                  <a:pt x="3368" y="52"/>
                  <a:pt x="3384" y="48"/>
                </a:cubicBezTo>
                <a:cubicBezTo>
                  <a:pt x="3373" y="31"/>
                  <a:pt x="3459" y="33"/>
                  <a:pt x="3459" y="28"/>
                </a:cubicBezTo>
                <a:cubicBezTo>
                  <a:pt x="3416" y="33"/>
                  <a:pt x="3373" y="26"/>
                  <a:pt x="3330" y="31"/>
                </a:cubicBezTo>
                <a:cubicBezTo>
                  <a:pt x="3335" y="32"/>
                  <a:pt x="3324" y="33"/>
                  <a:pt x="3319" y="35"/>
                </a:cubicBezTo>
                <a:cubicBezTo>
                  <a:pt x="3324" y="38"/>
                  <a:pt x="3330" y="39"/>
                  <a:pt x="3324" y="42"/>
                </a:cubicBezTo>
                <a:cubicBezTo>
                  <a:pt x="3303" y="43"/>
                  <a:pt x="3297" y="52"/>
                  <a:pt x="3292" y="49"/>
                </a:cubicBezTo>
                <a:cubicBezTo>
                  <a:pt x="3292" y="46"/>
                  <a:pt x="3308" y="43"/>
                  <a:pt x="3292" y="40"/>
                </a:cubicBezTo>
                <a:cubicBezTo>
                  <a:pt x="3287" y="40"/>
                  <a:pt x="3281" y="43"/>
                  <a:pt x="3276" y="42"/>
                </a:cubicBezTo>
                <a:cubicBezTo>
                  <a:pt x="3254" y="46"/>
                  <a:pt x="3260" y="55"/>
                  <a:pt x="3227" y="52"/>
                </a:cubicBezTo>
                <a:cubicBezTo>
                  <a:pt x="3222" y="48"/>
                  <a:pt x="3260" y="46"/>
                  <a:pt x="3249" y="42"/>
                </a:cubicBezTo>
                <a:cubicBezTo>
                  <a:pt x="3227" y="48"/>
                  <a:pt x="3216" y="39"/>
                  <a:pt x="3200" y="45"/>
                </a:cubicBezTo>
                <a:cubicBezTo>
                  <a:pt x="3211" y="49"/>
                  <a:pt x="3222" y="52"/>
                  <a:pt x="3200" y="55"/>
                </a:cubicBezTo>
                <a:cubicBezTo>
                  <a:pt x="3206" y="42"/>
                  <a:pt x="3162" y="53"/>
                  <a:pt x="3195" y="40"/>
                </a:cubicBezTo>
                <a:cubicBezTo>
                  <a:pt x="3227" y="45"/>
                  <a:pt x="3270" y="32"/>
                  <a:pt x="3303" y="40"/>
                </a:cubicBezTo>
                <a:cubicBezTo>
                  <a:pt x="3324" y="39"/>
                  <a:pt x="3297" y="28"/>
                  <a:pt x="3292" y="31"/>
                </a:cubicBezTo>
                <a:cubicBezTo>
                  <a:pt x="3292" y="33"/>
                  <a:pt x="3254" y="33"/>
                  <a:pt x="3249" y="36"/>
                </a:cubicBezTo>
                <a:cubicBezTo>
                  <a:pt x="3238" y="33"/>
                  <a:pt x="3249" y="32"/>
                  <a:pt x="3249" y="29"/>
                </a:cubicBezTo>
                <a:cubicBezTo>
                  <a:pt x="3243" y="29"/>
                  <a:pt x="3243" y="31"/>
                  <a:pt x="3238" y="29"/>
                </a:cubicBezTo>
                <a:cubicBezTo>
                  <a:pt x="3232" y="29"/>
                  <a:pt x="3227" y="29"/>
                  <a:pt x="3222" y="29"/>
                </a:cubicBezTo>
                <a:cubicBezTo>
                  <a:pt x="3227" y="32"/>
                  <a:pt x="3243" y="35"/>
                  <a:pt x="3232" y="38"/>
                </a:cubicBezTo>
                <a:cubicBezTo>
                  <a:pt x="3227" y="35"/>
                  <a:pt x="3222" y="38"/>
                  <a:pt x="3211" y="36"/>
                </a:cubicBezTo>
                <a:cubicBezTo>
                  <a:pt x="3200" y="33"/>
                  <a:pt x="3211" y="32"/>
                  <a:pt x="3200" y="29"/>
                </a:cubicBezTo>
                <a:cubicBezTo>
                  <a:pt x="3179" y="28"/>
                  <a:pt x="3190" y="32"/>
                  <a:pt x="3168" y="35"/>
                </a:cubicBezTo>
                <a:cubicBezTo>
                  <a:pt x="3179" y="26"/>
                  <a:pt x="3076" y="29"/>
                  <a:pt x="3125" y="33"/>
                </a:cubicBezTo>
                <a:cubicBezTo>
                  <a:pt x="3119" y="35"/>
                  <a:pt x="3109" y="38"/>
                  <a:pt x="3103" y="39"/>
                </a:cubicBezTo>
                <a:cubicBezTo>
                  <a:pt x="3087" y="31"/>
                  <a:pt x="3060" y="38"/>
                  <a:pt x="3044" y="35"/>
                </a:cubicBezTo>
                <a:cubicBezTo>
                  <a:pt x="3038" y="33"/>
                  <a:pt x="3049" y="32"/>
                  <a:pt x="3044" y="29"/>
                </a:cubicBezTo>
                <a:cubicBezTo>
                  <a:pt x="3028" y="29"/>
                  <a:pt x="3011" y="36"/>
                  <a:pt x="2995" y="29"/>
                </a:cubicBezTo>
                <a:cubicBezTo>
                  <a:pt x="2974" y="31"/>
                  <a:pt x="2984" y="39"/>
                  <a:pt x="2968" y="36"/>
                </a:cubicBezTo>
                <a:cubicBezTo>
                  <a:pt x="2974" y="25"/>
                  <a:pt x="2876" y="25"/>
                  <a:pt x="2849" y="36"/>
                </a:cubicBezTo>
                <a:cubicBezTo>
                  <a:pt x="2822" y="38"/>
                  <a:pt x="2855" y="28"/>
                  <a:pt x="2833" y="31"/>
                </a:cubicBezTo>
                <a:cubicBezTo>
                  <a:pt x="2844" y="33"/>
                  <a:pt x="2806" y="36"/>
                  <a:pt x="2806" y="33"/>
                </a:cubicBezTo>
                <a:cubicBezTo>
                  <a:pt x="2812" y="31"/>
                  <a:pt x="2801" y="28"/>
                  <a:pt x="2801" y="26"/>
                </a:cubicBezTo>
                <a:cubicBezTo>
                  <a:pt x="2774" y="28"/>
                  <a:pt x="2812" y="32"/>
                  <a:pt x="2785" y="35"/>
                </a:cubicBezTo>
                <a:cubicBezTo>
                  <a:pt x="2785" y="32"/>
                  <a:pt x="2774" y="33"/>
                  <a:pt x="2774" y="32"/>
                </a:cubicBezTo>
                <a:cubicBezTo>
                  <a:pt x="2795" y="31"/>
                  <a:pt x="2774" y="22"/>
                  <a:pt x="2779" y="28"/>
                </a:cubicBezTo>
                <a:cubicBezTo>
                  <a:pt x="2763" y="29"/>
                  <a:pt x="2769" y="38"/>
                  <a:pt x="2747" y="35"/>
                </a:cubicBezTo>
                <a:cubicBezTo>
                  <a:pt x="2742" y="31"/>
                  <a:pt x="2763" y="25"/>
                  <a:pt x="2736" y="23"/>
                </a:cubicBezTo>
                <a:cubicBezTo>
                  <a:pt x="2731" y="32"/>
                  <a:pt x="2688" y="40"/>
                  <a:pt x="2671" y="32"/>
                </a:cubicBezTo>
                <a:cubicBezTo>
                  <a:pt x="2661" y="36"/>
                  <a:pt x="2661" y="48"/>
                  <a:pt x="2634" y="42"/>
                </a:cubicBezTo>
                <a:cubicBezTo>
                  <a:pt x="2644" y="40"/>
                  <a:pt x="2650" y="39"/>
                  <a:pt x="2639" y="36"/>
                </a:cubicBezTo>
                <a:cubicBezTo>
                  <a:pt x="2634" y="38"/>
                  <a:pt x="2628" y="39"/>
                  <a:pt x="2623" y="38"/>
                </a:cubicBezTo>
                <a:cubicBezTo>
                  <a:pt x="2628" y="25"/>
                  <a:pt x="2698" y="35"/>
                  <a:pt x="2698" y="23"/>
                </a:cubicBezTo>
                <a:cubicBezTo>
                  <a:pt x="2666" y="28"/>
                  <a:pt x="2639" y="22"/>
                  <a:pt x="2612" y="28"/>
                </a:cubicBezTo>
                <a:cubicBezTo>
                  <a:pt x="2601" y="29"/>
                  <a:pt x="2607" y="32"/>
                  <a:pt x="2601" y="33"/>
                </a:cubicBezTo>
                <a:cubicBezTo>
                  <a:pt x="2580" y="28"/>
                  <a:pt x="2574" y="48"/>
                  <a:pt x="2542" y="36"/>
                </a:cubicBezTo>
                <a:cubicBezTo>
                  <a:pt x="2580" y="36"/>
                  <a:pt x="2563" y="29"/>
                  <a:pt x="2601" y="26"/>
                </a:cubicBezTo>
                <a:cubicBezTo>
                  <a:pt x="2563" y="21"/>
                  <a:pt x="2525" y="28"/>
                  <a:pt x="2488" y="26"/>
                </a:cubicBezTo>
                <a:cubicBezTo>
                  <a:pt x="2499" y="33"/>
                  <a:pt x="2515" y="23"/>
                  <a:pt x="2520" y="31"/>
                </a:cubicBezTo>
                <a:cubicBezTo>
                  <a:pt x="2515" y="31"/>
                  <a:pt x="2515" y="33"/>
                  <a:pt x="2515" y="33"/>
                </a:cubicBezTo>
                <a:cubicBezTo>
                  <a:pt x="2493" y="29"/>
                  <a:pt x="2455" y="32"/>
                  <a:pt x="2472" y="22"/>
                </a:cubicBezTo>
                <a:cubicBezTo>
                  <a:pt x="2466" y="23"/>
                  <a:pt x="2461" y="23"/>
                  <a:pt x="2461" y="22"/>
                </a:cubicBezTo>
                <a:cubicBezTo>
                  <a:pt x="2450" y="23"/>
                  <a:pt x="2445" y="22"/>
                  <a:pt x="2439" y="23"/>
                </a:cubicBezTo>
                <a:cubicBezTo>
                  <a:pt x="2450" y="26"/>
                  <a:pt x="2445" y="28"/>
                  <a:pt x="2434" y="31"/>
                </a:cubicBezTo>
                <a:cubicBezTo>
                  <a:pt x="2455" y="33"/>
                  <a:pt x="2455" y="36"/>
                  <a:pt x="2428" y="42"/>
                </a:cubicBezTo>
                <a:cubicBezTo>
                  <a:pt x="2428" y="38"/>
                  <a:pt x="2423" y="36"/>
                  <a:pt x="2407" y="35"/>
                </a:cubicBezTo>
                <a:cubicBezTo>
                  <a:pt x="2434" y="33"/>
                  <a:pt x="2417" y="29"/>
                  <a:pt x="2423" y="26"/>
                </a:cubicBezTo>
                <a:cubicBezTo>
                  <a:pt x="2407" y="22"/>
                  <a:pt x="2396" y="18"/>
                  <a:pt x="2374" y="23"/>
                </a:cubicBezTo>
                <a:cubicBezTo>
                  <a:pt x="2385" y="31"/>
                  <a:pt x="2396" y="26"/>
                  <a:pt x="2407" y="28"/>
                </a:cubicBezTo>
                <a:cubicBezTo>
                  <a:pt x="2380" y="29"/>
                  <a:pt x="2417" y="33"/>
                  <a:pt x="2391" y="36"/>
                </a:cubicBezTo>
                <a:cubicBezTo>
                  <a:pt x="2391" y="32"/>
                  <a:pt x="2396" y="26"/>
                  <a:pt x="2374" y="29"/>
                </a:cubicBezTo>
                <a:cubicBezTo>
                  <a:pt x="2380" y="35"/>
                  <a:pt x="2337" y="32"/>
                  <a:pt x="2342" y="39"/>
                </a:cubicBezTo>
                <a:cubicBezTo>
                  <a:pt x="2315" y="29"/>
                  <a:pt x="2315" y="45"/>
                  <a:pt x="2294" y="39"/>
                </a:cubicBezTo>
                <a:cubicBezTo>
                  <a:pt x="2304" y="35"/>
                  <a:pt x="2283" y="31"/>
                  <a:pt x="2299" y="28"/>
                </a:cubicBezTo>
                <a:cubicBezTo>
                  <a:pt x="2294" y="31"/>
                  <a:pt x="2304" y="35"/>
                  <a:pt x="2321" y="35"/>
                </a:cubicBezTo>
                <a:cubicBezTo>
                  <a:pt x="2337" y="28"/>
                  <a:pt x="2347" y="33"/>
                  <a:pt x="2369" y="25"/>
                </a:cubicBezTo>
                <a:cubicBezTo>
                  <a:pt x="2326" y="22"/>
                  <a:pt x="2277" y="22"/>
                  <a:pt x="2250" y="26"/>
                </a:cubicBezTo>
                <a:cubicBezTo>
                  <a:pt x="2229" y="16"/>
                  <a:pt x="2142" y="16"/>
                  <a:pt x="2126" y="32"/>
                </a:cubicBezTo>
                <a:cubicBezTo>
                  <a:pt x="2126" y="23"/>
                  <a:pt x="2110" y="32"/>
                  <a:pt x="2099" y="29"/>
                </a:cubicBezTo>
                <a:cubicBezTo>
                  <a:pt x="2083" y="23"/>
                  <a:pt x="2121" y="25"/>
                  <a:pt x="2115" y="21"/>
                </a:cubicBezTo>
                <a:cubicBezTo>
                  <a:pt x="2083" y="21"/>
                  <a:pt x="2077" y="33"/>
                  <a:pt x="2045" y="31"/>
                </a:cubicBezTo>
                <a:cubicBezTo>
                  <a:pt x="2045" y="26"/>
                  <a:pt x="2067" y="28"/>
                  <a:pt x="2067" y="21"/>
                </a:cubicBezTo>
                <a:cubicBezTo>
                  <a:pt x="2056" y="23"/>
                  <a:pt x="2045" y="22"/>
                  <a:pt x="2034" y="25"/>
                </a:cubicBezTo>
                <a:cubicBezTo>
                  <a:pt x="2040" y="28"/>
                  <a:pt x="2051" y="38"/>
                  <a:pt x="2024" y="35"/>
                </a:cubicBezTo>
                <a:cubicBezTo>
                  <a:pt x="2024" y="29"/>
                  <a:pt x="2040" y="23"/>
                  <a:pt x="2018" y="18"/>
                </a:cubicBezTo>
                <a:cubicBezTo>
                  <a:pt x="1997" y="22"/>
                  <a:pt x="1986" y="18"/>
                  <a:pt x="1964" y="21"/>
                </a:cubicBezTo>
                <a:cubicBezTo>
                  <a:pt x="1975" y="29"/>
                  <a:pt x="2018" y="19"/>
                  <a:pt x="2007" y="28"/>
                </a:cubicBezTo>
                <a:cubicBezTo>
                  <a:pt x="1997" y="26"/>
                  <a:pt x="1927" y="32"/>
                  <a:pt x="1970" y="32"/>
                </a:cubicBezTo>
                <a:cubicBezTo>
                  <a:pt x="1948" y="35"/>
                  <a:pt x="1953" y="45"/>
                  <a:pt x="1927" y="40"/>
                </a:cubicBezTo>
                <a:cubicBezTo>
                  <a:pt x="1959" y="35"/>
                  <a:pt x="1905" y="28"/>
                  <a:pt x="1959" y="22"/>
                </a:cubicBezTo>
                <a:cubicBezTo>
                  <a:pt x="1932" y="16"/>
                  <a:pt x="1900" y="21"/>
                  <a:pt x="1867" y="21"/>
                </a:cubicBezTo>
                <a:cubicBezTo>
                  <a:pt x="1883" y="26"/>
                  <a:pt x="1900" y="25"/>
                  <a:pt x="1921" y="28"/>
                </a:cubicBezTo>
                <a:cubicBezTo>
                  <a:pt x="1900" y="28"/>
                  <a:pt x="1910" y="29"/>
                  <a:pt x="1894" y="33"/>
                </a:cubicBezTo>
                <a:cubicBezTo>
                  <a:pt x="1900" y="23"/>
                  <a:pt x="1873" y="35"/>
                  <a:pt x="1862" y="32"/>
                </a:cubicBezTo>
                <a:cubicBezTo>
                  <a:pt x="1840" y="26"/>
                  <a:pt x="1867" y="23"/>
                  <a:pt x="1851" y="19"/>
                </a:cubicBezTo>
                <a:cubicBezTo>
                  <a:pt x="1824" y="18"/>
                  <a:pt x="1829" y="28"/>
                  <a:pt x="1802" y="26"/>
                </a:cubicBezTo>
                <a:cubicBezTo>
                  <a:pt x="1797" y="23"/>
                  <a:pt x="1808" y="21"/>
                  <a:pt x="1802" y="18"/>
                </a:cubicBezTo>
                <a:cubicBezTo>
                  <a:pt x="1786" y="26"/>
                  <a:pt x="1759" y="26"/>
                  <a:pt x="1748" y="16"/>
                </a:cubicBezTo>
                <a:cubicBezTo>
                  <a:pt x="1711" y="21"/>
                  <a:pt x="1711" y="16"/>
                  <a:pt x="1678" y="26"/>
                </a:cubicBezTo>
                <a:cubicBezTo>
                  <a:pt x="1678" y="21"/>
                  <a:pt x="1640" y="19"/>
                  <a:pt x="1624" y="16"/>
                </a:cubicBezTo>
                <a:cubicBezTo>
                  <a:pt x="1592" y="22"/>
                  <a:pt x="1597" y="26"/>
                  <a:pt x="1575" y="26"/>
                </a:cubicBezTo>
                <a:cubicBezTo>
                  <a:pt x="1603" y="21"/>
                  <a:pt x="1549" y="19"/>
                  <a:pt x="1559" y="15"/>
                </a:cubicBezTo>
                <a:cubicBezTo>
                  <a:pt x="1532" y="18"/>
                  <a:pt x="1511" y="23"/>
                  <a:pt x="1489" y="15"/>
                </a:cubicBezTo>
                <a:cubicBezTo>
                  <a:pt x="1468" y="21"/>
                  <a:pt x="1441" y="25"/>
                  <a:pt x="1419" y="18"/>
                </a:cubicBezTo>
                <a:cubicBezTo>
                  <a:pt x="1403" y="21"/>
                  <a:pt x="1392" y="23"/>
                  <a:pt x="1376" y="26"/>
                </a:cubicBezTo>
                <a:cubicBezTo>
                  <a:pt x="1365" y="19"/>
                  <a:pt x="1344" y="25"/>
                  <a:pt x="1333" y="21"/>
                </a:cubicBezTo>
                <a:cubicBezTo>
                  <a:pt x="1349" y="18"/>
                  <a:pt x="1381" y="22"/>
                  <a:pt x="1371" y="15"/>
                </a:cubicBezTo>
                <a:cubicBezTo>
                  <a:pt x="1333" y="14"/>
                  <a:pt x="1290" y="23"/>
                  <a:pt x="1252" y="14"/>
                </a:cubicBezTo>
                <a:cubicBezTo>
                  <a:pt x="1225" y="21"/>
                  <a:pt x="1214" y="25"/>
                  <a:pt x="1187" y="19"/>
                </a:cubicBezTo>
                <a:cubicBezTo>
                  <a:pt x="1203" y="18"/>
                  <a:pt x="1235" y="18"/>
                  <a:pt x="1225" y="11"/>
                </a:cubicBezTo>
                <a:cubicBezTo>
                  <a:pt x="1209" y="14"/>
                  <a:pt x="1187" y="12"/>
                  <a:pt x="1171" y="15"/>
                </a:cubicBezTo>
                <a:cubicBezTo>
                  <a:pt x="1171" y="23"/>
                  <a:pt x="1192" y="25"/>
                  <a:pt x="1198" y="28"/>
                </a:cubicBezTo>
                <a:cubicBezTo>
                  <a:pt x="1176" y="23"/>
                  <a:pt x="1149" y="32"/>
                  <a:pt x="1133" y="25"/>
                </a:cubicBezTo>
                <a:cubicBezTo>
                  <a:pt x="1144" y="23"/>
                  <a:pt x="1155" y="26"/>
                  <a:pt x="1171" y="22"/>
                </a:cubicBezTo>
                <a:cubicBezTo>
                  <a:pt x="1149" y="16"/>
                  <a:pt x="1155" y="14"/>
                  <a:pt x="1133" y="10"/>
                </a:cubicBezTo>
                <a:cubicBezTo>
                  <a:pt x="1117" y="14"/>
                  <a:pt x="1084" y="12"/>
                  <a:pt x="1052" y="14"/>
                </a:cubicBezTo>
                <a:cubicBezTo>
                  <a:pt x="1047" y="21"/>
                  <a:pt x="1031" y="28"/>
                  <a:pt x="993" y="28"/>
                </a:cubicBezTo>
                <a:cubicBezTo>
                  <a:pt x="1009" y="25"/>
                  <a:pt x="998" y="23"/>
                  <a:pt x="1014" y="23"/>
                </a:cubicBezTo>
                <a:cubicBezTo>
                  <a:pt x="1009" y="18"/>
                  <a:pt x="993" y="18"/>
                  <a:pt x="982" y="18"/>
                </a:cubicBezTo>
                <a:cubicBezTo>
                  <a:pt x="982" y="16"/>
                  <a:pt x="987" y="16"/>
                  <a:pt x="982" y="15"/>
                </a:cubicBezTo>
                <a:cubicBezTo>
                  <a:pt x="1004" y="15"/>
                  <a:pt x="1036" y="22"/>
                  <a:pt x="1041" y="12"/>
                </a:cubicBezTo>
                <a:cubicBezTo>
                  <a:pt x="1009" y="8"/>
                  <a:pt x="987" y="14"/>
                  <a:pt x="966" y="10"/>
                </a:cubicBezTo>
                <a:cubicBezTo>
                  <a:pt x="950" y="16"/>
                  <a:pt x="912" y="18"/>
                  <a:pt x="890" y="16"/>
                </a:cubicBezTo>
                <a:cubicBezTo>
                  <a:pt x="906" y="19"/>
                  <a:pt x="885" y="22"/>
                  <a:pt x="885" y="25"/>
                </a:cubicBezTo>
                <a:cubicBezTo>
                  <a:pt x="869" y="12"/>
                  <a:pt x="912" y="16"/>
                  <a:pt x="923" y="10"/>
                </a:cubicBezTo>
                <a:cubicBezTo>
                  <a:pt x="869" y="11"/>
                  <a:pt x="842" y="4"/>
                  <a:pt x="831" y="18"/>
                </a:cubicBezTo>
                <a:cubicBezTo>
                  <a:pt x="831" y="15"/>
                  <a:pt x="831" y="12"/>
                  <a:pt x="825" y="10"/>
                </a:cubicBezTo>
                <a:cubicBezTo>
                  <a:pt x="804" y="16"/>
                  <a:pt x="787" y="8"/>
                  <a:pt x="771" y="6"/>
                </a:cubicBezTo>
                <a:cubicBezTo>
                  <a:pt x="750" y="8"/>
                  <a:pt x="744" y="18"/>
                  <a:pt x="734" y="15"/>
                </a:cubicBezTo>
                <a:cubicBezTo>
                  <a:pt x="723" y="12"/>
                  <a:pt x="739" y="5"/>
                  <a:pt x="717" y="8"/>
                </a:cubicBezTo>
                <a:cubicBezTo>
                  <a:pt x="717" y="10"/>
                  <a:pt x="712" y="18"/>
                  <a:pt x="696" y="15"/>
                </a:cubicBezTo>
                <a:cubicBezTo>
                  <a:pt x="690" y="12"/>
                  <a:pt x="712" y="10"/>
                  <a:pt x="690" y="5"/>
                </a:cubicBezTo>
                <a:cubicBezTo>
                  <a:pt x="680" y="15"/>
                  <a:pt x="647" y="15"/>
                  <a:pt x="631" y="25"/>
                </a:cubicBezTo>
                <a:cubicBezTo>
                  <a:pt x="631" y="21"/>
                  <a:pt x="626" y="23"/>
                  <a:pt x="615" y="19"/>
                </a:cubicBezTo>
                <a:cubicBezTo>
                  <a:pt x="642" y="15"/>
                  <a:pt x="631" y="12"/>
                  <a:pt x="658" y="11"/>
                </a:cubicBezTo>
                <a:cubicBezTo>
                  <a:pt x="637" y="10"/>
                  <a:pt x="593" y="0"/>
                  <a:pt x="583" y="10"/>
                </a:cubicBezTo>
                <a:cubicBezTo>
                  <a:pt x="593" y="8"/>
                  <a:pt x="599" y="11"/>
                  <a:pt x="593" y="12"/>
                </a:cubicBezTo>
                <a:cubicBezTo>
                  <a:pt x="555" y="11"/>
                  <a:pt x="550" y="23"/>
                  <a:pt x="529" y="29"/>
                </a:cubicBezTo>
                <a:cubicBezTo>
                  <a:pt x="485" y="18"/>
                  <a:pt x="566" y="16"/>
                  <a:pt x="561" y="8"/>
                </a:cubicBezTo>
                <a:cubicBezTo>
                  <a:pt x="512" y="2"/>
                  <a:pt x="421" y="16"/>
                  <a:pt x="453" y="31"/>
                </a:cubicBezTo>
                <a:cubicBezTo>
                  <a:pt x="431" y="29"/>
                  <a:pt x="404" y="33"/>
                  <a:pt x="383" y="28"/>
                </a:cubicBezTo>
                <a:cubicBezTo>
                  <a:pt x="431" y="21"/>
                  <a:pt x="453" y="18"/>
                  <a:pt x="453" y="5"/>
                </a:cubicBezTo>
                <a:cubicBezTo>
                  <a:pt x="404" y="6"/>
                  <a:pt x="415" y="15"/>
                  <a:pt x="367" y="21"/>
                </a:cubicBezTo>
                <a:cubicBezTo>
                  <a:pt x="356" y="18"/>
                  <a:pt x="350" y="19"/>
                  <a:pt x="340" y="16"/>
                </a:cubicBezTo>
                <a:cubicBezTo>
                  <a:pt x="372" y="18"/>
                  <a:pt x="350" y="6"/>
                  <a:pt x="377" y="8"/>
                </a:cubicBezTo>
                <a:cubicBezTo>
                  <a:pt x="329" y="5"/>
                  <a:pt x="280" y="10"/>
                  <a:pt x="237" y="6"/>
                </a:cubicBezTo>
                <a:cubicBezTo>
                  <a:pt x="215" y="21"/>
                  <a:pt x="107" y="10"/>
                  <a:pt x="102" y="23"/>
                </a:cubicBezTo>
                <a:moveTo>
                  <a:pt x="3600" y="87"/>
                </a:moveTo>
                <a:cubicBezTo>
                  <a:pt x="3600" y="90"/>
                  <a:pt x="3600" y="92"/>
                  <a:pt x="3611" y="94"/>
                </a:cubicBezTo>
                <a:cubicBezTo>
                  <a:pt x="3600" y="94"/>
                  <a:pt x="3594" y="96"/>
                  <a:pt x="3589" y="97"/>
                </a:cubicBezTo>
                <a:cubicBezTo>
                  <a:pt x="3584" y="96"/>
                  <a:pt x="3578" y="94"/>
                  <a:pt x="3573" y="96"/>
                </a:cubicBezTo>
                <a:cubicBezTo>
                  <a:pt x="3562" y="93"/>
                  <a:pt x="3594" y="90"/>
                  <a:pt x="3600" y="87"/>
                </a:cubicBezTo>
                <a:moveTo>
                  <a:pt x="2126" y="124"/>
                </a:moveTo>
                <a:cubicBezTo>
                  <a:pt x="2115" y="118"/>
                  <a:pt x="2094" y="124"/>
                  <a:pt x="2094" y="117"/>
                </a:cubicBezTo>
                <a:cubicBezTo>
                  <a:pt x="2132" y="121"/>
                  <a:pt x="2159" y="115"/>
                  <a:pt x="2175" y="108"/>
                </a:cubicBezTo>
                <a:cubicBezTo>
                  <a:pt x="2180" y="115"/>
                  <a:pt x="2153" y="120"/>
                  <a:pt x="2126" y="124"/>
                </a:cubicBezTo>
                <a:moveTo>
                  <a:pt x="2229" y="108"/>
                </a:moveTo>
                <a:cubicBezTo>
                  <a:pt x="2223" y="103"/>
                  <a:pt x="2261" y="98"/>
                  <a:pt x="2272" y="104"/>
                </a:cubicBezTo>
                <a:cubicBezTo>
                  <a:pt x="2277" y="103"/>
                  <a:pt x="2272" y="101"/>
                  <a:pt x="2267" y="100"/>
                </a:cubicBezTo>
                <a:cubicBezTo>
                  <a:pt x="2283" y="94"/>
                  <a:pt x="2288" y="100"/>
                  <a:pt x="2304" y="97"/>
                </a:cubicBezTo>
                <a:cubicBezTo>
                  <a:pt x="2299" y="101"/>
                  <a:pt x="2277" y="103"/>
                  <a:pt x="2261" y="110"/>
                </a:cubicBezTo>
                <a:cubicBezTo>
                  <a:pt x="2250" y="108"/>
                  <a:pt x="2240" y="104"/>
                  <a:pt x="2229" y="108"/>
                </a:cubicBezTo>
                <a:moveTo>
                  <a:pt x="2299" y="93"/>
                </a:moveTo>
                <a:cubicBezTo>
                  <a:pt x="2310" y="92"/>
                  <a:pt x="2315" y="90"/>
                  <a:pt x="2326" y="89"/>
                </a:cubicBezTo>
                <a:cubicBezTo>
                  <a:pt x="2337" y="96"/>
                  <a:pt x="2304" y="94"/>
                  <a:pt x="2342" y="100"/>
                </a:cubicBezTo>
                <a:cubicBezTo>
                  <a:pt x="2342" y="100"/>
                  <a:pt x="2347" y="98"/>
                  <a:pt x="2353" y="98"/>
                </a:cubicBezTo>
                <a:cubicBezTo>
                  <a:pt x="2364" y="103"/>
                  <a:pt x="2337" y="98"/>
                  <a:pt x="2326" y="103"/>
                </a:cubicBezTo>
                <a:cubicBezTo>
                  <a:pt x="2331" y="98"/>
                  <a:pt x="2310" y="97"/>
                  <a:pt x="2315" y="103"/>
                </a:cubicBezTo>
                <a:cubicBezTo>
                  <a:pt x="2310" y="107"/>
                  <a:pt x="2310" y="96"/>
                  <a:pt x="2299" y="93"/>
                </a:cubicBezTo>
                <a:moveTo>
                  <a:pt x="2267" y="118"/>
                </a:moveTo>
                <a:cubicBezTo>
                  <a:pt x="2256" y="114"/>
                  <a:pt x="2277" y="110"/>
                  <a:pt x="2294" y="110"/>
                </a:cubicBezTo>
                <a:cubicBezTo>
                  <a:pt x="2304" y="114"/>
                  <a:pt x="2277" y="118"/>
                  <a:pt x="2267" y="118"/>
                </a:cubicBezTo>
                <a:moveTo>
                  <a:pt x="2342" y="115"/>
                </a:moveTo>
                <a:cubicBezTo>
                  <a:pt x="2342" y="113"/>
                  <a:pt x="2342" y="111"/>
                  <a:pt x="2337" y="108"/>
                </a:cubicBezTo>
                <a:cubicBezTo>
                  <a:pt x="2353" y="104"/>
                  <a:pt x="2364" y="107"/>
                  <a:pt x="2374" y="106"/>
                </a:cubicBezTo>
                <a:cubicBezTo>
                  <a:pt x="2385" y="110"/>
                  <a:pt x="2353" y="111"/>
                  <a:pt x="2342" y="115"/>
                </a:cubicBezTo>
                <a:moveTo>
                  <a:pt x="2472" y="79"/>
                </a:moveTo>
                <a:cubicBezTo>
                  <a:pt x="2461" y="73"/>
                  <a:pt x="2493" y="76"/>
                  <a:pt x="2499" y="76"/>
                </a:cubicBezTo>
                <a:cubicBezTo>
                  <a:pt x="2499" y="79"/>
                  <a:pt x="2493" y="82"/>
                  <a:pt x="2499" y="86"/>
                </a:cubicBezTo>
                <a:cubicBezTo>
                  <a:pt x="2493" y="94"/>
                  <a:pt x="2493" y="70"/>
                  <a:pt x="2472" y="79"/>
                </a:cubicBezTo>
                <a:moveTo>
                  <a:pt x="2536" y="64"/>
                </a:moveTo>
                <a:cubicBezTo>
                  <a:pt x="2553" y="70"/>
                  <a:pt x="2542" y="76"/>
                  <a:pt x="2536" y="80"/>
                </a:cubicBezTo>
                <a:cubicBezTo>
                  <a:pt x="2520" y="74"/>
                  <a:pt x="2509" y="69"/>
                  <a:pt x="2536" y="64"/>
                </a:cubicBezTo>
                <a:moveTo>
                  <a:pt x="2472" y="114"/>
                </a:moveTo>
                <a:cubicBezTo>
                  <a:pt x="2466" y="113"/>
                  <a:pt x="2488" y="107"/>
                  <a:pt x="2461" y="111"/>
                </a:cubicBezTo>
                <a:cubicBezTo>
                  <a:pt x="2461" y="103"/>
                  <a:pt x="2428" y="110"/>
                  <a:pt x="2445" y="103"/>
                </a:cubicBezTo>
                <a:cubicBezTo>
                  <a:pt x="2493" y="101"/>
                  <a:pt x="2482" y="104"/>
                  <a:pt x="2520" y="101"/>
                </a:cubicBezTo>
                <a:cubicBezTo>
                  <a:pt x="2531" y="100"/>
                  <a:pt x="2520" y="106"/>
                  <a:pt x="2536" y="104"/>
                </a:cubicBezTo>
                <a:cubicBezTo>
                  <a:pt x="2531" y="113"/>
                  <a:pt x="2477" y="101"/>
                  <a:pt x="2472" y="114"/>
                </a:cubicBezTo>
                <a:moveTo>
                  <a:pt x="2553" y="87"/>
                </a:moveTo>
                <a:cubicBezTo>
                  <a:pt x="2558" y="89"/>
                  <a:pt x="2553" y="90"/>
                  <a:pt x="2547" y="92"/>
                </a:cubicBezTo>
                <a:cubicBezTo>
                  <a:pt x="2553" y="92"/>
                  <a:pt x="2558" y="93"/>
                  <a:pt x="2569" y="94"/>
                </a:cubicBezTo>
                <a:cubicBezTo>
                  <a:pt x="2542" y="101"/>
                  <a:pt x="2520" y="90"/>
                  <a:pt x="2553" y="87"/>
                </a:cubicBezTo>
                <a:moveTo>
                  <a:pt x="2569" y="110"/>
                </a:moveTo>
                <a:cubicBezTo>
                  <a:pt x="2563" y="111"/>
                  <a:pt x="2547" y="110"/>
                  <a:pt x="2553" y="113"/>
                </a:cubicBezTo>
                <a:cubicBezTo>
                  <a:pt x="2531" y="117"/>
                  <a:pt x="2542" y="104"/>
                  <a:pt x="2553" y="110"/>
                </a:cubicBezTo>
                <a:cubicBezTo>
                  <a:pt x="2553" y="107"/>
                  <a:pt x="2553" y="94"/>
                  <a:pt x="2580" y="103"/>
                </a:cubicBezTo>
                <a:cubicBezTo>
                  <a:pt x="2574" y="104"/>
                  <a:pt x="2574" y="103"/>
                  <a:pt x="2569" y="101"/>
                </a:cubicBezTo>
                <a:cubicBezTo>
                  <a:pt x="2569" y="104"/>
                  <a:pt x="2569" y="107"/>
                  <a:pt x="2569" y="110"/>
                </a:cubicBezTo>
                <a:moveTo>
                  <a:pt x="2623" y="97"/>
                </a:moveTo>
                <a:cubicBezTo>
                  <a:pt x="2628" y="94"/>
                  <a:pt x="2639" y="93"/>
                  <a:pt x="2634" y="92"/>
                </a:cubicBezTo>
                <a:cubicBezTo>
                  <a:pt x="2661" y="87"/>
                  <a:pt x="2644" y="101"/>
                  <a:pt x="2666" y="97"/>
                </a:cubicBezTo>
                <a:cubicBezTo>
                  <a:pt x="2671" y="101"/>
                  <a:pt x="2628" y="103"/>
                  <a:pt x="2623" y="97"/>
                </a:cubicBezTo>
                <a:moveTo>
                  <a:pt x="2715" y="90"/>
                </a:moveTo>
                <a:cubicBezTo>
                  <a:pt x="2704" y="86"/>
                  <a:pt x="2698" y="82"/>
                  <a:pt x="2715" y="79"/>
                </a:cubicBezTo>
                <a:cubicBezTo>
                  <a:pt x="2731" y="83"/>
                  <a:pt x="2742" y="87"/>
                  <a:pt x="2715" y="90"/>
                </a:cubicBezTo>
                <a:moveTo>
                  <a:pt x="2849" y="62"/>
                </a:moveTo>
                <a:cubicBezTo>
                  <a:pt x="2855" y="70"/>
                  <a:pt x="2817" y="66"/>
                  <a:pt x="2806" y="66"/>
                </a:cubicBezTo>
                <a:cubicBezTo>
                  <a:pt x="2801" y="60"/>
                  <a:pt x="2839" y="64"/>
                  <a:pt x="2849" y="62"/>
                </a:cubicBezTo>
                <a:moveTo>
                  <a:pt x="2785" y="76"/>
                </a:moveTo>
                <a:cubicBezTo>
                  <a:pt x="2790" y="72"/>
                  <a:pt x="2822" y="73"/>
                  <a:pt x="2844" y="69"/>
                </a:cubicBezTo>
                <a:cubicBezTo>
                  <a:pt x="2855" y="76"/>
                  <a:pt x="2822" y="73"/>
                  <a:pt x="2806" y="79"/>
                </a:cubicBezTo>
                <a:cubicBezTo>
                  <a:pt x="2795" y="77"/>
                  <a:pt x="2790" y="74"/>
                  <a:pt x="2785" y="76"/>
                </a:cubicBezTo>
                <a:moveTo>
                  <a:pt x="2790" y="100"/>
                </a:moveTo>
                <a:cubicBezTo>
                  <a:pt x="2769" y="100"/>
                  <a:pt x="2779" y="103"/>
                  <a:pt x="2763" y="106"/>
                </a:cubicBezTo>
                <a:cubicBezTo>
                  <a:pt x="2758" y="104"/>
                  <a:pt x="2758" y="103"/>
                  <a:pt x="2752" y="100"/>
                </a:cubicBezTo>
                <a:cubicBezTo>
                  <a:pt x="2779" y="101"/>
                  <a:pt x="2752" y="94"/>
                  <a:pt x="2779" y="92"/>
                </a:cubicBezTo>
                <a:cubicBezTo>
                  <a:pt x="2774" y="92"/>
                  <a:pt x="2763" y="89"/>
                  <a:pt x="2758" y="86"/>
                </a:cubicBezTo>
                <a:cubicBezTo>
                  <a:pt x="2763" y="86"/>
                  <a:pt x="2774" y="86"/>
                  <a:pt x="2769" y="84"/>
                </a:cubicBezTo>
                <a:cubicBezTo>
                  <a:pt x="2779" y="83"/>
                  <a:pt x="2785" y="86"/>
                  <a:pt x="2790" y="84"/>
                </a:cubicBezTo>
                <a:cubicBezTo>
                  <a:pt x="2795" y="87"/>
                  <a:pt x="2785" y="87"/>
                  <a:pt x="2785" y="86"/>
                </a:cubicBezTo>
                <a:cubicBezTo>
                  <a:pt x="2795" y="92"/>
                  <a:pt x="2774" y="96"/>
                  <a:pt x="2790" y="100"/>
                </a:cubicBezTo>
                <a:moveTo>
                  <a:pt x="2720" y="107"/>
                </a:moveTo>
                <a:cubicBezTo>
                  <a:pt x="2682" y="113"/>
                  <a:pt x="2661" y="108"/>
                  <a:pt x="2634" y="114"/>
                </a:cubicBezTo>
                <a:cubicBezTo>
                  <a:pt x="2634" y="106"/>
                  <a:pt x="2693" y="104"/>
                  <a:pt x="2720" y="107"/>
                </a:cubicBezTo>
                <a:moveTo>
                  <a:pt x="2634" y="124"/>
                </a:moveTo>
                <a:cubicBezTo>
                  <a:pt x="2623" y="121"/>
                  <a:pt x="2639" y="120"/>
                  <a:pt x="2634" y="117"/>
                </a:cubicBezTo>
                <a:cubicBezTo>
                  <a:pt x="2655" y="118"/>
                  <a:pt x="2671" y="121"/>
                  <a:pt x="2693" y="120"/>
                </a:cubicBezTo>
                <a:cubicBezTo>
                  <a:pt x="2693" y="130"/>
                  <a:pt x="2655" y="118"/>
                  <a:pt x="2634" y="124"/>
                </a:cubicBezTo>
                <a:moveTo>
                  <a:pt x="2806" y="87"/>
                </a:moveTo>
                <a:cubicBezTo>
                  <a:pt x="2795" y="77"/>
                  <a:pt x="2822" y="86"/>
                  <a:pt x="2844" y="79"/>
                </a:cubicBezTo>
                <a:cubicBezTo>
                  <a:pt x="2844" y="84"/>
                  <a:pt x="2844" y="87"/>
                  <a:pt x="2866" y="90"/>
                </a:cubicBezTo>
                <a:cubicBezTo>
                  <a:pt x="2882" y="87"/>
                  <a:pt x="2887" y="84"/>
                  <a:pt x="2882" y="82"/>
                </a:cubicBezTo>
                <a:cubicBezTo>
                  <a:pt x="2903" y="80"/>
                  <a:pt x="2892" y="87"/>
                  <a:pt x="2892" y="90"/>
                </a:cubicBezTo>
                <a:cubicBezTo>
                  <a:pt x="2839" y="96"/>
                  <a:pt x="2849" y="86"/>
                  <a:pt x="2806" y="87"/>
                </a:cubicBezTo>
                <a:moveTo>
                  <a:pt x="2974" y="57"/>
                </a:moveTo>
                <a:cubicBezTo>
                  <a:pt x="2974" y="62"/>
                  <a:pt x="2963" y="64"/>
                  <a:pt x="2947" y="67"/>
                </a:cubicBezTo>
                <a:cubicBezTo>
                  <a:pt x="2941" y="66"/>
                  <a:pt x="2936" y="64"/>
                  <a:pt x="2930" y="63"/>
                </a:cubicBezTo>
                <a:cubicBezTo>
                  <a:pt x="2947" y="59"/>
                  <a:pt x="2957" y="62"/>
                  <a:pt x="2974" y="57"/>
                </a:cubicBezTo>
                <a:moveTo>
                  <a:pt x="3060" y="60"/>
                </a:moveTo>
                <a:cubicBezTo>
                  <a:pt x="3044" y="63"/>
                  <a:pt x="3028" y="64"/>
                  <a:pt x="3017" y="59"/>
                </a:cubicBezTo>
                <a:cubicBezTo>
                  <a:pt x="3033" y="55"/>
                  <a:pt x="3049" y="55"/>
                  <a:pt x="3060" y="60"/>
                </a:cubicBezTo>
                <a:moveTo>
                  <a:pt x="2742" y="120"/>
                </a:moveTo>
                <a:cubicBezTo>
                  <a:pt x="2752" y="111"/>
                  <a:pt x="2790" y="110"/>
                  <a:pt x="2806" y="103"/>
                </a:cubicBezTo>
                <a:cubicBezTo>
                  <a:pt x="2828" y="113"/>
                  <a:pt x="2763" y="111"/>
                  <a:pt x="2785" y="118"/>
                </a:cubicBezTo>
                <a:cubicBezTo>
                  <a:pt x="2769" y="124"/>
                  <a:pt x="2758" y="118"/>
                  <a:pt x="2742" y="120"/>
                </a:cubicBezTo>
                <a:moveTo>
                  <a:pt x="2925" y="84"/>
                </a:moveTo>
                <a:cubicBezTo>
                  <a:pt x="2963" y="80"/>
                  <a:pt x="2947" y="74"/>
                  <a:pt x="2974" y="70"/>
                </a:cubicBezTo>
                <a:cubicBezTo>
                  <a:pt x="2990" y="74"/>
                  <a:pt x="3011" y="74"/>
                  <a:pt x="3033" y="67"/>
                </a:cubicBezTo>
                <a:cubicBezTo>
                  <a:pt x="3055" y="80"/>
                  <a:pt x="3001" y="72"/>
                  <a:pt x="2974" y="77"/>
                </a:cubicBezTo>
                <a:cubicBezTo>
                  <a:pt x="2963" y="80"/>
                  <a:pt x="3001" y="80"/>
                  <a:pt x="3006" y="82"/>
                </a:cubicBezTo>
                <a:cubicBezTo>
                  <a:pt x="2995" y="86"/>
                  <a:pt x="3028" y="92"/>
                  <a:pt x="3001" y="96"/>
                </a:cubicBezTo>
                <a:cubicBezTo>
                  <a:pt x="2995" y="82"/>
                  <a:pt x="2963" y="86"/>
                  <a:pt x="2925" y="84"/>
                </a:cubicBezTo>
                <a:moveTo>
                  <a:pt x="3022" y="87"/>
                </a:moveTo>
                <a:cubicBezTo>
                  <a:pt x="3033" y="87"/>
                  <a:pt x="3038" y="86"/>
                  <a:pt x="3044" y="84"/>
                </a:cubicBezTo>
                <a:cubicBezTo>
                  <a:pt x="3055" y="89"/>
                  <a:pt x="3060" y="86"/>
                  <a:pt x="3060" y="90"/>
                </a:cubicBezTo>
                <a:cubicBezTo>
                  <a:pt x="3049" y="92"/>
                  <a:pt x="3033" y="92"/>
                  <a:pt x="3022" y="87"/>
                </a:cubicBezTo>
                <a:moveTo>
                  <a:pt x="2849" y="121"/>
                </a:moveTo>
                <a:cubicBezTo>
                  <a:pt x="2844" y="114"/>
                  <a:pt x="2839" y="117"/>
                  <a:pt x="2833" y="111"/>
                </a:cubicBezTo>
                <a:cubicBezTo>
                  <a:pt x="2871" y="115"/>
                  <a:pt x="2909" y="100"/>
                  <a:pt x="2941" y="93"/>
                </a:cubicBezTo>
                <a:cubicBezTo>
                  <a:pt x="2957" y="101"/>
                  <a:pt x="2903" y="103"/>
                  <a:pt x="2898" y="108"/>
                </a:cubicBezTo>
                <a:cubicBezTo>
                  <a:pt x="2909" y="113"/>
                  <a:pt x="2914" y="111"/>
                  <a:pt x="2925" y="113"/>
                </a:cubicBezTo>
                <a:cubicBezTo>
                  <a:pt x="2952" y="108"/>
                  <a:pt x="2952" y="104"/>
                  <a:pt x="2968" y="98"/>
                </a:cubicBezTo>
                <a:cubicBezTo>
                  <a:pt x="2995" y="106"/>
                  <a:pt x="2947" y="108"/>
                  <a:pt x="2979" y="115"/>
                </a:cubicBezTo>
                <a:cubicBezTo>
                  <a:pt x="2930" y="113"/>
                  <a:pt x="2903" y="120"/>
                  <a:pt x="2849" y="121"/>
                </a:cubicBezTo>
                <a:moveTo>
                  <a:pt x="2984" y="104"/>
                </a:moveTo>
                <a:cubicBezTo>
                  <a:pt x="3011" y="97"/>
                  <a:pt x="3017" y="100"/>
                  <a:pt x="3038" y="93"/>
                </a:cubicBezTo>
                <a:cubicBezTo>
                  <a:pt x="3049" y="96"/>
                  <a:pt x="3038" y="97"/>
                  <a:pt x="3028" y="100"/>
                </a:cubicBezTo>
                <a:cubicBezTo>
                  <a:pt x="3033" y="101"/>
                  <a:pt x="3038" y="100"/>
                  <a:pt x="3038" y="100"/>
                </a:cubicBezTo>
                <a:cubicBezTo>
                  <a:pt x="3038" y="101"/>
                  <a:pt x="2995" y="103"/>
                  <a:pt x="2995" y="111"/>
                </a:cubicBezTo>
                <a:cubicBezTo>
                  <a:pt x="2974" y="114"/>
                  <a:pt x="3006" y="106"/>
                  <a:pt x="2984" y="104"/>
                </a:cubicBezTo>
                <a:moveTo>
                  <a:pt x="3060" y="93"/>
                </a:moveTo>
                <a:cubicBezTo>
                  <a:pt x="3082" y="87"/>
                  <a:pt x="3109" y="89"/>
                  <a:pt x="3114" y="77"/>
                </a:cubicBezTo>
                <a:cubicBezTo>
                  <a:pt x="3119" y="83"/>
                  <a:pt x="3136" y="79"/>
                  <a:pt x="3146" y="79"/>
                </a:cubicBezTo>
                <a:cubicBezTo>
                  <a:pt x="3136" y="84"/>
                  <a:pt x="3103" y="96"/>
                  <a:pt x="3060" y="93"/>
                </a:cubicBezTo>
                <a:moveTo>
                  <a:pt x="3168" y="120"/>
                </a:moveTo>
                <a:cubicBezTo>
                  <a:pt x="3146" y="115"/>
                  <a:pt x="3173" y="113"/>
                  <a:pt x="3168" y="110"/>
                </a:cubicBezTo>
                <a:cubicBezTo>
                  <a:pt x="3152" y="107"/>
                  <a:pt x="3168" y="115"/>
                  <a:pt x="3141" y="117"/>
                </a:cubicBezTo>
                <a:cubicBezTo>
                  <a:pt x="3125" y="113"/>
                  <a:pt x="3136" y="110"/>
                  <a:pt x="3146" y="106"/>
                </a:cubicBezTo>
                <a:cubicBezTo>
                  <a:pt x="3168" y="107"/>
                  <a:pt x="3184" y="111"/>
                  <a:pt x="3206" y="115"/>
                </a:cubicBezTo>
                <a:cubicBezTo>
                  <a:pt x="3200" y="120"/>
                  <a:pt x="3184" y="118"/>
                  <a:pt x="3168" y="120"/>
                </a:cubicBezTo>
                <a:moveTo>
                  <a:pt x="3297" y="83"/>
                </a:moveTo>
                <a:cubicBezTo>
                  <a:pt x="3303" y="89"/>
                  <a:pt x="3297" y="94"/>
                  <a:pt x="3270" y="98"/>
                </a:cubicBezTo>
                <a:cubicBezTo>
                  <a:pt x="3265" y="94"/>
                  <a:pt x="3254" y="93"/>
                  <a:pt x="3238" y="94"/>
                </a:cubicBezTo>
                <a:cubicBezTo>
                  <a:pt x="3238" y="93"/>
                  <a:pt x="3281" y="89"/>
                  <a:pt x="3297" y="83"/>
                </a:cubicBezTo>
                <a:moveTo>
                  <a:pt x="3200" y="111"/>
                </a:moveTo>
                <a:cubicBezTo>
                  <a:pt x="3195" y="108"/>
                  <a:pt x="3206" y="106"/>
                  <a:pt x="3200" y="103"/>
                </a:cubicBezTo>
                <a:cubicBezTo>
                  <a:pt x="3211" y="101"/>
                  <a:pt x="3222" y="103"/>
                  <a:pt x="3227" y="107"/>
                </a:cubicBezTo>
                <a:cubicBezTo>
                  <a:pt x="3216" y="111"/>
                  <a:pt x="3211" y="110"/>
                  <a:pt x="3200" y="111"/>
                </a:cubicBezTo>
                <a:moveTo>
                  <a:pt x="3303" y="97"/>
                </a:moveTo>
                <a:cubicBezTo>
                  <a:pt x="3308" y="92"/>
                  <a:pt x="3324" y="87"/>
                  <a:pt x="3319" y="82"/>
                </a:cubicBezTo>
                <a:cubicBezTo>
                  <a:pt x="3324" y="80"/>
                  <a:pt x="3324" y="83"/>
                  <a:pt x="3324" y="83"/>
                </a:cubicBezTo>
                <a:cubicBezTo>
                  <a:pt x="3341" y="86"/>
                  <a:pt x="3362" y="82"/>
                  <a:pt x="3373" y="87"/>
                </a:cubicBezTo>
                <a:cubicBezTo>
                  <a:pt x="3346" y="87"/>
                  <a:pt x="3330" y="96"/>
                  <a:pt x="3303" y="97"/>
                </a:cubicBezTo>
                <a:moveTo>
                  <a:pt x="3346" y="104"/>
                </a:moveTo>
                <a:cubicBezTo>
                  <a:pt x="3324" y="110"/>
                  <a:pt x="3314" y="103"/>
                  <a:pt x="3292" y="110"/>
                </a:cubicBezTo>
                <a:cubicBezTo>
                  <a:pt x="3287" y="107"/>
                  <a:pt x="3287" y="104"/>
                  <a:pt x="3292" y="103"/>
                </a:cubicBezTo>
                <a:cubicBezTo>
                  <a:pt x="3308" y="101"/>
                  <a:pt x="3330" y="100"/>
                  <a:pt x="3346" y="104"/>
                </a:cubicBezTo>
                <a:moveTo>
                  <a:pt x="3465" y="87"/>
                </a:moveTo>
                <a:cubicBezTo>
                  <a:pt x="3449" y="89"/>
                  <a:pt x="3432" y="87"/>
                  <a:pt x="3416" y="92"/>
                </a:cubicBezTo>
                <a:cubicBezTo>
                  <a:pt x="3411" y="89"/>
                  <a:pt x="3422" y="87"/>
                  <a:pt x="3416" y="84"/>
                </a:cubicBezTo>
                <a:cubicBezTo>
                  <a:pt x="3432" y="82"/>
                  <a:pt x="3449" y="82"/>
                  <a:pt x="3465" y="87"/>
                </a:cubicBezTo>
                <a:moveTo>
                  <a:pt x="3557" y="57"/>
                </a:moveTo>
                <a:cubicBezTo>
                  <a:pt x="3524" y="59"/>
                  <a:pt x="3551" y="64"/>
                  <a:pt x="3524" y="69"/>
                </a:cubicBezTo>
                <a:cubicBezTo>
                  <a:pt x="3519" y="69"/>
                  <a:pt x="3513" y="67"/>
                  <a:pt x="3502" y="69"/>
                </a:cubicBezTo>
                <a:cubicBezTo>
                  <a:pt x="3497" y="62"/>
                  <a:pt x="3530" y="48"/>
                  <a:pt x="3557" y="57"/>
                </a:cubicBezTo>
                <a:moveTo>
                  <a:pt x="3486" y="49"/>
                </a:moveTo>
                <a:cubicBezTo>
                  <a:pt x="3486" y="55"/>
                  <a:pt x="3470" y="59"/>
                  <a:pt x="3449" y="63"/>
                </a:cubicBezTo>
                <a:cubicBezTo>
                  <a:pt x="3443" y="62"/>
                  <a:pt x="3449" y="60"/>
                  <a:pt x="3454" y="59"/>
                </a:cubicBezTo>
                <a:cubicBezTo>
                  <a:pt x="3459" y="56"/>
                  <a:pt x="3449" y="57"/>
                  <a:pt x="3443" y="53"/>
                </a:cubicBezTo>
                <a:cubicBezTo>
                  <a:pt x="3454" y="52"/>
                  <a:pt x="3449" y="49"/>
                  <a:pt x="3459" y="48"/>
                </a:cubicBezTo>
                <a:cubicBezTo>
                  <a:pt x="3470" y="48"/>
                  <a:pt x="3476" y="50"/>
                  <a:pt x="3486" y="49"/>
                </a:cubicBezTo>
                <a:moveTo>
                  <a:pt x="3470" y="60"/>
                </a:moveTo>
                <a:cubicBezTo>
                  <a:pt x="3470" y="73"/>
                  <a:pt x="3411" y="80"/>
                  <a:pt x="3357" y="79"/>
                </a:cubicBezTo>
                <a:cubicBezTo>
                  <a:pt x="3357" y="72"/>
                  <a:pt x="3405" y="77"/>
                  <a:pt x="3416" y="69"/>
                </a:cubicBezTo>
                <a:cubicBezTo>
                  <a:pt x="3411" y="66"/>
                  <a:pt x="3400" y="66"/>
                  <a:pt x="3389" y="66"/>
                </a:cubicBezTo>
                <a:cubicBezTo>
                  <a:pt x="3389" y="63"/>
                  <a:pt x="3395" y="60"/>
                  <a:pt x="3411" y="57"/>
                </a:cubicBezTo>
                <a:cubicBezTo>
                  <a:pt x="3416" y="64"/>
                  <a:pt x="3443" y="67"/>
                  <a:pt x="3470" y="60"/>
                </a:cubicBezTo>
                <a:moveTo>
                  <a:pt x="3351" y="59"/>
                </a:moveTo>
                <a:cubicBezTo>
                  <a:pt x="3384" y="64"/>
                  <a:pt x="3335" y="66"/>
                  <a:pt x="3357" y="72"/>
                </a:cubicBezTo>
                <a:cubicBezTo>
                  <a:pt x="3346" y="73"/>
                  <a:pt x="3330" y="72"/>
                  <a:pt x="3335" y="74"/>
                </a:cubicBezTo>
                <a:cubicBezTo>
                  <a:pt x="3330" y="76"/>
                  <a:pt x="3324" y="73"/>
                  <a:pt x="3319" y="72"/>
                </a:cubicBezTo>
                <a:cubicBezTo>
                  <a:pt x="3346" y="67"/>
                  <a:pt x="3319" y="63"/>
                  <a:pt x="3351" y="59"/>
                </a:cubicBezTo>
                <a:moveTo>
                  <a:pt x="3292" y="73"/>
                </a:moveTo>
                <a:cubicBezTo>
                  <a:pt x="3303" y="79"/>
                  <a:pt x="3265" y="79"/>
                  <a:pt x="3260" y="82"/>
                </a:cubicBezTo>
                <a:cubicBezTo>
                  <a:pt x="3238" y="73"/>
                  <a:pt x="3287" y="76"/>
                  <a:pt x="3292" y="73"/>
                </a:cubicBezTo>
                <a:moveTo>
                  <a:pt x="3206" y="94"/>
                </a:moveTo>
                <a:cubicBezTo>
                  <a:pt x="3211" y="93"/>
                  <a:pt x="3173" y="92"/>
                  <a:pt x="3168" y="103"/>
                </a:cubicBezTo>
                <a:cubicBezTo>
                  <a:pt x="3119" y="96"/>
                  <a:pt x="3227" y="80"/>
                  <a:pt x="3238" y="70"/>
                </a:cubicBezTo>
                <a:cubicBezTo>
                  <a:pt x="3249" y="79"/>
                  <a:pt x="3222" y="86"/>
                  <a:pt x="3206" y="94"/>
                </a:cubicBezTo>
                <a:moveTo>
                  <a:pt x="3281" y="66"/>
                </a:moveTo>
                <a:cubicBezTo>
                  <a:pt x="3276" y="72"/>
                  <a:pt x="3249" y="66"/>
                  <a:pt x="3260" y="70"/>
                </a:cubicBezTo>
                <a:cubicBezTo>
                  <a:pt x="3238" y="74"/>
                  <a:pt x="3254" y="60"/>
                  <a:pt x="3227" y="64"/>
                </a:cubicBezTo>
                <a:cubicBezTo>
                  <a:pt x="3216" y="60"/>
                  <a:pt x="3243" y="64"/>
                  <a:pt x="3254" y="59"/>
                </a:cubicBezTo>
                <a:cubicBezTo>
                  <a:pt x="3260" y="64"/>
                  <a:pt x="3270" y="62"/>
                  <a:pt x="3281" y="66"/>
                </a:cubicBezTo>
                <a:moveTo>
                  <a:pt x="3281" y="63"/>
                </a:moveTo>
                <a:cubicBezTo>
                  <a:pt x="3270" y="56"/>
                  <a:pt x="3265" y="57"/>
                  <a:pt x="3260" y="52"/>
                </a:cubicBezTo>
                <a:cubicBezTo>
                  <a:pt x="3276" y="50"/>
                  <a:pt x="3308" y="59"/>
                  <a:pt x="3281" y="63"/>
                </a:cubicBezTo>
                <a:moveTo>
                  <a:pt x="3184" y="79"/>
                </a:moveTo>
                <a:cubicBezTo>
                  <a:pt x="3157" y="73"/>
                  <a:pt x="3190" y="69"/>
                  <a:pt x="3173" y="63"/>
                </a:cubicBezTo>
                <a:cubicBezTo>
                  <a:pt x="3206" y="60"/>
                  <a:pt x="3206" y="74"/>
                  <a:pt x="3184" y="79"/>
                </a:cubicBezTo>
                <a:moveTo>
                  <a:pt x="3103" y="72"/>
                </a:moveTo>
                <a:cubicBezTo>
                  <a:pt x="3087" y="60"/>
                  <a:pt x="3141" y="67"/>
                  <a:pt x="3157" y="60"/>
                </a:cubicBezTo>
                <a:cubicBezTo>
                  <a:pt x="3168" y="72"/>
                  <a:pt x="3109" y="60"/>
                  <a:pt x="3103" y="72"/>
                </a:cubicBezTo>
                <a:moveTo>
                  <a:pt x="3114" y="56"/>
                </a:moveTo>
                <a:cubicBezTo>
                  <a:pt x="3162" y="53"/>
                  <a:pt x="3114" y="49"/>
                  <a:pt x="3146" y="43"/>
                </a:cubicBezTo>
                <a:cubicBezTo>
                  <a:pt x="3152" y="43"/>
                  <a:pt x="3157" y="45"/>
                  <a:pt x="3162" y="46"/>
                </a:cubicBezTo>
                <a:cubicBezTo>
                  <a:pt x="3157" y="52"/>
                  <a:pt x="3157" y="69"/>
                  <a:pt x="3114" y="56"/>
                </a:cubicBezTo>
                <a:moveTo>
                  <a:pt x="3157" y="35"/>
                </a:moveTo>
                <a:cubicBezTo>
                  <a:pt x="3184" y="40"/>
                  <a:pt x="3146" y="46"/>
                  <a:pt x="3136" y="39"/>
                </a:cubicBezTo>
                <a:cubicBezTo>
                  <a:pt x="3141" y="35"/>
                  <a:pt x="3141" y="38"/>
                  <a:pt x="3157" y="35"/>
                </a:cubicBezTo>
                <a:moveTo>
                  <a:pt x="3114" y="46"/>
                </a:moveTo>
                <a:cubicBezTo>
                  <a:pt x="3119" y="53"/>
                  <a:pt x="3092" y="56"/>
                  <a:pt x="3071" y="55"/>
                </a:cubicBezTo>
                <a:cubicBezTo>
                  <a:pt x="3082" y="49"/>
                  <a:pt x="3076" y="48"/>
                  <a:pt x="3098" y="40"/>
                </a:cubicBezTo>
                <a:cubicBezTo>
                  <a:pt x="3098" y="40"/>
                  <a:pt x="3098" y="49"/>
                  <a:pt x="3114" y="46"/>
                </a:cubicBezTo>
                <a:moveTo>
                  <a:pt x="3055" y="42"/>
                </a:moveTo>
                <a:cubicBezTo>
                  <a:pt x="3049" y="45"/>
                  <a:pt x="3060" y="49"/>
                  <a:pt x="3060" y="53"/>
                </a:cubicBezTo>
                <a:cubicBezTo>
                  <a:pt x="3044" y="57"/>
                  <a:pt x="3038" y="52"/>
                  <a:pt x="3022" y="55"/>
                </a:cubicBezTo>
                <a:cubicBezTo>
                  <a:pt x="3022" y="52"/>
                  <a:pt x="3022" y="50"/>
                  <a:pt x="3033" y="48"/>
                </a:cubicBezTo>
                <a:cubicBezTo>
                  <a:pt x="3022" y="48"/>
                  <a:pt x="3017" y="46"/>
                  <a:pt x="3006" y="43"/>
                </a:cubicBezTo>
                <a:cubicBezTo>
                  <a:pt x="2979" y="46"/>
                  <a:pt x="3001" y="50"/>
                  <a:pt x="2979" y="53"/>
                </a:cubicBezTo>
                <a:cubicBezTo>
                  <a:pt x="2952" y="32"/>
                  <a:pt x="3017" y="43"/>
                  <a:pt x="3055" y="42"/>
                </a:cubicBezTo>
                <a:moveTo>
                  <a:pt x="2936" y="32"/>
                </a:moveTo>
                <a:cubicBezTo>
                  <a:pt x="2963" y="29"/>
                  <a:pt x="2925" y="38"/>
                  <a:pt x="2914" y="39"/>
                </a:cubicBezTo>
                <a:cubicBezTo>
                  <a:pt x="2925" y="45"/>
                  <a:pt x="2941" y="36"/>
                  <a:pt x="2947" y="42"/>
                </a:cubicBezTo>
                <a:cubicBezTo>
                  <a:pt x="2914" y="46"/>
                  <a:pt x="2963" y="52"/>
                  <a:pt x="2936" y="55"/>
                </a:cubicBezTo>
                <a:cubicBezTo>
                  <a:pt x="2920" y="45"/>
                  <a:pt x="2898" y="39"/>
                  <a:pt x="2892" y="33"/>
                </a:cubicBezTo>
                <a:cubicBezTo>
                  <a:pt x="2909" y="28"/>
                  <a:pt x="2920" y="40"/>
                  <a:pt x="2936" y="32"/>
                </a:cubicBezTo>
                <a:moveTo>
                  <a:pt x="2860" y="39"/>
                </a:moveTo>
                <a:cubicBezTo>
                  <a:pt x="2849" y="43"/>
                  <a:pt x="2882" y="49"/>
                  <a:pt x="2855" y="53"/>
                </a:cubicBezTo>
                <a:cubicBezTo>
                  <a:pt x="2866" y="55"/>
                  <a:pt x="2871" y="52"/>
                  <a:pt x="2882" y="56"/>
                </a:cubicBezTo>
                <a:cubicBezTo>
                  <a:pt x="2892" y="55"/>
                  <a:pt x="2887" y="52"/>
                  <a:pt x="2882" y="50"/>
                </a:cubicBezTo>
                <a:cubicBezTo>
                  <a:pt x="2909" y="50"/>
                  <a:pt x="2898" y="57"/>
                  <a:pt x="2941" y="59"/>
                </a:cubicBezTo>
                <a:cubicBezTo>
                  <a:pt x="2920" y="63"/>
                  <a:pt x="2914" y="67"/>
                  <a:pt x="2930" y="72"/>
                </a:cubicBezTo>
                <a:cubicBezTo>
                  <a:pt x="2914" y="73"/>
                  <a:pt x="2898" y="76"/>
                  <a:pt x="2887" y="72"/>
                </a:cubicBezTo>
                <a:cubicBezTo>
                  <a:pt x="2909" y="69"/>
                  <a:pt x="2898" y="62"/>
                  <a:pt x="2920" y="63"/>
                </a:cubicBezTo>
                <a:cubicBezTo>
                  <a:pt x="2892" y="53"/>
                  <a:pt x="2855" y="67"/>
                  <a:pt x="2828" y="55"/>
                </a:cubicBezTo>
                <a:cubicBezTo>
                  <a:pt x="2855" y="49"/>
                  <a:pt x="2822" y="40"/>
                  <a:pt x="2860" y="39"/>
                </a:cubicBezTo>
                <a:moveTo>
                  <a:pt x="2801" y="46"/>
                </a:moveTo>
                <a:cubicBezTo>
                  <a:pt x="2806" y="56"/>
                  <a:pt x="2769" y="56"/>
                  <a:pt x="2758" y="66"/>
                </a:cubicBezTo>
                <a:cubicBezTo>
                  <a:pt x="2731" y="62"/>
                  <a:pt x="2763" y="57"/>
                  <a:pt x="2758" y="53"/>
                </a:cubicBezTo>
                <a:cubicBezTo>
                  <a:pt x="2790" y="55"/>
                  <a:pt x="2779" y="48"/>
                  <a:pt x="2801" y="46"/>
                </a:cubicBezTo>
                <a:moveTo>
                  <a:pt x="2725" y="59"/>
                </a:moveTo>
                <a:cubicBezTo>
                  <a:pt x="2709" y="67"/>
                  <a:pt x="2731" y="67"/>
                  <a:pt x="2709" y="73"/>
                </a:cubicBezTo>
                <a:cubicBezTo>
                  <a:pt x="2704" y="69"/>
                  <a:pt x="2720" y="62"/>
                  <a:pt x="2693" y="64"/>
                </a:cubicBezTo>
                <a:cubicBezTo>
                  <a:pt x="2666" y="62"/>
                  <a:pt x="2715" y="64"/>
                  <a:pt x="2725" y="59"/>
                </a:cubicBezTo>
                <a:moveTo>
                  <a:pt x="2655" y="76"/>
                </a:moveTo>
                <a:cubicBezTo>
                  <a:pt x="2677" y="70"/>
                  <a:pt x="2671" y="72"/>
                  <a:pt x="2698" y="67"/>
                </a:cubicBezTo>
                <a:cubicBezTo>
                  <a:pt x="2709" y="73"/>
                  <a:pt x="2671" y="77"/>
                  <a:pt x="2666" y="82"/>
                </a:cubicBezTo>
                <a:cubicBezTo>
                  <a:pt x="2661" y="79"/>
                  <a:pt x="2650" y="77"/>
                  <a:pt x="2639" y="80"/>
                </a:cubicBezTo>
                <a:cubicBezTo>
                  <a:pt x="2628" y="69"/>
                  <a:pt x="2612" y="76"/>
                  <a:pt x="2596" y="76"/>
                </a:cubicBezTo>
                <a:cubicBezTo>
                  <a:pt x="2574" y="69"/>
                  <a:pt x="2617" y="73"/>
                  <a:pt x="2628" y="66"/>
                </a:cubicBezTo>
                <a:cubicBezTo>
                  <a:pt x="2634" y="74"/>
                  <a:pt x="2655" y="69"/>
                  <a:pt x="2655" y="76"/>
                </a:cubicBezTo>
                <a:moveTo>
                  <a:pt x="2736" y="45"/>
                </a:moveTo>
                <a:cubicBezTo>
                  <a:pt x="2742" y="48"/>
                  <a:pt x="2725" y="48"/>
                  <a:pt x="2720" y="45"/>
                </a:cubicBezTo>
                <a:cubicBezTo>
                  <a:pt x="2720" y="49"/>
                  <a:pt x="2725" y="52"/>
                  <a:pt x="2704" y="52"/>
                </a:cubicBezTo>
                <a:cubicBezTo>
                  <a:pt x="2704" y="49"/>
                  <a:pt x="2709" y="48"/>
                  <a:pt x="2698" y="45"/>
                </a:cubicBezTo>
                <a:cubicBezTo>
                  <a:pt x="2715" y="39"/>
                  <a:pt x="2725" y="48"/>
                  <a:pt x="2736" y="45"/>
                </a:cubicBezTo>
                <a:moveTo>
                  <a:pt x="2617" y="40"/>
                </a:moveTo>
                <a:cubicBezTo>
                  <a:pt x="2639" y="45"/>
                  <a:pt x="2607" y="46"/>
                  <a:pt x="2612" y="50"/>
                </a:cubicBezTo>
                <a:cubicBezTo>
                  <a:pt x="2617" y="50"/>
                  <a:pt x="2634" y="52"/>
                  <a:pt x="2623" y="55"/>
                </a:cubicBezTo>
                <a:cubicBezTo>
                  <a:pt x="2650" y="56"/>
                  <a:pt x="2666" y="48"/>
                  <a:pt x="2698" y="55"/>
                </a:cubicBezTo>
                <a:cubicBezTo>
                  <a:pt x="2677" y="55"/>
                  <a:pt x="2639" y="59"/>
                  <a:pt x="2623" y="64"/>
                </a:cubicBezTo>
                <a:cubicBezTo>
                  <a:pt x="2601" y="59"/>
                  <a:pt x="2607" y="48"/>
                  <a:pt x="2569" y="50"/>
                </a:cubicBezTo>
                <a:cubicBezTo>
                  <a:pt x="2574" y="45"/>
                  <a:pt x="2607" y="49"/>
                  <a:pt x="2617" y="40"/>
                </a:cubicBezTo>
                <a:moveTo>
                  <a:pt x="2558" y="46"/>
                </a:moveTo>
                <a:cubicBezTo>
                  <a:pt x="2542" y="50"/>
                  <a:pt x="2525" y="50"/>
                  <a:pt x="2558" y="59"/>
                </a:cubicBezTo>
                <a:cubicBezTo>
                  <a:pt x="2547" y="64"/>
                  <a:pt x="2531" y="64"/>
                  <a:pt x="2509" y="60"/>
                </a:cubicBezTo>
                <a:cubicBezTo>
                  <a:pt x="2525" y="57"/>
                  <a:pt x="2520" y="56"/>
                  <a:pt x="2515" y="57"/>
                </a:cubicBezTo>
                <a:cubicBezTo>
                  <a:pt x="2520" y="52"/>
                  <a:pt x="2536" y="46"/>
                  <a:pt x="2531" y="40"/>
                </a:cubicBezTo>
                <a:cubicBezTo>
                  <a:pt x="2547" y="36"/>
                  <a:pt x="2536" y="49"/>
                  <a:pt x="2558" y="46"/>
                </a:cubicBezTo>
                <a:moveTo>
                  <a:pt x="2466" y="55"/>
                </a:moveTo>
                <a:cubicBezTo>
                  <a:pt x="2488" y="66"/>
                  <a:pt x="2423" y="60"/>
                  <a:pt x="2401" y="62"/>
                </a:cubicBezTo>
                <a:cubicBezTo>
                  <a:pt x="2401" y="52"/>
                  <a:pt x="2385" y="67"/>
                  <a:pt x="2364" y="59"/>
                </a:cubicBezTo>
                <a:cubicBezTo>
                  <a:pt x="2407" y="50"/>
                  <a:pt x="2428" y="66"/>
                  <a:pt x="2466" y="55"/>
                </a:cubicBezTo>
                <a:moveTo>
                  <a:pt x="2121" y="106"/>
                </a:moveTo>
                <a:cubicBezTo>
                  <a:pt x="2115" y="104"/>
                  <a:pt x="2110" y="103"/>
                  <a:pt x="2105" y="100"/>
                </a:cubicBezTo>
                <a:cubicBezTo>
                  <a:pt x="2105" y="107"/>
                  <a:pt x="2083" y="110"/>
                  <a:pt x="2061" y="111"/>
                </a:cubicBezTo>
                <a:cubicBezTo>
                  <a:pt x="2051" y="101"/>
                  <a:pt x="2115" y="103"/>
                  <a:pt x="2110" y="96"/>
                </a:cubicBezTo>
                <a:cubicBezTo>
                  <a:pt x="2132" y="94"/>
                  <a:pt x="2153" y="103"/>
                  <a:pt x="2121" y="106"/>
                </a:cubicBezTo>
                <a:moveTo>
                  <a:pt x="2272" y="70"/>
                </a:moveTo>
                <a:cubicBezTo>
                  <a:pt x="2250" y="79"/>
                  <a:pt x="2240" y="67"/>
                  <a:pt x="2218" y="73"/>
                </a:cubicBezTo>
                <a:cubicBezTo>
                  <a:pt x="2213" y="70"/>
                  <a:pt x="2223" y="67"/>
                  <a:pt x="2240" y="64"/>
                </a:cubicBezTo>
                <a:cubicBezTo>
                  <a:pt x="2261" y="66"/>
                  <a:pt x="2250" y="67"/>
                  <a:pt x="2272" y="70"/>
                </a:cubicBezTo>
                <a:moveTo>
                  <a:pt x="2380" y="42"/>
                </a:moveTo>
                <a:cubicBezTo>
                  <a:pt x="2391" y="48"/>
                  <a:pt x="2347" y="49"/>
                  <a:pt x="2342" y="52"/>
                </a:cubicBezTo>
                <a:cubicBezTo>
                  <a:pt x="2331" y="48"/>
                  <a:pt x="2331" y="43"/>
                  <a:pt x="2347" y="40"/>
                </a:cubicBezTo>
                <a:cubicBezTo>
                  <a:pt x="2337" y="49"/>
                  <a:pt x="2364" y="48"/>
                  <a:pt x="2380" y="42"/>
                </a:cubicBezTo>
                <a:moveTo>
                  <a:pt x="2024" y="111"/>
                </a:moveTo>
                <a:cubicBezTo>
                  <a:pt x="2024" y="115"/>
                  <a:pt x="1964" y="115"/>
                  <a:pt x="1970" y="110"/>
                </a:cubicBezTo>
                <a:cubicBezTo>
                  <a:pt x="1980" y="111"/>
                  <a:pt x="1997" y="111"/>
                  <a:pt x="2013" y="106"/>
                </a:cubicBezTo>
                <a:cubicBezTo>
                  <a:pt x="2024" y="107"/>
                  <a:pt x="2002" y="114"/>
                  <a:pt x="2024" y="111"/>
                </a:cubicBezTo>
                <a:moveTo>
                  <a:pt x="2099" y="83"/>
                </a:moveTo>
                <a:cubicBezTo>
                  <a:pt x="2094" y="80"/>
                  <a:pt x="2142" y="77"/>
                  <a:pt x="2110" y="76"/>
                </a:cubicBezTo>
                <a:cubicBezTo>
                  <a:pt x="2105" y="69"/>
                  <a:pt x="2137" y="77"/>
                  <a:pt x="2148" y="76"/>
                </a:cubicBezTo>
                <a:cubicBezTo>
                  <a:pt x="2159" y="70"/>
                  <a:pt x="2180" y="62"/>
                  <a:pt x="2202" y="67"/>
                </a:cubicBezTo>
                <a:cubicBezTo>
                  <a:pt x="2169" y="82"/>
                  <a:pt x="2142" y="74"/>
                  <a:pt x="2099" y="83"/>
                </a:cubicBezTo>
                <a:moveTo>
                  <a:pt x="2250" y="52"/>
                </a:moveTo>
                <a:cubicBezTo>
                  <a:pt x="2256" y="56"/>
                  <a:pt x="2218" y="60"/>
                  <a:pt x="2207" y="53"/>
                </a:cubicBezTo>
                <a:cubicBezTo>
                  <a:pt x="2223" y="49"/>
                  <a:pt x="2240" y="55"/>
                  <a:pt x="2250" y="52"/>
                </a:cubicBezTo>
                <a:moveTo>
                  <a:pt x="1932" y="107"/>
                </a:moveTo>
                <a:cubicBezTo>
                  <a:pt x="1932" y="108"/>
                  <a:pt x="1937" y="108"/>
                  <a:pt x="1943" y="107"/>
                </a:cubicBezTo>
                <a:cubicBezTo>
                  <a:pt x="1948" y="110"/>
                  <a:pt x="1937" y="110"/>
                  <a:pt x="1937" y="108"/>
                </a:cubicBezTo>
                <a:cubicBezTo>
                  <a:pt x="1921" y="111"/>
                  <a:pt x="1948" y="113"/>
                  <a:pt x="1953" y="113"/>
                </a:cubicBezTo>
                <a:cubicBezTo>
                  <a:pt x="1959" y="114"/>
                  <a:pt x="1948" y="117"/>
                  <a:pt x="1943" y="115"/>
                </a:cubicBezTo>
                <a:cubicBezTo>
                  <a:pt x="1937" y="115"/>
                  <a:pt x="1937" y="117"/>
                  <a:pt x="1943" y="118"/>
                </a:cubicBezTo>
                <a:cubicBezTo>
                  <a:pt x="1937" y="118"/>
                  <a:pt x="1932" y="117"/>
                  <a:pt x="1937" y="115"/>
                </a:cubicBezTo>
                <a:cubicBezTo>
                  <a:pt x="1927" y="113"/>
                  <a:pt x="1916" y="117"/>
                  <a:pt x="1905" y="113"/>
                </a:cubicBezTo>
                <a:cubicBezTo>
                  <a:pt x="1921" y="113"/>
                  <a:pt x="1927" y="110"/>
                  <a:pt x="1927" y="106"/>
                </a:cubicBezTo>
                <a:cubicBezTo>
                  <a:pt x="1932" y="104"/>
                  <a:pt x="1932" y="107"/>
                  <a:pt x="1932" y="107"/>
                </a:cubicBezTo>
                <a:moveTo>
                  <a:pt x="1943" y="87"/>
                </a:moveTo>
                <a:cubicBezTo>
                  <a:pt x="1943" y="84"/>
                  <a:pt x="1948" y="84"/>
                  <a:pt x="1964" y="80"/>
                </a:cubicBezTo>
                <a:cubicBezTo>
                  <a:pt x="1970" y="82"/>
                  <a:pt x="1964" y="83"/>
                  <a:pt x="1959" y="84"/>
                </a:cubicBezTo>
                <a:cubicBezTo>
                  <a:pt x="1986" y="83"/>
                  <a:pt x="1980" y="93"/>
                  <a:pt x="2013" y="89"/>
                </a:cubicBezTo>
                <a:cubicBezTo>
                  <a:pt x="1991" y="100"/>
                  <a:pt x="1975" y="80"/>
                  <a:pt x="1943" y="87"/>
                </a:cubicBezTo>
                <a:moveTo>
                  <a:pt x="2218" y="33"/>
                </a:moveTo>
                <a:cubicBezTo>
                  <a:pt x="2234" y="33"/>
                  <a:pt x="2250" y="33"/>
                  <a:pt x="2267" y="33"/>
                </a:cubicBezTo>
                <a:cubicBezTo>
                  <a:pt x="2267" y="46"/>
                  <a:pt x="2240" y="33"/>
                  <a:pt x="2218" y="36"/>
                </a:cubicBezTo>
                <a:cubicBezTo>
                  <a:pt x="2218" y="33"/>
                  <a:pt x="2207" y="31"/>
                  <a:pt x="2213" y="29"/>
                </a:cubicBezTo>
                <a:cubicBezTo>
                  <a:pt x="2207" y="22"/>
                  <a:pt x="2229" y="32"/>
                  <a:pt x="2218" y="33"/>
                </a:cubicBezTo>
                <a:moveTo>
                  <a:pt x="1862" y="101"/>
                </a:moveTo>
                <a:cubicBezTo>
                  <a:pt x="1878" y="107"/>
                  <a:pt x="1905" y="96"/>
                  <a:pt x="1921" y="101"/>
                </a:cubicBezTo>
                <a:cubicBezTo>
                  <a:pt x="1873" y="103"/>
                  <a:pt x="1883" y="115"/>
                  <a:pt x="1845" y="111"/>
                </a:cubicBezTo>
                <a:cubicBezTo>
                  <a:pt x="1851" y="108"/>
                  <a:pt x="1856" y="108"/>
                  <a:pt x="1862" y="111"/>
                </a:cubicBezTo>
                <a:cubicBezTo>
                  <a:pt x="1856" y="97"/>
                  <a:pt x="1797" y="107"/>
                  <a:pt x="1770" y="103"/>
                </a:cubicBezTo>
                <a:cubicBezTo>
                  <a:pt x="1819" y="97"/>
                  <a:pt x="1851" y="98"/>
                  <a:pt x="1873" y="94"/>
                </a:cubicBezTo>
                <a:cubicBezTo>
                  <a:pt x="1873" y="96"/>
                  <a:pt x="1867" y="98"/>
                  <a:pt x="1862" y="101"/>
                </a:cubicBezTo>
                <a:moveTo>
                  <a:pt x="1937" y="77"/>
                </a:moveTo>
                <a:cubicBezTo>
                  <a:pt x="1932" y="73"/>
                  <a:pt x="1916" y="69"/>
                  <a:pt x="1948" y="67"/>
                </a:cubicBezTo>
                <a:cubicBezTo>
                  <a:pt x="1964" y="72"/>
                  <a:pt x="1959" y="74"/>
                  <a:pt x="1937" y="77"/>
                </a:cubicBezTo>
                <a:moveTo>
                  <a:pt x="2067" y="45"/>
                </a:moveTo>
                <a:cubicBezTo>
                  <a:pt x="2072" y="52"/>
                  <a:pt x="2040" y="52"/>
                  <a:pt x="2029" y="49"/>
                </a:cubicBezTo>
                <a:cubicBezTo>
                  <a:pt x="2034" y="53"/>
                  <a:pt x="2002" y="56"/>
                  <a:pt x="2018" y="62"/>
                </a:cubicBezTo>
                <a:cubicBezTo>
                  <a:pt x="2007" y="62"/>
                  <a:pt x="2002" y="59"/>
                  <a:pt x="1991" y="62"/>
                </a:cubicBezTo>
                <a:cubicBezTo>
                  <a:pt x="2002" y="53"/>
                  <a:pt x="2029" y="45"/>
                  <a:pt x="2067" y="45"/>
                </a:cubicBezTo>
                <a:moveTo>
                  <a:pt x="1279" y="108"/>
                </a:moveTo>
                <a:cubicBezTo>
                  <a:pt x="1268" y="104"/>
                  <a:pt x="1300" y="107"/>
                  <a:pt x="1306" y="104"/>
                </a:cubicBezTo>
                <a:cubicBezTo>
                  <a:pt x="1317" y="108"/>
                  <a:pt x="1327" y="111"/>
                  <a:pt x="1306" y="114"/>
                </a:cubicBezTo>
                <a:cubicBezTo>
                  <a:pt x="1300" y="113"/>
                  <a:pt x="1290" y="106"/>
                  <a:pt x="1279" y="108"/>
                </a:cubicBezTo>
                <a:moveTo>
                  <a:pt x="1403" y="90"/>
                </a:moveTo>
                <a:cubicBezTo>
                  <a:pt x="1419" y="87"/>
                  <a:pt x="1430" y="84"/>
                  <a:pt x="1425" y="82"/>
                </a:cubicBezTo>
                <a:cubicBezTo>
                  <a:pt x="1452" y="83"/>
                  <a:pt x="1414" y="94"/>
                  <a:pt x="1408" y="98"/>
                </a:cubicBezTo>
                <a:cubicBezTo>
                  <a:pt x="1403" y="97"/>
                  <a:pt x="1397" y="96"/>
                  <a:pt x="1392" y="94"/>
                </a:cubicBezTo>
                <a:cubicBezTo>
                  <a:pt x="1403" y="93"/>
                  <a:pt x="1403" y="96"/>
                  <a:pt x="1408" y="96"/>
                </a:cubicBezTo>
                <a:cubicBezTo>
                  <a:pt x="1419" y="94"/>
                  <a:pt x="1408" y="93"/>
                  <a:pt x="1403" y="90"/>
                </a:cubicBezTo>
                <a:moveTo>
                  <a:pt x="1338" y="115"/>
                </a:moveTo>
                <a:cubicBezTo>
                  <a:pt x="1327" y="111"/>
                  <a:pt x="1344" y="108"/>
                  <a:pt x="1354" y="104"/>
                </a:cubicBezTo>
                <a:cubicBezTo>
                  <a:pt x="1371" y="111"/>
                  <a:pt x="1365" y="114"/>
                  <a:pt x="1338" y="115"/>
                </a:cubicBezTo>
                <a:moveTo>
                  <a:pt x="1468" y="90"/>
                </a:moveTo>
                <a:cubicBezTo>
                  <a:pt x="1441" y="83"/>
                  <a:pt x="1500" y="84"/>
                  <a:pt x="1484" y="82"/>
                </a:cubicBezTo>
                <a:cubicBezTo>
                  <a:pt x="1516" y="82"/>
                  <a:pt x="1489" y="90"/>
                  <a:pt x="1468" y="90"/>
                </a:cubicBezTo>
                <a:moveTo>
                  <a:pt x="1554" y="66"/>
                </a:moveTo>
                <a:cubicBezTo>
                  <a:pt x="1565" y="69"/>
                  <a:pt x="1581" y="69"/>
                  <a:pt x="1559" y="60"/>
                </a:cubicBezTo>
                <a:cubicBezTo>
                  <a:pt x="1581" y="59"/>
                  <a:pt x="1570" y="62"/>
                  <a:pt x="1581" y="66"/>
                </a:cubicBezTo>
                <a:cubicBezTo>
                  <a:pt x="1586" y="63"/>
                  <a:pt x="1581" y="62"/>
                  <a:pt x="1592" y="59"/>
                </a:cubicBezTo>
                <a:cubicBezTo>
                  <a:pt x="1586" y="64"/>
                  <a:pt x="1613" y="62"/>
                  <a:pt x="1624" y="67"/>
                </a:cubicBezTo>
                <a:cubicBezTo>
                  <a:pt x="1624" y="70"/>
                  <a:pt x="1619" y="72"/>
                  <a:pt x="1608" y="74"/>
                </a:cubicBezTo>
                <a:cubicBezTo>
                  <a:pt x="1624" y="63"/>
                  <a:pt x="1570" y="70"/>
                  <a:pt x="1570" y="74"/>
                </a:cubicBezTo>
                <a:cubicBezTo>
                  <a:pt x="1543" y="76"/>
                  <a:pt x="1565" y="69"/>
                  <a:pt x="1554" y="66"/>
                </a:cubicBezTo>
                <a:moveTo>
                  <a:pt x="1457" y="97"/>
                </a:moveTo>
                <a:cubicBezTo>
                  <a:pt x="1462" y="98"/>
                  <a:pt x="1457" y="100"/>
                  <a:pt x="1452" y="100"/>
                </a:cubicBezTo>
                <a:cubicBezTo>
                  <a:pt x="1457" y="101"/>
                  <a:pt x="1468" y="101"/>
                  <a:pt x="1473" y="104"/>
                </a:cubicBezTo>
                <a:cubicBezTo>
                  <a:pt x="1473" y="101"/>
                  <a:pt x="1479" y="100"/>
                  <a:pt x="1489" y="103"/>
                </a:cubicBezTo>
                <a:cubicBezTo>
                  <a:pt x="1462" y="107"/>
                  <a:pt x="1457" y="111"/>
                  <a:pt x="1441" y="115"/>
                </a:cubicBezTo>
                <a:cubicBezTo>
                  <a:pt x="1435" y="108"/>
                  <a:pt x="1441" y="103"/>
                  <a:pt x="1457" y="97"/>
                </a:cubicBezTo>
                <a:moveTo>
                  <a:pt x="1635" y="66"/>
                </a:moveTo>
                <a:cubicBezTo>
                  <a:pt x="1640" y="63"/>
                  <a:pt x="1651" y="63"/>
                  <a:pt x="1662" y="66"/>
                </a:cubicBezTo>
                <a:cubicBezTo>
                  <a:pt x="1657" y="67"/>
                  <a:pt x="1651" y="66"/>
                  <a:pt x="1651" y="64"/>
                </a:cubicBezTo>
                <a:cubicBezTo>
                  <a:pt x="1646" y="67"/>
                  <a:pt x="1678" y="73"/>
                  <a:pt x="1651" y="79"/>
                </a:cubicBezTo>
                <a:cubicBezTo>
                  <a:pt x="1630" y="73"/>
                  <a:pt x="1657" y="70"/>
                  <a:pt x="1635" y="66"/>
                </a:cubicBezTo>
                <a:moveTo>
                  <a:pt x="1775" y="45"/>
                </a:moveTo>
                <a:cubicBezTo>
                  <a:pt x="1786" y="48"/>
                  <a:pt x="1775" y="49"/>
                  <a:pt x="1770" y="50"/>
                </a:cubicBezTo>
                <a:cubicBezTo>
                  <a:pt x="1781" y="56"/>
                  <a:pt x="1792" y="53"/>
                  <a:pt x="1802" y="57"/>
                </a:cubicBezTo>
                <a:cubicBezTo>
                  <a:pt x="1775" y="59"/>
                  <a:pt x="1743" y="50"/>
                  <a:pt x="1775" y="45"/>
                </a:cubicBezTo>
                <a:moveTo>
                  <a:pt x="1759" y="66"/>
                </a:moveTo>
                <a:cubicBezTo>
                  <a:pt x="1705" y="69"/>
                  <a:pt x="1721" y="80"/>
                  <a:pt x="1694" y="87"/>
                </a:cubicBezTo>
                <a:cubicBezTo>
                  <a:pt x="1684" y="87"/>
                  <a:pt x="1684" y="86"/>
                  <a:pt x="1689" y="86"/>
                </a:cubicBezTo>
                <a:cubicBezTo>
                  <a:pt x="1684" y="84"/>
                  <a:pt x="1678" y="86"/>
                  <a:pt x="1673" y="86"/>
                </a:cubicBezTo>
                <a:cubicBezTo>
                  <a:pt x="1662" y="80"/>
                  <a:pt x="1700" y="77"/>
                  <a:pt x="1711" y="76"/>
                </a:cubicBezTo>
                <a:cubicBezTo>
                  <a:pt x="1700" y="74"/>
                  <a:pt x="1694" y="74"/>
                  <a:pt x="1684" y="76"/>
                </a:cubicBezTo>
                <a:cubicBezTo>
                  <a:pt x="1705" y="72"/>
                  <a:pt x="1721" y="55"/>
                  <a:pt x="1759" y="66"/>
                </a:cubicBezTo>
                <a:moveTo>
                  <a:pt x="1597" y="107"/>
                </a:moveTo>
                <a:cubicBezTo>
                  <a:pt x="1592" y="104"/>
                  <a:pt x="1603" y="106"/>
                  <a:pt x="1608" y="104"/>
                </a:cubicBezTo>
                <a:cubicBezTo>
                  <a:pt x="1586" y="103"/>
                  <a:pt x="1586" y="104"/>
                  <a:pt x="1581" y="97"/>
                </a:cubicBezTo>
                <a:cubicBezTo>
                  <a:pt x="1586" y="96"/>
                  <a:pt x="1592" y="98"/>
                  <a:pt x="1597" y="100"/>
                </a:cubicBezTo>
                <a:cubicBezTo>
                  <a:pt x="1603" y="98"/>
                  <a:pt x="1597" y="97"/>
                  <a:pt x="1597" y="97"/>
                </a:cubicBezTo>
                <a:cubicBezTo>
                  <a:pt x="1603" y="96"/>
                  <a:pt x="1613" y="98"/>
                  <a:pt x="1608" y="100"/>
                </a:cubicBezTo>
                <a:cubicBezTo>
                  <a:pt x="1608" y="101"/>
                  <a:pt x="1613" y="103"/>
                  <a:pt x="1619" y="101"/>
                </a:cubicBezTo>
                <a:cubicBezTo>
                  <a:pt x="1630" y="106"/>
                  <a:pt x="1603" y="107"/>
                  <a:pt x="1597" y="107"/>
                </a:cubicBezTo>
                <a:moveTo>
                  <a:pt x="1802" y="93"/>
                </a:moveTo>
                <a:cubicBezTo>
                  <a:pt x="1781" y="96"/>
                  <a:pt x="1765" y="96"/>
                  <a:pt x="1748" y="92"/>
                </a:cubicBezTo>
                <a:cubicBezTo>
                  <a:pt x="1765" y="89"/>
                  <a:pt x="1797" y="92"/>
                  <a:pt x="1781" y="83"/>
                </a:cubicBezTo>
                <a:cubicBezTo>
                  <a:pt x="1792" y="79"/>
                  <a:pt x="1797" y="87"/>
                  <a:pt x="1808" y="89"/>
                </a:cubicBezTo>
                <a:cubicBezTo>
                  <a:pt x="1802" y="90"/>
                  <a:pt x="1797" y="92"/>
                  <a:pt x="1802" y="93"/>
                </a:cubicBezTo>
                <a:moveTo>
                  <a:pt x="1873" y="76"/>
                </a:moveTo>
                <a:cubicBezTo>
                  <a:pt x="1862" y="70"/>
                  <a:pt x="1867" y="66"/>
                  <a:pt x="1862" y="62"/>
                </a:cubicBezTo>
                <a:cubicBezTo>
                  <a:pt x="1894" y="60"/>
                  <a:pt x="1894" y="70"/>
                  <a:pt x="1873" y="76"/>
                </a:cubicBezTo>
                <a:moveTo>
                  <a:pt x="1921" y="48"/>
                </a:moveTo>
                <a:cubicBezTo>
                  <a:pt x="1937" y="53"/>
                  <a:pt x="1916" y="56"/>
                  <a:pt x="1921" y="60"/>
                </a:cubicBezTo>
                <a:cubicBezTo>
                  <a:pt x="1910" y="62"/>
                  <a:pt x="1905" y="59"/>
                  <a:pt x="1900" y="57"/>
                </a:cubicBezTo>
                <a:cubicBezTo>
                  <a:pt x="1927" y="55"/>
                  <a:pt x="1900" y="50"/>
                  <a:pt x="1921" y="48"/>
                </a:cubicBezTo>
                <a:moveTo>
                  <a:pt x="1835" y="69"/>
                </a:moveTo>
                <a:cubicBezTo>
                  <a:pt x="1824" y="73"/>
                  <a:pt x="1808" y="77"/>
                  <a:pt x="1829" y="83"/>
                </a:cubicBezTo>
                <a:cubicBezTo>
                  <a:pt x="1802" y="83"/>
                  <a:pt x="1802" y="72"/>
                  <a:pt x="1802" y="67"/>
                </a:cubicBezTo>
                <a:cubicBezTo>
                  <a:pt x="1781" y="66"/>
                  <a:pt x="1781" y="67"/>
                  <a:pt x="1765" y="72"/>
                </a:cubicBezTo>
                <a:cubicBezTo>
                  <a:pt x="1759" y="69"/>
                  <a:pt x="1786" y="66"/>
                  <a:pt x="1775" y="62"/>
                </a:cubicBezTo>
                <a:cubicBezTo>
                  <a:pt x="1786" y="62"/>
                  <a:pt x="1819" y="70"/>
                  <a:pt x="1813" y="62"/>
                </a:cubicBezTo>
                <a:cubicBezTo>
                  <a:pt x="1829" y="59"/>
                  <a:pt x="1813" y="66"/>
                  <a:pt x="1835" y="69"/>
                </a:cubicBezTo>
                <a:moveTo>
                  <a:pt x="1878" y="40"/>
                </a:moveTo>
                <a:cubicBezTo>
                  <a:pt x="1873" y="48"/>
                  <a:pt x="1851" y="52"/>
                  <a:pt x="1824" y="57"/>
                </a:cubicBezTo>
                <a:cubicBezTo>
                  <a:pt x="1829" y="48"/>
                  <a:pt x="1851" y="42"/>
                  <a:pt x="1878" y="36"/>
                </a:cubicBezTo>
                <a:cubicBezTo>
                  <a:pt x="1883" y="39"/>
                  <a:pt x="1845" y="46"/>
                  <a:pt x="1878" y="40"/>
                </a:cubicBezTo>
                <a:moveTo>
                  <a:pt x="1792" y="52"/>
                </a:moveTo>
                <a:cubicBezTo>
                  <a:pt x="1786" y="42"/>
                  <a:pt x="1797" y="36"/>
                  <a:pt x="1813" y="32"/>
                </a:cubicBezTo>
                <a:cubicBezTo>
                  <a:pt x="1808" y="38"/>
                  <a:pt x="1824" y="43"/>
                  <a:pt x="1792" y="52"/>
                </a:cubicBezTo>
                <a:moveTo>
                  <a:pt x="1792" y="33"/>
                </a:moveTo>
                <a:cubicBezTo>
                  <a:pt x="1781" y="33"/>
                  <a:pt x="1775" y="35"/>
                  <a:pt x="1775" y="36"/>
                </a:cubicBezTo>
                <a:cubicBezTo>
                  <a:pt x="1770" y="38"/>
                  <a:pt x="1765" y="33"/>
                  <a:pt x="1754" y="36"/>
                </a:cubicBezTo>
                <a:cubicBezTo>
                  <a:pt x="1754" y="38"/>
                  <a:pt x="1754" y="39"/>
                  <a:pt x="1743" y="40"/>
                </a:cubicBezTo>
                <a:cubicBezTo>
                  <a:pt x="1732" y="36"/>
                  <a:pt x="1754" y="32"/>
                  <a:pt x="1759" y="28"/>
                </a:cubicBezTo>
                <a:cubicBezTo>
                  <a:pt x="1770" y="32"/>
                  <a:pt x="1781" y="29"/>
                  <a:pt x="1792" y="33"/>
                </a:cubicBezTo>
                <a:moveTo>
                  <a:pt x="1721" y="38"/>
                </a:moveTo>
                <a:cubicBezTo>
                  <a:pt x="1711" y="40"/>
                  <a:pt x="1705" y="39"/>
                  <a:pt x="1711" y="38"/>
                </a:cubicBezTo>
                <a:cubicBezTo>
                  <a:pt x="1711" y="35"/>
                  <a:pt x="1673" y="43"/>
                  <a:pt x="1694" y="40"/>
                </a:cubicBezTo>
                <a:cubicBezTo>
                  <a:pt x="1705" y="45"/>
                  <a:pt x="1673" y="43"/>
                  <a:pt x="1667" y="39"/>
                </a:cubicBezTo>
                <a:cubicBezTo>
                  <a:pt x="1689" y="33"/>
                  <a:pt x="1705" y="32"/>
                  <a:pt x="1721" y="38"/>
                </a:cubicBezTo>
                <a:moveTo>
                  <a:pt x="1640" y="42"/>
                </a:moveTo>
                <a:cubicBezTo>
                  <a:pt x="1630" y="52"/>
                  <a:pt x="1662" y="48"/>
                  <a:pt x="1667" y="56"/>
                </a:cubicBezTo>
                <a:cubicBezTo>
                  <a:pt x="1678" y="46"/>
                  <a:pt x="1705" y="50"/>
                  <a:pt x="1743" y="43"/>
                </a:cubicBezTo>
                <a:cubicBezTo>
                  <a:pt x="1743" y="46"/>
                  <a:pt x="1737" y="49"/>
                  <a:pt x="1743" y="50"/>
                </a:cubicBezTo>
                <a:cubicBezTo>
                  <a:pt x="1727" y="53"/>
                  <a:pt x="1689" y="49"/>
                  <a:pt x="1700" y="57"/>
                </a:cubicBezTo>
                <a:cubicBezTo>
                  <a:pt x="1694" y="59"/>
                  <a:pt x="1662" y="53"/>
                  <a:pt x="1667" y="59"/>
                </a:cubicBezTo>
                <a:cubicBezTo>
                  <a:pt x="1651" y="55"/>
                  <a:pt x="1630" y="59"/>
                  <a:pt x="1613" y="55"/>
                </a:cubicBezTo>
                <a:cubicBezTo>
                  <a:pt x="1640" y="50"/>
                  <a:pt x="1603" y="45"/>
                  <a:pt x="1640" y="42"/>
                </a:cubicBezTo>
                <a:moveTo>
                  <a:pt x="1500" y="70"/>
                </a:moveTo>
                <a:cubicBezTo>
                  <a:pt x="1489" y="70"/>
                  <a:pt x="1484" y="69"/>
                  <a:pt x="1473" y="66"/>
                </a:cubicBezTo>
                <a:cubicBezTo>
                  <a:pt x="1489" y="63"/>
                  <a:pt x="1495" y="64"/>
                  <a:pt x="1495" y="69"/>
                </a:cubicBezTo>
                <a:cubicBezTo>
                  <a:pt x="1495" y="59"/>
                  <a:pt x="1527" y="64"/>
                  <a:pt x="1532" y="62"/>
                </a:cubicBezTo>
                <a:cubicBezTo>
                  <a:pt x="1565" y="66"/>
                  <a:pt x="1522" y="64"/>
                  <a:pt x="1500" y="70"/>
                </a:cubicBezTo>
                <a:moveTo>
                  <a:pt x="1608" y="35"/>
                </a:moveTo>
                <a:cubicBezTo>
                  <a:pt x="1635" y="35"/>
                  <a:pt x="1592" y="45"/>
                  <a:pt x="1592" y="49"/>
                </a:cubicBezTo>
                <a:cubicBezTo>
                  <a:pt x="1575" y="48"/>
                  <a:pt x="1559" y="52"/>
                  <a:pt x="1543" y="46"/>
                </a:cubicBezTo>
                <a:cubicBezTo>
                  <a:pt x="1554" y="45"/>
                  <a:pt x="1559" y="43"/>
                  <a:pt x="1554" y="40"/>
                </a:cubicBezTo>
                <a:cubicBezTo>
                  <a:pt x="1575" y="49"/>
                  <a:pt x="1586" y="36"/>
                  <a:pt x="1608" y="35"/>
                </a:cubicBezTo>
                <a:moveTo>
                  <a:pt x="1468" y="66"/>
                </a:moveTo>
                <a:cubicBezTo>
                  <a:pt x="1452" y="72"/>
                  <a:pt x="1441" y="67"/>
                  <a:pt x="1430" y="70"/>
                </a:cubicBezTo>
                <a:cubicBezTo>
                  <a:pt x="1414" y="63"/>
                  <a:pt x="1457" y="62"/>
                  <a:pt x="1468" y="66"/>
                </a:cubicBezTo>
                <a:moveTo>
                  <a:pt x="1241" y="106"/>
                </a:moveTo>
                <a:cubicBezTo>
                  <a:pt x="1246" y="107"/>
                  <a:pt x="1241" y="107"/>
                  <a:pt x="1241" y="108"/>
                </a:cubicBezTo>
                <a:cubicBezTo>
                  <a:pt x="1235" y="108"/>
                  <a:pt x="1235" y="110"/>
                  <a:pt x="1241" y="111"/>
                </a:cubicBezTo>
                <a:cubicBezTo>
                  <a:pt x="1230" y="111"/>
                  <a:pt x="1209" y="100"/>
                  <a:pt x="1182" y="101"/>
                </a:cubicBezTo>
                <a:cubicBezTo>
                  <a:pt x="1182" y="94"/>
                  <a:pt x="1219" y="84"/>
                  <a:pt x="1241" y="93"/>
                </a:cubicBezTo>
                <a:cubicBezTo>
                  <a:pt x="1235" y="93"/>
                  <a:pt x="1230" y="92"/>
                  <a:pt x="1225" y="90"/>
                </a:cubicBezTo>
                <a:cubicBezTo>
                  <a:pt x="1219" y="92"/>
                  <a:pt x="1230" y="93"/>
                  <a:pt x="1230" y="94"/>
                </a:cubicBezTo>
                <a:cubicBezTo>
                  <a:pt x="1214" y="96"/>
                  <a:pt x="1203" y="94"/>
                  <a:pt x="1182" y="98"/>
                </a:cubicBezTo>
                <a:cubicBezTo>
                  <a:pt x="1192" y="101"/>
                  <a:pt x="1209" y="96"/>
                  <a:pt x="1219" y="97"/>
                </a:cubicBezTo>
                <a:cubicBezTo>
                  <a:pt x="1219" y="101"/>
                  <a:pt x="1214" y="108"/>
                  <a:pt x="1241" y="106"/>
                </a:cubicBezTo>
                <a:moveTo>
                  <a:pt x="1381" y="69"/>
                </a:moveTo>
                <a:cubicBezTo>
                  <a:pt x="1376" y="76"/>
                  <a:pt x="1371" y="66"/>
                  <a:pt x="1360" y="63"/>
                </a:cubicBezTo>
                <a:cubicBezTo>
                  <a:pt x="1376" y="59"/>
                  <a:pt x="1392" y="59"/>
                  <a:pt x="1408" y="63"/>
                </a:cubicBezTo>
                <a:cubicBezTo>
                  <a:pt x="1414" y="67"/>
                  <a:pt x="1397" y="63"/>
                  <a:pt x="1392" y="62"/>
                </a:cubicBezTo>
                <a:cubicBezTo>
                  <a:pt x="1381" y="64"/>
                  <a:pt x="1376" y="66"/>
                  <a:pt x="1381" y="69"/>
                </a:cubicBezTo>
                <a:moveTo>
                  <a:pt x="1511" y="39"/>
                </a:moveTo>
                <a:cubicBezTo>
                  <a:pt x="1538" y="25"/>
                  <a:pt x="1575" y="38"/>
                  <a:pt x="1511" y="39"/>
                </a:cubicBezTo>
                <a:moveTo>
                  <a:pt x="1495" y="31"/>
                </a:moveTo>
                <a:cubicBezTo>
                  <a:pt x="1511" y="29"/>
                  <a:pt x="1500" y="40"/>
                  <a:pt x="1500" y="45"/>
                </a:cubicBezTo>
                <a:cubicBezTo>
                  <a:pt x="1479" y="48"/>
                  <a:pt x="1495" y="39"/>
                  <a:pt x="1489" y="38"/>
                </a:cubicBezTo>
                <a:cubicBezTo>
                  <a:pt x="1468" y="33"/>
                  <a:pt x="1473" y="42"/>
                  <a:pt x="1457" y="43"/>
                </a:cubicBezTo>
                <a:cubicBezTo>
                  <a:pt x="1435" y="33"/>
                  <a:pt x="1495" y="35"/>
                  <a:pt x="1495" y="31"/>
                </a:cubicBezTo>
                <a:moveTo>
                  <a:pt x="1435" y="45"/>
                </a:moveTo>
                <a:cubicBezTo>
                  <a:pt x="1452" y="50"/>
                  <a:pt x="1441" y="56"/>
                  <a:pt x="1462" y="49"/>
                </a:cubicBezTo>
                <a:cubicBezTo>
                  <a:pt x="1479" y="57"/>
                  <a:pt x="1435" y="55"/>
                  <a:pt x="1419" y="56"/>
                </a:cubicBezTo>
                <a:cubicBezTo>
                  <a:pt x="1408" y="50"/>
                  <a:pt x="1403" y="53"/>
                  <a:pt x="1397" y="48"/>
                </a:cubicBezTo>
                <a:cubicBezTo>
                  <a:pt x="1414" y="46"/>
                  <a:pt x="1425" y="46"/>
                  <a:pt x="1435" y="45"/>
                </a:cubicBezTo>
                <a:moveTo>
                  <a:pt x="1333" y="57"/>
                </a:moveTo>
                <a:cubicBezTo>
                  <a:pt x="1344" y="62"/>
                  <a:pt x="1311" y="64"/>
                  <a:pt x="1317" y="69"/>
                </a:cubicBezTo>
                <a:cubicBezTo>
                  <a:pt x="1311" y="70"/>
                  <a:pt x="1306" y="67"/>
                  <a:pt x="1311" y="66"/>
                </a:cubicBezTo>
                <a:cubicBezTo>
                  <a:pt x="1306" y="64"/>
                  <a:pt x="1300" y="64"/>
                  <a:pt x="1300" y="66"/>
                </a:cubicBezTo>
                <a:cubicBezTo>
                  <a:pt x="1295" y="63"/>
                  <a:pt x="1300" y="63"/>
                  <a:pt x="1306" y="64"/>
                </a:cubicBezTo>
                <a:cubicBezTo>
                  <a:pt x="1327" y="62"/>
                  <a:pt x="1317" y="57"/>
                  <a:pt x="1333" y="57"/>
                </a:cubicBezTo>
                <a:moveTo>
                  <a:pt x="1031" y="103"/>
                </a:moveTo>
                <a:cubicBezTo>
                  <a:pt x="1025" y="97"/>
                  <a:pt x="1031" y="100"/>
                  <a:pt x="1014" y="104"/>
                </a:cubicBezTo>
                <a:cubicBezTo>
                  <a:pt x="1009" y="100"/>
                  <a:pt x="1009" y="97"/>
                  <a:pt x="1020" y="94"/>
                </a:cubicBezTo>
                <a:cubicBezTo>
                  <a:pt x="1041" y="94"/>
                  <a:pt x="1052" y="100"/>
                  <a:pt x="1031" y="103"/>
                </a:cubicBezTo>
                <a:moveTo>
                  <a:pt x="1160" y="74"/>
                </a:moveTo>
                <a:cubicBezTo>
                  <a:pt x="1155" y="76"/>
                  <a:pt x="1149" y="74"/>
                  <a:pt x="1149" y="73"/>
                </a:cubicBezTo>
                <a:cubicBezTo>
                  <a:pt x="1144" y="72"/>
                  <a:pt x="1138" y="73"/>
                  <a:pt x="1138" y="73"/>
                </a:cubicBezTo>
                <a:cubicBezTo>
                  <a:pt x="1122" y="72"/>
                  <a:pt x="1176" y="69"/>
                  <a:pt x="1144" y="69"/>
                </a:cubicBezTo>
                <a:cubicBezTo>
                  <a:pt x="1144" y="63"/>
                  <a:pt x="1192" y="67"/>
                  <a:pt x="1198" y="57"/>
                </a:cubicBezTo>
                <a:cubicBezTo>
                  <a:pt x="1209" y="63"/>
                  <a:pt x="1225" y="56"/>
                  <a:pt x="1235" y="63"/>
                </a:cubicBezTo>
                <a:cubicBezTo>
                  <a:pt x="1209" y="64"/>
                  <a:pt x="1160" y="64"/>
                  <a:pt x="1160" y="74"/>
                </a:cubicBezTo>
                <a:moveTo>
                  <a:pt x="1397" y="40"/>
                </a:moveTo>
                <a:cubicBezTo>
                  <a:pt x="1365" y="39"/>
                  <a:pt x="1365" y="52"/>
                  <a:pt x="1333" y="50"/>
                </a:cubicBezTo>
                <a:cubicBezTo>
                  <a:pt x="1327" y="48"/>
                  <a:pt x="1371" y="33"/>
                  <a:pt x="1371" y="40"/>
                </a:cubicBezTo>
                <a:cubicBezTo>
                  <a:pt x="1376" y="38"/>
                  <a:pt x="1387" y="35"/>
                  <a:pt x="1381" y="31"/>
                </a:cubicBezTo>
                <a:cubicBezTo>
                  <a:pt x="1408" y="29"/>
                  <a:pt x="1381" y="38"/>
                  <a:pt x="1397" y="40"/>
                </a:cubicBezTo>
                <a:moveTo>
                  <a:pt x="1273" y="40"/>
                </a:moveTo>
                <a:cubicBezTo>
                  <a:pt x="1290" y="46"/>
                  <a:pt x="1263" y="49"/>
                  <a:pt x="1279" y="55"/>
                </a:cubicBezTo>
                <a:cubicBezTo>
                  <a:pt x="1268" y="56"/>
                  <a:pt x="1268" y="53"/>
                  <a:pt x="1273" y="53"/>
                </a:cubicBezTo>
                <a:cubicBezTo>
                  <a:pt x="1263" y="49"/>
                  <a:pt x="1246" y="60"/>
                  <a:pt x="1241" y="52"/>
                </a:cubicBezTo>
                <a:cubicBezTo>
                  <a:pt x="1241" y="50"/>
                  <a:pt x="1246" y="52"/>
                  <a:pt x="1252" y="52"/>
                </a:cubicBezTo>
                <a:cubicBezTo>
                  <a:pt x="1279" y="49"/>
                  <a:pt x="1241" y="43"/>
                  <a:pt x="1273" y="40"/>
                </a:cubicBezTo>
                <a:moveTo>
                  <a:pt x="1095" y="76"/>
                </a:moveTo>
                <a:cubicBezTo>
                  <a:pt x="1095" y="80"/>
                  <a:pt x="1106" y="83"/>
                  <a:pt x="1106" y="87"/>
                </a:cubicBezTo>
                <a:cubicBezTo>
                  <a:pt x="1095" y="92"/>
                  <a:pt x="1068" y="82"/>
                  <a:pt x="1090" y="90"/>
                </a:cubicBezTo>
                <a:cubicBezTo>
                  <a:pt x="1079" y="92"/>
                  <a:pt x="1057" y="86"/>
                  <a:pt x="1079" y="93"/>
                </a:cubicBezTo>
                <a:cubicBezTo>
                  <a:pt x="1063" y="92"/>
                  <a:pt x="1036" y="93"/>
                  <a:pt x="1036" y="86"/>
                </a:cubicBezTo>
                <a:cubicBezTo>
                  <a:pt x="1074" y="92"/>
                  <a:pt x="1068" y="83"/>
                  <a:pt x="1095" y="76"/>
                </a:cubicBezTo>
                <a:moveTo>
                  <a:pt x="442" y="86"/>
                </a:moveTo>
                <a:cubicBezTo>
                  <a:pt x="410" y="84"/>
                  <a:pt x="442" y="73"/>
                  <a:pt x="404" y="83"/>
                </a:cubicBezTo>
                <a:cubicBezTo>
                  <a:pt x="399" y="77"/>
                  <a:pt x="447" y="72"/>
                  <a:pt x="480" y="66"/>
                </a:cubicBezTo>
                <a:cubicBezTo>
                  <a:pt x="485" y="70"/>
                  <a:pt x="485" y="73"/>
                  <a:pt x="491" y="76"/>
                </a:cubicBezTo>
                <a:cubicBezTo>
                  <a:pt x="458" y="77"/>
                  <a:pt x="447" y="77"/>
                  <a:pt x="442" y="86"/>
                </a:cubicBezTo>
                <a:moveTo>
                  <a:pt x="572" y="53"/>
                </a:moveTo>
                <a:cubicBezTo>
                  <a:pt x="593" y="49"/>
                  <a:pt x="572" y="62"/>
                  <a:pt x="588" y="57"/>
                </a:cubicBezTo>
                <a:cubicBezTo>
                  <a:pt x="593" y="60"/>
                  <a:pt x="577" y="62"/>
                  <a:pt x="572" y="63"/>
                </a:cubicBezTo>
                <a:cubicBezTo>
                  <a:pt x="550" y="60"/>
                  <a:pt x="577" y="57"/>
                  <a:pt x="572" y="53"/>
                </a:cubicBezTo>
                <a:moveTo>
                  <a:pt x="431" y="98"/>
                </a:moveTo>
                <a:cubicBezTo>
                  <a:pt x="404" y="94"/>
                  <a:pt x="464" y="87"/>
                  <a:pt x="475" y="94"/>
                </a:cubicBezTo>
                <a:cubicBezTo>
                  <a:pt x="458" y="98"/>
                  <a:pt x="447" y="92"/>
                  <a:pt x="431" y="98"/>
                </a:cubicBezTo>
                <a:moveTo>
                  <a:pt x="815" y="60"/>
                </a:moveTo>
                <a:cubicBezTo>
                  <a:pt x="842" y="53"/>
                  <a:pt x="815" y="53"/>
                  <a:pt x="858" y="52"/>
                </a:cubicBezTo>
                <a:cubicBezTo>
                  <a:pt x="858" y="53"/>
                  <a:pt x="852" y="53"/>
                  <a:pt x="852" y="53"/>
                </a:cubicBezTo>
                <a:cubicBezTo>
                  <a:pt x="842" y="55"/>
                  <a:pt x="852" y="56"/>
                  <a:pt x="858" y="59"/>
                </a:cubicBezTo>
                <a:cubicBezTo>
                  <a:pt x="842" y="63"/>
                  <a:pt x="831" y="57"/>
                  <a:pt x="815" y="60"/>
                </a:cubicBezTo>
                <a:moveTo>
                  <a:pt x="653" y="96"/>
                </a:moveTo>
                <a:cubicBezTo>
                  <a:pt x="663" y="97"/>
                  <a:pt x="669" y="100"/>
                  <a:pt x="674" y="101"/>
                </a:cubicBezTo>
                <a:cubicBezTo>
                  <a:pt x="653" y="107"/>
                  <a:pt x="626" y="98"/>
                  <a:pt x="653" y="96"/>
                </a:cubicBezTo>
                <a:moveTo>
                  <a:pt x="917" y="56"/>
                </a:moveTo>
                <a:cubicBezTo>
                  <a:pt x="928" y="63"/>
                  <a:pt x="917" y="63"/>
                  <a:pt x="890" y="67"/>
                </a:cubicBezTo>
                <a:cubicBezTo>
                  <a:pt x="869" y="62"/>
                  <a:pt x="912" y="60"/>
                  <a:pt x="917" y="56"/>
                </a:cubicBezTo>
                <a:moveTo>
                  <a:pt x="723" y="108"/>
                </a:moveTo>
                <a:cubicBezTo>
                  <a:pt x="712" y="106"/>
                  <a:pt x="717" y="104"/>
                  <a:pt x="712" y="101"/>
                </a:cubicBezTo>
                <a:cubicBezTo>
                  <a:pt x="723" y="101"/>
                  <a:pt x="728" y="100"/>
                  <a:pt x="739" y="98"/>
                </a:cubicBezTo>
                <a:cubicBezTo>
                  <a:pt x="755" y="101"/>
                  <a:pt x="750" y="103"/>
                  <a:pt x="755" y="106"/>
                </a:cubicBezTo>
                <a:cubicBezTo>
                  <a:pt x="744" y="108"/>
                  <a:pt x="734" y="106"/>
                  <a:pt x="723" y="108"/>
                </a:cubicBezTo>
                <a:moveTo>
                  <a:pt x="766" y="100"/>
                </a:moveTo>
                <a:cubicBezTo>
                  <a:pt x="766" y="92"/>
                  <a:pt x="787" y="100"/>
                  <a:pt x="820" y="94"/>
                </a:cubicBezTo>
                <a:cubicBezTo>
                  <a:pt x="809" y="94"/>
                  <a:pt x="798" y="96"/>
                  <a:pt x="793" y="93"/>
                </a:cubicBezTo>
                <a:cubicBezTo>
                  <a:pt x="804" y="90"/>
                  <a:pt x="815" y="90"/>
                  <a:pt x="825" y="93"/>
                </a:cubicBezTo>
                <a:cubicBezTo>
                  <a:pt x="820" y="101"/>
                  <a:pt x="787" y="96"/>
                  <a:pt x="766" y="100"/>
                </a:cubicBezTo>
                <a:moveTo>
                  <a:pt x="858" y="89"/>
                </a:moveTo>
                <a:cubicBezTo>
                  <a:pt x="852" y="86"/>
                  <a:pt x="874" y="89"/>
                  <a:pt x="869" y="84"/>
                </a:cubicBezTo>
                <a:cubicBezTo>
                  <a:pt x="890" y="90"/>
                  <a:pt x="869" y="97"/>
                  <a:pt x="874" y="104"/>
                </a:cubicBezTo>
                <a:cubicBezTo>
                  <a:pt x="858" y="100"/>
                  <a:pt x="869" y="90"/>
                  <a:pt x="858" y="89"/>
                </a:cubicBezTo>
                <a:moveTo>
                  <a:pt x="1052" y="52"/>
                </a:moveTo>
                <a:cubicBezTo>
                  <a:pt x="1031" y="48"/>
                  <a:pt x="1074" y="42"/>
                  <a:pt x="1084" y="43"/>
                </a:cubicBezTo>
                <a:cubicBezTo>
                  <a:pt x="1095" y="50"/>
                  <a:pt x="1068" y="48"/>
                  <a:pt x="1052" y="52"/>
                </a:cubicBezTo>
                <a:moveTo>
                  <a:pt x="1235" y="40"/>
                </a:moveTo>
                <a:cubicBezTo>
                  <a:pt x="1225" y="43"/>
                  <a:pt x="1214" y="40"/>
                  <a:pt x="1203" y="43"/>
                </a:cubicBezTo>
                <a:cubicBezTo>
                  <a:pt x="1192" y="46"/>
                  <a:pt x="1230" y="39"/>
                  <a:pt x="1209" y="35"/>
                </a:cubicBezTo>
                <a:cubicBezTo>
                  <a:pt x="1219" y="33"/>
                  <a:pt x="1230" y="31"/>
                  <a:pt x="1241" y="29"/>
                </a:cubicBezTo>
                <a:cubicBezTo>
                  <a:pt x="1225" y="29"/>
                  <a:pt x="1225" y="26"/>
                  <a:pt x="1235" y="25"/>
                </a:cubicBezTo>
                <a:cubicBezTo>
                  <a:pt x="1257" y="31"/>
                  <a:pt x="1219" y="35"/>
                  <a:pt x="1235" y="40"/>
                </a:cubicBezTo>
                <a:moveTo>
                  <a:pt x="982" y="72"/>
                </a:moveTo>
                <a:cubicBezTo>
                  <a:pt x="998" y="70"/>
                  <a:pt x="971" y="79"/>
                  <a:pt x="977" y="83"/>
                </a:cubicBezTo>
                <a:cubicBezTo>
                  <a:pt x="960" y="86"/>
                  <a:pt x="944" y="79"/>
                  <a:pt x="966" y="74"/>
                </a:cubicBezTo>
                <a:cubicBezTo>
                  <a:pt x="971" y="83"/>
                  <a:pt x="966" y="74"/>
                  <a:pt x="982" y="72"/>
                </a:cubicBezTo>
                <a:moveTo>
                  <a:pt x="1144" y="33"/>
                </a:moveTo>
                <a:cubicBezTo>
                  <a:pt x="1176" y="35"/>
                  <a:pt x="1127" y="38"/>
                  <a:pt x="1111" y="42"/>
                </a:cubicBezTo>
                <a:cubicBezTo>
                  <a:pt x="1111" y="40"/>
                  <a:pt x="1111" y="39"/>
                  <a:pt x="1106" y="36"/>
                </a:cubicBezTo>
                <a:cubicBezTo>
                  <a:pt x="1117" y="29"/>
                  <a:pt x="1149" y="42"/>
                  <a:pt x="1144" y="33"/>
                </a:cubicBezTo>
                <a:moveTo>
                  <a:pt x="993" y="62"/>
                </a:moveTo>
                <a:cubicBezTo>
                  <a:pt x="982" y="67"/>
                  <a:pt x="950" y="59"/>
                  <a:pt x="955" y="67"/>
                </a:cubicBezTo>
                <a:cubicBezTo>
                  <a:pt x="928" y="69"/>
                  <a:pt x="944" y="62"/>
                  <a:pt x="960" y="60"/>
                </a:cubicBezTo>
                <a:cubicBezTo>
                  <a:pt x="950" y="57"/>
                  <a:pt x="939" y="62"/>
                  <a:pt x="928" y="56"/>
                </a:cubicBezTo>
                <a:cubicBezTo>
                  <a:pt x="939" y="53"/>
                  <a:pt x="950" y="56"/>
                  <a:pt x="939" y="57"/>
                </a:cubicBezTo>
                <a:cubicBezTo>
                  <a:pt x="966" y="60"/>
                  <a:pt x="971" y="52"/>
                  <a:pt x="987" y="53"/>
                </a:cubicBezTo>
                <a:cubicBezTo>
                  <a:pt x="993" y="56"/>
                  <a:pt x="971" y="57"/>
                  <a:pt x="993" y="62"/>
                </a:cubicBezTo>
                <a:moveTo>
                  <a:pt x="1047" y="25"/>
                </a:moveTo>
                <a:cubicBezTo>
                  <a:pt x="1063" y="23"/>
                  <a:pt x="1074" y="23"/>
                  <a:pt x="1084" y="22"/>
                </a:cubicBezTo>
                <a:cubicBezTo>
                  <a:pt x="1106" y="33"/>
                  <a:pt x="1052" y="28"/>
                  <a:pt x="1047" y="40"/>
                </a:cubicBezTo>
                <a:cubicBezTo>
                  <a:pt x="1025" y="40"/>
                  <a:pt x="1025" y="38"/>
                  <a:pt x="1025" y="32"/>
                </a:cubicBezTo>
                <a:cubicBezTo>
                  <a:pt x="1020" y="36"/>
                  <a:pt x="1014" y="36"/>
                  <a:pt x="1009" y="33"/>
                </a:cubicBezTo>
                <a:cubicBezTo>
                  <a:pt x="1025" y="32"/>
                  <a:pt x="1047" y="31"/>
                  <a:pt x="1063" y="29"/>
                </a:cubicBezTo>
                <a:cubicBezTo>
                  <a:pt x="1068" y="26"/>
                  <a:pt x="1057" y="28"/>
                  <a:pt x="1047" y="25"/>
                </a:cubicBezTo>
                <a:moveTo>
                  <a:pt x="998" y="43"/>
                </a:moveTo>
                <a:cubicBezTo>
                  <a:pt x="982" y="45"/>
                  <a:pt x="955" y="43"/>
                  <a:pt x="955" y="39"/>
                </a:cubicBezTo>
                <a:cubicBezTo>
                  <a:pt x="971" y="35"/>
                  <a:pt x="998" y="39"/>
                  <a:pt x="998" y="43"/>
                </a:cubicBezTo>
                <a:moveTo>
                  <a:pt x="912" y="48"/>
                </a:moveTo>
                <a:cubicBezTo>
                  <a:pt x="885" y="42"/>
                  <a:pt x="923" y="39"/>
                  <a:pt x="912" y="35"/>
                </a:cubicBezTo>
                <a:cubicBezTo>
                  <a:pt x="923" y="33"/>
                  <a:pt x="923" y="45"/>
                  <a:pt x="912" y="48"/>
                </a:cubicBezTo>
                <a:moveTo>
                  <a:pt x="647" y="89"/>
                </a:moveTo>
                <a:cubicBezTo>
                  <a:pt x="653" y="93"/>
                  <a:pt x="642" y="90"/>
                  <a:pt x="637" y="89"/>
                </a:cubicBezTo>
                <a:cubicBezTo>
                  <a:pt x="615" y="94"/>
                  <a:pt x="615" y="110"/>
                  <a:pt x="577" y="98"/>
                </a:cubicBezTo>
                <a:cubicBezTo>
                  <a:pt x="610" y="96"/>
                  <a:pt x="604" y="92"/>
                  <a:pt x="615" y="86"/>
                </a:cubicBezTo>
                <a:cubicBezTo>
                  <a:pt x="626" y="83"/>
                  <a:pt x="637" y="90"/>
                  <a:pt x="647" y="89"/>
                </a:cubicBezTo>
                <a:moveTo>
                  <a:pt x="739" y="62"/>
                </a:moveTo>
                <a:cubicBezTo>
                  <a:pt x="734" y="63"/>
                  <a:pt x="739" y="63"/>
                  <a:pt x="739" y="64"/>
                </a:cubicBezTo>
                <a:cubicBezTo>
                  <a:pt x="707" y="63"/>
                  <a:pt x="755" y="60"/>
                  <a:pt x="761" y="56"/>
                </a:cubicBezTo>
                <a:cubicBezTo>
                  <a:pt x="782" y="60"/>
                  <a:pt x="755" y="64"/>
                  <a:pt x="739" y="62"/>
                </a:cubicBezTo>
                <a:moveTo>
                  <a:pt x="863" y="40"/>
                </a:moveTo>
                <a:cubicBezTo>
                  <a:pt x="847" y="42"/>
                  <a:pt x="836" y="45"/>
                  <a:pt x="825" y="48"/>
                </a:cubicBezTo>
                <a:cubicBezTo>
                  <a:pt x="815" y="42"/>
                  <a:pt x="842" y="38"/>
                  <a:pt x="842" y="33"/>
                </a:cubicBezTo>
                <a:cubicBezTo>
                  <a:pt x="863" y="35"/>
                  <a:pt x="847" y="36"/>
                  <a:pt x="863" y="40"/>
                </a:cubicBezTo>
                <a:moveTo>
                  <a:pt x="637" y="76"/>
                </a:moveTo>
                <a:cubicBezTo>
                  <a:pt x="653" y="77"/>
                  <a:pt x="653" y="70"/>
                  <a:pt x="674" y="73"/>
                </a:cubicBezTo>
                <a:cubicBezTo>
                  <a:pt x="680" y="82"/>
                  <a:pt x="642" y="79"/>
                  <a:pt x="626" y="83"/>
                </a:cubicBezTo>
                <a:cubicBezTo>
                  <a:pt x="620" y="80"/>
                  <a:pt x="615" y="79"/>
                  <a:pt x="610" y="76"/>
                </a:cubicBezTo>
                <a:cubicBezTo>
                  <a:pt x="620" y="72"/>
                  <a:pt x="626" y="69"/>
                  <a:pt x="631" y="67"/>
                </a:cubicBezTo>
                <a:cubicBezTo>
                  <a:pt x="653" y="64"/>
                  <a:pt x="626" y="73"/>
                  <a:pt x="637" y="76"/>
                </a:cubicBezTo>
                <a:moveTo>
                  <a:pt x="669" y="50"/>
                </a:moveTo>
                <a:cubicBezTo>
                  <a:pt x="690" y="56"/>
                  <a:pt x="669" y="60"/>
                  <a:pt x="669" y="64"/>
                </a:cubicBezTo>
                <a:cubicBezTo>
                  <a:pt x="663" y="64"/>
                  <a:pt x="663" y="63"/>
                  <a:pt x="663" y="62"/>
                </a:cubicBezTo>
                <a:cubicBezTo>
                  <a:pt x="658" y="62"/>
                  <a:pt x="647" y="62"/>
                  <a:pt x="637" y="63"/>
                </a:cubicBezTo>
                <a:cubicBezTo>
                  <a:pt x="631" y="59"/>
                  <a:pt x="647" y="55"/>
                  <a:pt x="669" y="50"/>
                </a:cubicBezTo>
                <a:moveTo>
                  <a:pt x="583" y="72"/>
                </a:moveTo>
                <a:cubicBezTo>
                  <a:pt x="566" y="77"/>
                  <a:pt x="555" y="86"/>
                  <a:pt x="534" y="87"/>
                </a:cubicBezTo>
                <a:cubicBezTo>
                  <a:pt x="534" y="80"/>
                  <a:pt x="518" y="73"/>
                  <a:pt x="550" y="67"/>
                </a:cubicBezTo>
                <a:cubicBezTo>
                  <a:pt x="572" y="67"/>
                  <a:pt x="561" y="74"/>
                  <a:pt x="583" y="72"/>
                </a:cubicBezTo>
                <a:moveTo>
                  <a:pt x="793" y="21"/>
                </a:moveTo>
                <a:cubicBezTo>
                  <a:pt x="782" y="23"/>
                  <a:pt x="777" y="22"/>
                  <a:pt x="782" y="21"/>
                </a:cubicBezTo>
                <a:cubicBezTo>
                  <a:pt x="771" y="19"/>
                  <a:pt x="750" y="23"/>
                  <a:pt x="739" y="25"/>
                </a:cubicBezTo>
                <a:cubicBezTo>
                  <a:pt x="723" y="19"/>
                  <a:pt x="777" y="12"/>
                  <a:pt x="793" y="21"/>
                </a:cubicBezTo>
                <a:moveTo>
                  <a:pt x="723" y="26"/>
                </a:moveTo>
                <a:cubicBezTo>
                  <a:pt x="723" y="33"/>
                  <a:pt x="701" y="36"/>
                  <a:pt x="707" y="40"/>
                </a:cubicBezTo>
                <a:cubicBezTo>
                  <a:pt x="696" y="43"/>
                  <a:pt x="685" y="46"/>
                  <a:pt x="669" y="48"/>
                </a:cubicBezTo>
                <a:cubicBezTo>
                  <a:pt x="658" y="46"/>
                  <a:pt x="658" y="43"/>
                  <a:pt x="669" y="40"/>
                </a:cubicBezTo>
                <a:cubicBezTo>
                  <a:pt x="674" y="42"/>
                  <a:pt x="669" y="43"/>
                  <a:pt x="669" y="43"/>
                </a:cubicBezTo>
                <a:cubicBezTo>
                  <a:pt x="690" y="45"/>
                  <a:pt x="701" y="25"/>
                  <a:pt x="690" y="29"/>
                </a:cubicBezTo>
                <a:cubicBezTo>
                  <a:pt x="685" y="26"/>
                  <a:pt x="707" y="25"/>
                  <a:pt x="701" y="22"/>
                </a:cubicBezTo>
                <a:cubicBezTo>
                  <a:pt x="712" y="21"/>
                  <a:pt x="707" y="25"/>
                  <a:pt x="723" y="26"/>
                </a:cubicBezTo>
                <a:moveTo>
                  <a:pt x="647" y="33"/>
                </a:moveTo>
                <a:cubicBezTo>
                  <a:pt x="663" y="38"/>
                  <a:pt x="631" y="40"/>
                  <a:pt x="642" y="45"/>
                </a:cubicBezTo>
                <a:cubicBezTo>
                  <a:pt x="626" y="46"/>
                  <a:pt x="620" y="35"/>
                  <a:pt x="647" y="33"/>
                </a:cubicBezTo>
                <a:moveTo>
                  <a:pt x="572" y="48"/>
                </a:moveTo>
                <a:cubicBezTo>
                  <a:pt x="572" y="43"/>
                  <a:pt x="588" y="39"/>
                  <a:pt x="604" y="36"/>
                </a:cubicBezTo>
                <a:cubicBezTo>
                  <a:pt x="631" y="43"/>
                  <a:pt x="593" y="45"/>
                  <a:pt x="572" y="48"/>
                </a:cubicBezTo>
                <a:moveTo>
                  <a:pt x="242" y="77"/>
                </a:moveTo>
                <a:cubicBezTo>
                  <a:pt x="221" y="80"/>
                  <a:pt x="199" y="80"/>
                  <a:pt x="183" y="74"/>
                </a:cubicBezTo>
                <a:cubicBezTo>
                  <a:pt x="178" y="79"/>
                  <a:pt x="167" y="83"/>
                  <a:pt x="183" y="87"/>
                </a:cubicBezTo>
                <a:cubicBezTo>
                  <a:pt x="151" y="92"/>
                  <a:pt x="156" y="93"/>
                  <a:pt x="129" y="93"/>
                </a:cubicBezTo>
                <a:cubicBezTo>
                  <a:pt x="145" y="84"/>
                  <a:pt x="167" y="83"/>
                  <a:pt x="145" y="72"/>
                </a:cubicBezTo>
                <a:cubicBezTo>
                  <a:pt x="194" y="70"/>
                  <a:pt x="172" y="57"/>
                  <a:pt x="189" y="50"/>
                </a:cubicBezTo>
                <a:cubicBezTo>
                  <a:pt x="194" y="56"/>
                  <a:pt x="205" y="63"/>
                  <a:pt x="183" y="69"/>
                </a:cubicBezTo>
                <a:cubicBezTo>
                  <a:pt x="183" y="67"/>
                  <a:pt x="178" y="67"/>
                  <a:pt x="172" y="69"/>
                </a:cubicBezTo>
                <a:cubicBezTo>
                  <a:pt x="178" y="69"/>
                  <a:pt x="183" y="70"/>
                  <a:pt x="183" y="72"/>
                </a:cubicBezTo>
                <a:cubicBezTo>
                  <a:pt x="194" y="74"/>
                  <a:pt x="205" y="69"/>
                  <a:pt x="215" y="70"/>
                </a:cubicBezTo>
                <a:cubicBezTo>
                  <a:pt x="221" y="67"/>
                  <a:pt x="226" y="64"/>
                  <a:pt x="215" y="62"/>
                </a:cubicBezTo>
                <a:cubicBezTo>
                  <a:pt x="232" y="59"/>
                  <a:pt x="248" y="56"/>
                  <a:pt x="264" y="52"/>
                </a:cubicBezTo>
                <a:cubicBezTo>
                  <a:pt x="296" y="62"/>
                  <a:pt x="226" y="66"/>
                  <a:pt x="242" y="77"/>
                </a:cubicBezTo>
                <a:moveTo>
                  <a:pt x="345" y="69"/>
                </a:moveTo>
                <a:cubicBezTo>
                  <a:pt x="340" y="67"/>
                  <a:pt x="334" y="70"/>
                  <a:pt x="329" y="70"/>
                </a:cubicBezTo>
                <a:cubicBezTo>
                  <a:pt x="307" y="57"/>
                  <a:pt x="394" y="69"/>
                  <a:pt x="350" y="76"/>
                </a:cubicBezTo>
                <a:cubicBezTo>
                  <a:pt x="345" y="73"/>
                  <a:pt x="350" y="72"/>
                  <a:pt x="345" y="69"/>
                </a:cubicBezTo>
                <a:moveTo>
                  <a:pt x="523" y="40"/>
                </a:moveTo>
                <a:cubicBezTo>
                  <a:pt x="512" y="31"/>
                  <a:pt x="572" y="38"/>
                  <a:pt x="561" y="28"/>
                </a:cubicBezTo>
                <a:cubicBezTo>
                  <a:pt x="583" y="32"/>
                  <a:pt x="610" y="18"/>
                  <a:pt x="626" y="26"/>
                </a:cubicBezTo>
                <a:cubicBezTo>
                  <a:pt x="604" y="29"/>
                  <a:pt x="610" y="28"/>
                  <a:pt x="599" y="33"/>
                </a:cubicBezTo>
                <a:cubicBezTo>
                  <a:pt x="593" y="25"/>
                  <a:pt x="555" y="38"/>
                  <a:pt x="539" y="45"/>
                </a:cubicBezTo>
                <a:cubicBezTo>
                  <a:pt x="512" y="40"/>
                  <a:pt x="502" y="43"/>
                  <a:pt x="464" y="38"/>
                </a:cubicBezTo>
                <a:cubicBezTo>
                  <a:pt x="485" y="35"/>
                  <a:pt x="502" y="35"/>
                  <a:pt x="523" y="40"/>
                </a:cubicBezTo>
                <a:moveTo>
                  <a:pt x="431" y="62"/>
                </a:moveTo>
                <a:cubicBezTo>
                  <a:pt x="410" y="53"/>
                  <a:pt x="469" y="53"/>
                  <a:pt x="485" y="50"/>
                </a:cubicBezTo>
                <a:cubicBezTo>
                  <a:pt x="496" y="59"/>
                  <a:pt x="447" y="56"/>
                  <a:pt x="431" y="62"/>
                </a:cubicBezTo>
                <a:moveTo>
                  <a:pt x="453" y="45"/>
                </a:moveTo>
                <a:cubicBezTo>
                  <a:pt x="437" y="45"/>
                  <a:pt x="421" y="50"/>
                  <a:pt x="410" y="49"/>
                </a:cubicBezTo>
                <a:cubicBezTo>
                  <a:pt x="394" y="43"/>
                  <a:pt x="431" y="36"/>
                  <a:pt x="442" y="36"/>
                </a:cubicBezTo>
                <a:cubicBezTo>
                  <a:pt x="442" y="39"/>
                  <a:pt x="447" y="42"/>
                  <a:pt x="453" y="45"/>
                </a:cubicBezTo>
                <a:moveTo>
                  <a:pt x="491" y="18"/>
                </a:moveTo>
                <a:cubicBezTo>
                  <a:pt x="502" y="23"/>
                  <a:pt x="491" y="31"/>
                  <a:pt x="469" y="31"/>
                </a:cubicBezTo>
                <a:cubicBezTo>
                  <a:pt x="464" y="26"/>
                  <a:pt x="469" y="22"/>
                  <a:pt x="491" y="18"/>
                </a:cubicBezTo>
                <a:moveTo>
                  <a:pt x="372" y="79"/>
                </a:moveTo>
                <a:cubicBezTo>
                  <a:pt x="383" y="70"/>
                  <a:pt x="372" y="69"/>
                  <a:pt x="367" y="62"/>
                </a:cubicBezTo>
                <a:cubicBezTo>
                  <a:pt x="361" y="56"/>
                  <a:pt x="323" y="62"/>
                  <a:pt x="334" y="56"/>
                </a:cubicBezTo>
                <a:cubicBezTo>
                  <a:pt x="367" y="46"/>
                  <a:pt x="453" y="67"/>
                  <a:pt x="372" y="79"/>
                </a:cubicBezTo>
                <a:moveTo>
                  <a:pt x="388" y="45"/>
                </a:moveTo>
                <a:cubicBezTo>
                  <a:pt x="377" y="48"/>
                  <a:pt x="313" y="52"/>
                  <a:pt x="302" y="57"/>
                </a:cubicBezTo>
                <a:cubicBezTo>
                  <a:pt x="296" y="52"/>
                  <a:pt x="318" y="48"/>
                  <a:pt x="340" y="42"/>
                </a:cubicBezTo>
                <a:cubicBezTo>
                  <a:pt x="356" y="43"/>
                  <a:pt x="372" y="46"/>
                  <a:pt x="388" y="45"/>
                </a:cubicBezTo>
                <a:moveTo>
                  <a:pt x="410" y="35"/>
                </a:moveTo>
                <a:cubicBezTo>
                  <a:pt x="377" y="35"/>
                  <a:pt x="377" y="36"/>
                  <a:pt x="350" y="39"/>
                </a:cubicBezTo>
                <a:cubicBezTo>
                  <a:pt x="340" y="36"/>
                  <a:pt x="356" y="35"/>
                  <a:pt x="350" y="32"/>
                </a:cubicBezTo>
                <a:cubicBezTo>
                  <a:pt x="334" y="31"/>
                  <a:pt x="313" y="46"/>
                  <a:pt x="285" y="38"/>
                </a:cubicBezTo>
                <a:cubicBezTo>
                  <a:pt x="323" y="32"/>
                  <a:pt x="318" y="26"/>
                  <a:pt x="345" y="21"/>
                </a:cubicBezTo>
                <a:cubicBezTo>
                  <a:pt x="356" y="29"/>
                  <a:pt x="372" y="32"/>
                  <a:pt x="410" y="35"/>
                </a:cubicBezTo>
                <a:moveTo>
                  <a:pt x="269" y="35"/>
                </a:moveTo>
                <a:cubicBezTo>
                  <a:pt x="248" y="45"/>
                  <a:pt x="307" y="46"/>
                  <a:pt x="285" y="50"/>
                </a:cubicBezTo>
                <a:cubicBezTo>
                  <a:pt x="275" y="45"/>
                  <a:pt x="259" y="50"/>
                  <a:pt x="253" y="45"/>
                </a:cubicBezTo>
                <a:cubicBezTo>
                  <a:pt x="242" y="49"/>
                  <a:pt x="242" y="53"/>
                  <a:pt x="215" y="56"/>
                </a:cubicBezTo>
                <a:cubicBezTo>
                  <a:pt x="215" y="45"/>
                  <a:pt x="221" y="38"/>
                  <a:pt x="269" y="35"/>
                </a:cubicBezTo>
                <a:moveTo>
                  <a:pt x="334" y="18"/>
                </a:moveTo>
                <a:cubicBezTo>
                  <a:pt x="334" y="23"/>
                  <a:pt x="285" y="21"/>
                  <a:pt x="269" y="31"/>
                </a:cubicBezTo>
                <a:cubicBezTo>
                  <a:pt x="259" y="28"/>
                  <a:pt x="248" y="32"/>
                  <a:pt x="237" y="28"/>
                </a:cubicBezTo>
                <a:cubicBezTo>
                  <a:pt x="253" y="23"/>
                  <a:pt x="285" y="28"/>
                  <a:pt x="264" y="19"/>
                </a:cubicBezTo>
                <a:cubicBezTo>
                  <a:pt x="291" y="14"/>
                  <a:pt x="313" y="19"/>
                  <a:pt x="334" y="18"/>
                </a:cubicBezTo>
              </a:path>
            </a:pathLst>
          </a:custGeom>
          <a:solidFill>
            <a:srgbClr val="5F7797">
              <a:alpha val="100000"/>
            </a:srgbClr>
          </a:solidFill>
          <a:ln w="0" cap="flat">
            <a:noFill/>
            <a:prstDash val="solid"/>
            <a:miter lim="0"/>
          </a:ln>
        </p:spPr>
        <p:txBody>
          <a:bodyPr rtlCol="0"/>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7865745" y="4340860"/>
            <a:ext cx="685800" cy="266700"/>
          </a:xfrm>
          <a:prstGeom prst="rect">
            <a:avLst/>
          </a:prstGeom>
        </p:spPr>
      </p:pic>
      <p:sp>
        <p:nvSpPr>
          <p:cNvPr id="160" name="textbox 160"/>
          <p:cNvSpPr/>
          <p:nvPr/>
        </p:nvSpPr>
        <p:spPr>
          <a:xfrm>
            <a:off x="761799" y="3266897"/>
            <a:ext cx="9929494" cy="3218179"/>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a:ea typeface="Arial" panose="020B0604020202020204"/>
              <a:cs typeface="Arial" panose="020B0604020202020204"/>
            </a:endParaRPr>
          </a:p>
          <a:p>
            <a:pPr marL="1918335" algn="l" rtl="0" eaLnBrk="0">
              <a:lnSpc>
                <a:spcPct val="94000"/>
              </a:lnSpc>
            </a:pPr>
            <a:r>
              <a:rPr sz="2700" kern="0" spc="-10" baseline="-10000" dirty="0">
                <a:solidFill>
                  <a:srgbClr val="000000">
                    <a:alpha val="100000"/>
                  </a:srgbClr>
                </a:solidFill>
                <a:latin typeface="Arial" panose="020B0604020202020204"/>
                <a:ea typeface="Arial" panose="020B0604020202020204"/>
                <a:cs typeface="Arial" panose="020B0604020202020204"/>
              </a:rPr>
              <a:t>[0,0]</a:t>
            </a:r>
            <a:r>
              <a:rPr sz="1700" kern="0" spc="-10" dirty="0">
                <a:solidFill>
                  <a:srgbClr val="000000">
                    <a:alpha val="100000"/>
                  </a:srgbClr>
                </a:solidFill>
                <a:latin typeface="Arial" panose="020B0604020202020204"/>
                <a:ea typeface="Arial" panose="020B0604020202020204"/>
                <a:cs typeface="Arial" panose="020B0604020202020204"/>
              </a:rPr>
              <a:t>                        </a:t>
            </a:r>
            <a:r>
              <a:rPr sz="1800" kern="0" spc="-10" dirty="0">
                <a:solidFill>
                  <a:srgbClr val="000000">
                    <a:alpha val="100000"/>
                  </a:srgbClr>
                </a:solidFill>
                <a:latin typeface="Arial" panose="020B0604020202020204"/>
                <a:ea typeface="Arial" panose="020B0604020202020204"/>
                <a:cs typeface="Arial" panose="020B0604020202020204"/>
              </a:rPr>
              <a:t>[0,1]                </a:t>
            </a:r>
            <a:r>
              <a:rPr sz="3000" kern="0" spc="-10" baseline="-14000" dirty="0">
                <a:solidFill>
                  <a:srgbClr val="5F7797">
                    <a:alpha val="100000"/>
                  </a:srgbClr>
                </a:solidFill>
                <a:latin typeface="Cambria Math" panose="02040503050406030204"/>
                <a:ea typeface="Cambria Math" panose="02040503050406030204"/>
                <a:cs typeface="Cambria Math" panose="02040503050406030204"/>
              </a:rPr>
              <a:t>3</a:t>
            </a:r>
            <a:r>
              <a:rPr sz="1900" kern="0" spc="-10" dirty="0">
                <a:solidFill>
                  <a:srgbClr val="5F7797">
                    <a:alpha val="100000"/>
                  </a:srgbClr>
                </a:solidFill>
                <a:latin typeface="Cambria Math" panose="02040503050406030204"/>
                <a:ea typeface="Cambria Math" panose="02040503050406030204"/>
                <a:cs typeface="Cambria Math" panose="02040503050406030204"/>
              </a:rPr>
              <a:t>                 </a:t>
            </a:r>
            <a:r>
              <a:rPr sz="1800" kern="0" spc="-10" dirty="0">
                <a:solidFill>
                  <a:srgbClr val="000000">
                    <a:alpha val="100000"/>
                  </a:srgbClr>
                </a:solidFill>
                <a:latin typeface="Arial" panose="020B0604020202020204"/>
                <a:ea typeface="Arial" panose="020B0604020202020204"/>
                <a:cs typeface="Arial" panose="020B0604020202020204"/>
              </a:rPr>
              <a:t>[1,0]                      </a:t>
            </a:r>
            <a:r>
              <a:rPr sz="1800" kern="0" spc="-20" dirty="0">
                <a:solidFill>
                  <a:srgbClr val="000000">
                    <a:alpha val="100000"/>
                  </a:srgbClr>
                </a:solidFill>
                <a:latin typeface="Arial" panose="020B0604020202020204"/>
                <a:ea typeface="Arial" panose="020B0604020202020204"/>
                <a:cs typeface="Arial" panose="020B0604020202020204"/>
              </a:rPr>
              <a:t> </a:t>
            </a:r>
            <a:r>
              <a:rPr sz="2700" kern="0" spc="-20" baseline="8000" dirty="0">
                <a:solidFill>
                  <a:srgbClr val="000000">
                    <a:alpha val="100000"/>
                  </a:srgbClr>
                </a:solidFill>
                <a:latin typeface="Arial" panose="020B0604020202020204"/>
                <a:ea typeface="Arial" panose="020B0604020202020204"/>
                <a:cs typeface="Arial" panose="020B0604020202020204"/>
              </a:rPr>
              <a:t>[1,1]</a:t>
            </a:r>
            <a:endParaRPr sz="2700" baseline="8000" dirty="0">
              <a:latin typeface="Arial" panose="020B0604020202020204"/>
              <a:ea typeface="Arial" panose="020B0604020202020204"/>
              <a:cs typeface="Arial" panose="020B0604020202020204"/>
            </a:endParaRPr>
          </a:p>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135000"/>
              </a:lnSpc>
            </a:pPr>
            <a:endParaRPr sz="1000" dirty="0">
              <a:latin typeface="Arial" panose="020B0604020202020204"/>
              <a:ea typeface="Arial" panose="020B0604020202020204"/>
              <a:cs typeface="Arial" panose="020B0604020202020204"/>
            </a:endParaRPr>
          </a:p>
          <a:p>
            <a:pPr marL="2067560" algn="l" rtl="0" eaLnBrk="0">
              <a:lnSpc>
                <a:spcPct val="80000"/>
              </a:lnSpc>
              <a:spcBef>
                <a:spcPts val="550"/>
              </a:spcBef>
            </a:pPr>
            <a:r>
              <a:rPr sz="1800" kern="0" spc="-40" dirty="0">
                <a:solidFill>
                  <a:srgbClr val="000000">
                    <a:alpha val="100000"/>
                  </a:srgbClr>
                </a:solidFill>
                <a:latin typeface="Arial" panose="020B0604020202020204"/>
                <a:ea typeface="Arial" panose="020B0604020202020204"/>
                <a:cs typeface="Arial" panose="020B0604020202020204"/>
              </a:rPr>
              <a:t>1                              4</a:t>
            </a:r>
            <a:r>
              <a:rPr sz="1800" kern="0" spc="10" dirty="0">
                <a:solidFill>
                  <a:srgbClr val="000000">
                    <a:alpha val="100000"/>
                  </a:srgbClr>
                </a:solidFill>
                <a:latin typeface="Arial" panose="020B0604020202020204"/>
                <a:ea typeface="Arial" panose="020B0604020202020204"/>
                <a:cs typeface="Arial" panose="020B0604020202020204"/>
              </a:rPr>
              <a:t>                      </a:t>
            </a:r>
            <a:r>
              <a:rPr sz="1800" kern="0" spc="0" dirty="0">
                <a:solidFill>
                  <a:srgbClr val="000000">
                    <a:alpha val="100000"/>
                  </a:srgbClr>
                </a:solidFill>
                <a:latin typeface="Arial" panose="020B0604020202020204"/>
                <a:ea typeface="Arial" panose="020B0604020202020204"/>
                <a:cs typeface="Arial" panose="020B0604020202020204"/>
              </a:rPr>
              <a:t>              </a:t>
            </a:r>
            <a:r>
              <a:rPr sz="1800" kern="0" spc="-40" dirty="0">
                <a:solidFill>
                  <a:srgbClr val="000000">
                    <a:alpha val="100000"/>
                  </a:srgbClr>
                </a:solidFill>
                <a:latin typeface="Arial" panose="020B0604020202020204"/>
                <a:ea typeface="Arial" panose="020B0604020202020204"/>
                <a:cs typeface="Arial" panose="020B0604020202020204"/>
              </a:rPr>
              <a:t>7                     </a:t>
            </a:r>
            <a:r>
              <a:rPr sz="1800" kern="0" spc="-50" dirty="0">
                <a:solidFill>
                  <a:srgbClr val="000000">
                    <a:alpha val="100000"/>
                  </a:srgbClr>
                </a:solidFill>
                <a:latin typeface="Arial" panose="020B0604020202020204"/>
                <a:ea typeface="Arial" panose="020B0604020202020204"/>
                <a:cs typeface="Arial" panose="020B0604020202020204"/>
              </a:rPr>
              <a:t>        10</a:t>
            </a:r>
            <a:endParaRPr sz="1800" dirty="0">
              <a:latin typeface="Arial" panose="020B0604020202020204"/>
              <a:ea typeface="Arial" panose="020B0604020202020204"/>
              <a:cs typeface="Arial" panose="020B0604020202020204"/>
            </a:endParaRPr>
          </a:p>
          <a:p>
            <a:pPr marL="29845" algn="l" rtl="0" eaLnBrk="0">
              <a:lnSpc>
                <a:spcPct val="98000"/>
              </a:lnSpc>
              <a:spcBef>
                <a:spcPts val="780"/>
              </a:spcBef>
            </a:pPr>
            <a:r>
              <a:rPr sz="2000" b="1"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区间范围</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为</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[1,10]</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，长度为 </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2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的串提供的精度为多少？对应精度为</a:t>
            </a:r>
            <a:r>
              <a:rPr sz="2000" kern="0" spc="25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200" b="1" kern="0" spc="-20" baseline="-47000" dirty="0">
                <a:solidFill>
                  <a:srgbClr val="5F7797">
                    <a:alpha val="100000"/>
                  </a:srgbClr>
                </a:solidFill>
                <a:latin typeface="Cambria Math" panose="02040503050406030204"/>
                <a:ea typeface="Cambria Math" panose="02040503050406030204"/>
                <a:cs typeface="Cambria Math" panose="02040503050406030204"/>
              </a:rPr>
              <a:t>−</a:t>
            </a:r>
            <a:r>
              <a:rPr sz="1400" kern="0" spc="-20" dirty="0">
                <a:solidFill>
                  <a:srgbClr val="5F7797">
                    <a:alpha val="100000"/>
                  </a:srgbClr>
                </a:solidFill>
                <a:latin typeface="Cambria Math" panose="02040503050406030204"/>
                <a:ea typeface="Cambria Math" panose="02040503050406030204"/>
                <a:cs typeface="Cambria Math" panose="02040503050406030204"/>
              </a:rPr>
              <a:t>     </a:t>
            </a:r>
            <a:r>
              <a:rPr sz="2000" kern="0" spc="-20" dirty="0">
                <a:solidFill>
                  <a:srgbClr val="5F7797">
                    <a:alpha val="100000"/>
                  </a:srgbClr>
                </a:solidFill>
                <a:latin typeface="Cambria Math" panose="02040503050406030204"/>
                <a:ea typeface="Cambria Math" panose="02040503050406030204"/>
                <a:cs typeface="Cambria Math" panose="02040503050406030204"/>
              </a:rPr>
              <a:t>=</a:t>
            </a:r>
            <a:r>
              <a:rPr sz="2000" kern="0" spc="260" dirty="0">
                <a:solidFill>
                  <a:srgbClr val="5F7797">
                    <a:alpha val="100000"/>
                  </a:srgbClr>
                </a:solidFill>
                <a:latin typeface="Cambria Math" panose="02040503050406030204"/>
                <a:ea typeface="Cambria Math" panose="02040503050406030204"/>
                <a:cs typeface="Cambria Math" panose="02040503050406030204"/>
              </a:rPr>
              <a:t> </a:t>
            </a:r>
            <a:r>
              <a:rPr sz="2000" kern="0" spc="-20" dirty="0">
                <a:solidFill>
                  <a:srgbClr val="5F7797">
                    <a:alpha val="100000"/>
                  </a:srgbClr>
                </a:solidFill>
                <a:latin typeface="Cambria Math" panose="02040503050406030204"/>
                <a:ea typeface="Cambria Math" panose="02040503050406030204"/>
                <a:cs typeface="Cambria Math" panose="02040503050406030204"/>
              </a:rPr>
              <a:t>3</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endParaRPr sz="1000" dirty="0">
              <a:latin typeface="Arial" panose="020B0604020202020204"/>
              <a:ea typeface="Arial" panose="020B0604020202020204"/>
              <a:cs typeface="Arial" panose="020B0604020202020204"/>
            </a:endParaRPr>
          </a:p>
          <a:p>
            <a:pPr marL="15875" algn="l" rtl="0" eaLnBrk="0">
              <a:lnSpc>
                <a:spcPct val="97000"/>
              </a:lnSpc>
              <a:spcBef>
                <a:spcPts val="610"/>
              </a:spcBef>
            </a:pP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于是数值</a:t>
            </a:r>
            <a:r>
              <a:rPr sz="2000" b="1"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区间长度为</a:t>
            </a:r>
            <a:r>
              <a:rPr sz="2000" b="1" kern="0" spc="10" dirty="0">
                <a:solidFill>
                  <a:srgbClr val="FF0000">
                    <a:alpha val="100000"/>
                  </a:srgbClr>
                </a:solidFill>
                <a:latin typeface="Times New Roman" panose="02020603050405020304"/>
                <a:ea typeface="Times New Roman" panose="02020603050405020304"/>
                <a:cs typeface="Times New Roman" panose="02020603050405020304"/>
              </a:rPr>
              <a:t>L</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，精度为</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E</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的条</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件下，二进制串的长度</a:t>
            </a:r>
            <a:r>
              <a:rPr sz="2000" kern="0" spc="-12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0" dirty="0">
                <a:solidFill>
                  <a:srgbClr val="5F7797">
                    <a:alpha val="100000"/>
                  </a:srgbClr>
                </a:solidFill>
                <a:latin typeface="Times New Roman" panose="02020603050405020304"/>
                <a:ea typeface="Times New Roman" panose="02020603050405020304"/>
                <a:cs typeface="Times New Roman" panose="02020603050405020304"/>
              </a:rPr>
              <a:t>n</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，三者关系为       </a:t>
            </a:r>
            <a:r>
              <a:rPr sz="2000" kern="0" spc="0" dirty="0">
                <a:solidFill>
                  <a:srgbClr val="5F7797">
                    <a:alpha val="100000"/>
                  </a:srgbClr>
                </a:solidFill>
                <a:latin typeface="Cambria Math" panose="02040503050406030204"/>
                <a:ea typeface="Cambria Math" panose="02040503050406030204"/>
                <a:cs typeface="Cambria Math" panose="02040503050406030204"/>
              </a:rPr>
              <a:t>≤</a:t>
            </a:r>
            <a:r>
              <a:rPr sz="2000" kern="0" spc="160" dirty="0">
                <a:solidFill>
                  <a:srgbClr val="5F7797">
                    <a:alpha val="100000"/>
                  </a:srgbClr>
                </a:solidFill>
                <a:latin typeface="Cambria Math" panose="02040503050406030204"/>
                <a:ea typeface="Cambria Math" panose="02040503050406030204"/>
                <a:cs typeface="Cambria Math" panose="02040503050406030204"/>
              </a:rPr>
              <a:t> </a:t>
            </a:r>
            <a:r>
              <a:rPr sz="2000" kern="0" spc="0" dirty="0">
                <a:solidFill>
                  <a:srgbClr val="5F7797">
                    <a:alpha val="100000"/>
                  </a:srgbClr>
                </a:solidFill>
                <a:latin typeface="Cambria Math" panose="02040503050406030204"/>
                <a:ea typeface="Cambria Math" panose="02040503050406030204"/>
                <a:cs typeface="Cambria Math" panose="02040503050406030204"/>
              </a:rPr>
              <a:t>E</a:t>
            </a:r>
            <a:endParaRPr sz="2000" dirty="0">
              <a:latin typeface="Cambria Math" panose="02040503050406030204"/>
              <a:ea typeface="Cambria Math" panose="02040503050406030204"/>
              <a:cs typeface="Cambria Math" panose="02040503050406030204"/>
            </a:endParaRPr>
          </a:p>
          <a:p>
            <a:pPr algn="l" rtl="0" eaLnBrk="0">
              <a:lnSpc>
                <a:spcPct val="146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12700" indent="1905" algn="l" rtl="0" eaLnBrk="0">
              <a:lnSpc>
                <a:spcPct val="143000"/>
              </a:lnSpc>
              <a:spcBef>
                <a:spcPts val="5"/>
              </a:spcBef>
            </a:pP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要想达到</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1e-5</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的精度，对于</a:t>
            </a:r>
            <a:r>
              <a:rPr sz="2000" b="1"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区间长度为</a:t>
            </a:r>
            <a:r>
              <a:rPr sz="2000" b="1" kern="0" spc="-10" dirty="0">
                <a:solidFill>
                  <a:srgbClr val="FF0000">
                    <a:alpha val="100000"/>
                  </a:srgbClr>
                </a:solidFill>
                <a:latin typeface="Times New Roman" panose="02020603050405020304"/>
                <a:ea typeface="Times New Roman" panose="02020603050405020304"/>
                <a:cs typeface="Times New Roman" panose="02020603050405020304"/>
              </a:rPr>
              <a:t>10</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r>
              <a:rPr sz="2000" kern="0" spc="-44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串的长</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度</a:t>
            </a:r>
            <a:r>
              <a:rPr sz="2000" kern="0" spc="-20" dirty="0">
                <a:solidFill>
                  <a:srgbClr val="5F7797">
                    <a:alpha val="100000"/>
                  </a:srgbClr>
                </a:solidFill>
                <a:latin typeface="Times New Roman" panose="02020603050405020304"/>
                <a:ea typeface="Times New Roman" panose="02020603050405020304"/>
                <a:cs typeface="Times New Roman" panose="02020603050405020304"/>
              </a:rPr>
              <a:t>n</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应该满足       </a:t>
            </a:r>
            <a:r>
              <a:rPr sz="2000" kern="0" spc="-20" dirty="0">
                <a:solidFill>
                  <a:srgbClr val="5F7797">
                    <a:alpha val="100000"/>
                  </a:srgbClr>
                </a:solidFill>
                <a:latin typeface="Cambria Math" panose="02040503050406030204"/>
                <a:ea typeface="Cambria Math" panose="02040503050406030204"/>
                <a:cs typeface="Cambria Math" panose="02040503050406030204"/>
              </a:rPr>
              <a:t>≤</a:t>
            </a:r>
            <a:r>
              <a:rPr sz="2000" kern="0" spc="250" dirty="0">
                <a:solidFill>
                  <a:srgbClr val="5F7797">
                    <a:alpha val="100000"/>
                  </a:srgbClr>
                </a:solidFill>
                <a:latin typeface="Cambria Math" panose="02040503050406030204"/>
                <a:ea typeface="Cambria Math" panose="02040503050406030204"/>
                <a:cs typeface="Cambria Math" panose="02040503050406030204"/>
              </a:rPr>
              <a:t> </a:t>
            </a:r>
            <a:r>
              <a:rPr sz="2000" kern="0" spc="-20" dirty="0">
                <a:solidFill>
                  <a:srgbClr val="5F7797">
                    <a:alpha val="100000"/>
                  </a:srgbClr>
                </a:solidFill>
                <a:latin typeface="Cambria Math" panose="02040503050406030204"/>
                <a:ea typeface="Cambria Math" panose="02040503050406030204"/>
                <a:cs typeface="Cambria Math" panose="02040503050406030204"/>
              </a:rPr>
              <a:t>0.00001</a:t>
            </a:r>
            <a:r>
              <a:rPr sz="2000" kern="0" spc="250" dirty="0">
                <a:solidFill>
                  <a:srgbClr val="5F7797">
                    <a:alpha val="100000"/>
                  </a:srgbClr>
                </a:solidFill>
                <a:latin typeface="Cambria Math" panose="02040503050406030204"/>
                <a:ea typeface="Cambria Math" panose="02040503050406030204"/>
                <a:cs typeface="Cambria Math" panose="02040503050406030204"/>
              </a:rPr>
              <a:t> </a:t>
            </a:r>
            <a:r>
              <a:rPr sz="2000" kern="0" spc="-20" dirty="0">
                <a:solidFill>
                  <a:srgbClr val="5F7797">
                    <a:alpha val="100000"/>
                  </a:srgbClr>
                </a:solidFill>
                <a:latin typeface="Cambria Math" panose="02040503050406030204"/>
                <a:ea typeface="Cambria Math" panose="02040503050406030204"/>
                <a:cs typeface="Cambria Math" panose="02040503050406030204"/>
              </a:rPr>
              <a:t>→</a:t>
            </a:r>
            <a:r>
              <a:rPr sz="2000" kern="0" spc="120" dirty="0">
                <a:solidFill>
                  <a:srgbClr val="5F7797">
                    <a:alpha val="100000"/>
                  </a:srgbClr>
                </a:solidFill>
                <a:latin typeface="Cambria Math" panose="02040503050406030204"/>
                <a:ea typeface="Cambria Math" panose="02040503050406030204"/>
                <a:cs typeface="Cambria Math" panose="02040503050406030204"/>
              </a:rPr>
              <a:t> </a:t>
            </a:r>
            <a:r>
              <a:rPr sz="2000" kern="0" spc="-20" dirty="0">
                <a:solidFill>
                  <a:srgbClr val="5F7797">
                    <a:alpha val="100000"/>
                  </a:srgbClr>
                </a:solidFill>
                <a:latin typeface="Times New Roman" panose="02020603050405020304"/>
                <a:ea typeface="Times New Roman" panose="02020603050405020304"/>
                <a:cs typeface="Times New Roman" panose="02020603050405020304"/>
              </a:rPr>
              <a:t>n</a:t>
            </a:r>
            <a:r>
              <a:rPr sz="2000" kern="0" spc="210" dirty="0">
                <a:solidFill>
                  <a:srgbClr val="5F7797">
                    <a:alpha val="100000"/>
                  </a:srgbClr>
                </a:solidFill>
                <a:latin typeface="Times New Roman" panose="02020603050405020304"/>
                <a:ea typeface="Times New Roman" panose="02020603050405020304"/>
                <a:cs typeface="Times New Roman" panose="02020603050405020304"/>
              </a:rPr>
              <a:t> </a:t>
            </a:r>
            <a:r>
              <a:rPr sz="2000" kern="0" spc="-20" dirty="0">
                <a:solidFill>
                  <a:srgbClr val="5F7797">
                    <a:alpha val="100000"/>
                  </a:srgbClr>
                </a:solidFill>
                <a:latin typeface="Cambria Math" panose="02040503050406030204"/>
                <a:ea typeface="Cambria Math" panose="02040503050406030204"/>
                <a:cs typeface="Cambria Math" panose="02040503050406030204"/>
              </a:rPr>
              <a:t>≥</a:t>
            </a:r>
            <a:r>
              <a:rPr sz="2000" kern="0" spc="150" dirty="0">
                <a:solidFill>
                  <a:srgbClr val="5F7797">
                    <a:alpha val="100000"/>
                  </a:srgbClr>
                </a:solidFill>
                <a:latin typeface="Cambria Math" panose="02040503050406030204"/>
                <a:ea typeface="Cambria Math" panose="02040503050406030204"/>
                <a:cs typeface="Cambria Math" panose="02040503050406030204"/>
              </a:rPr>
              <a:t> </a:t>
            </a:r>
            <a:r>
              <a:rPr sz="2000" kern="0" spc="-20" dirty="0">
                <a:solidFill>
                  <a:srgbClr val="5F7797">
                    <a:alpha val="100000"/>
                  </a:srgbClr>
                </a:solidFill>
                <a:latin typeface="Times New Roman" panose="02020603050405020304"/>
                <a:ea typeface="Times New Roman" panose="02020603050405020304"/>
                <a:cs typeface="Times New Roman" panose="02020603050405020304"/>
              </a:rPr>
              <a:t>20</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0" dirty="0">
                <a:solidFill>
                  <a:srgbClr val="5F7797">
                    <a:alpha val="100000"/>
                  </a:srgbClr>
                </a:solidFill>
                <a:latin typeface="Times New Roman" panose="02020603050405020304"/>
                <a:ea typeface="Times New Roman" panose="02020603050405020304"/>
                <a:cs typeface="Times New Roman" panose="02020603050405020304"/>
              </a:rPr>
              <a:t>n = 20</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时，</a:t>
            </a:r>
            <a:r>
              <a:rPr sz="2000" kern="0" spc="-40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串</a:t>
            </a:r>
            <a:r>
              <a:rPr sz="20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提供的精度约为</a:t>
            </a:r>
            <a:r>
              <a:rPr sz="2000" kern="0" spc="-10" dirty="0">
                <a:solidFill>
                  <a:srgbClr val="FF0000">
                    <a:alpha val="100000"/>
                  </a:srgbClr>
                </a:solidFill>
                <a:latin typeface="Times New Roman" panose="02020603050405020304"/>
                <a:ea typeface="Times New Roman" panose="02020603050405020304"/>
                <a:cs typeface="Times New Roman" panose="02020603050405020304"/>
              </a:rPr>
              <a:t>0.00000954.</a:t>
            </a:r>
            <a:endParaRPr sz="2000" dirty="0">
              <a:latin typeface="Times New Roman" panose="02020603050405020304"/>
              <a:ea typeface="Times New Roman" panose="02020603050405020304"/>
              <a:cs typeface="Times New Roman" panose="02020603050405020304"/>
            </a:endParaRPr>
          </a:p>
        </p:txBody>
      </p:sp>
      <p:pic>
        <p:nvPicPr>
          <p:cNvPr id="162" name="picture 162"/>
          <p:cNvPicPr>
            <a:picLocks noChangeAspect="1"/>
          </p:cNvPicPr>
          <p:nvPr/>
        </p:nvPicPr>
        <p:blipFill>
          <a:blip r:embed="rId4"/>
          <a:stretch>
            <a:fillRect/>
          </a:stretch>
        </p:blipFill>
        <p:spPr>
          <a:xfrm rot="21600000">
            <a:off x="7676574" y="5434783"/>
            <a:ext cx="468458" cy="396547"/>
          </a:xfrm>
          <a:prstGeom prst="rect">
            <a:avLst/>
          </a:prstGeom>
        </p:spPr>
      </p:pic>
      <p:pic>
        <p:nvPicPr>
          <p:cNvPr id="164" name="picture 164"/>
          <p:cNvPicPr>
            <a:picLocks noChangeAspect="1"/>
          </p:cNvPicPr>
          <p:nvPr/>
        </p:nvPicPr>
        <p:blipFill>
          <a:blip r:embed="rId5"/>
          <a:stretch>
            <a:fillRect/>
          </a:stretch>
        </p:blipFill>
        <p:spPr>
          <a:xfrm rot="21600000">
            <a:off x="9204490" y="4607447"/>
            <a:ext cx="468713" cy="396733"/>
          </a:xfrm>
          <a:prstGeom prst="rect">
            <a:avLst/>
          </a:prstGeom>
        </p:spPr>
      </p:pic>
      <p:sp>
        <p:nvSpPr>
          <p:cNvPr id="166" name="textbox 166"/>
          <p:cNvSpPr/>
          <p:nvPr/>
        </p:nvSpPr>
        <p:spPr>
          <a:xfrm>
            <a:off x="8345996" y="4560625"/>
            <a:ext cx="116839" cy="187325"/>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76000"/>
              </a:lnSpc>
            </a:pPr>
            <a:r>
              <a:rPr sz="1400" kern="0" spc="-10" dirty="0">
                <a:solidFill>
                  <a:srgbClr val="5F7797">
                    <a:alpha val="100000"/>
                  </a:srgbClr>
                </a:solidFill>
                <a:latin typeface="Cambria Math" panose="02040503050406030204"/>
                <a:ea typeface="Cambria Math" panose="02040503050406030204"/>
                <a:cs typeface="Cambria Math" panose="02040503050406030204"/>
              </a:rPr>
              <a:t>1</a:t>
            </a:r>
            <a:endParaRPr sz="1400" dirty="0">
              <a:latin typeface="Cambria Math" panose="02040503050406030204"/>
              <a:ea typeface="Cambria Math" panose="02040503050406030204"/>
              <a:cs typeface="Cambria Math" panose="02040503050406030204"/>
            </a:endParaRPr>
          </a:p>
        </p:txBody>
      </p:sp>
      <p:sp>
        <p:nvSpPr>
          <p:cNvPr id="168" name="textbox 168"/>
          <p:cNvSpPr/>
          <p:nvPr/>
        </p:nvSpPr>
        <p:spPr>
          <a:xfrm>
            <a:off x="8340810" y="4283451"/>
            <a:ext cx="116839" cy="186689"/>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76000"/>
              </a:lnSpc>
            </a:pPr>
            <a:r>
              <a:rPr sz="1400" kern="0" spc="-10" dirty="0">
                <a:solidFill>
                  <a:srgbClr val="5F7797">
                    <a:alpha val="100000"/>
                  </a:srgbClr>
                </a:solidFill>
                <a:latin typeface="Cambria Math" panose="02040503050406030204"/>
                <a:ea typeface="Cambria Math" panose="02040503050406030204"/>
                <a:cs typeface="Cambria Math" panose="02040503050406030204"/>
              </a:rPr>
              <a:t>1</a:t>
            </a:r>
            <a:endParaRPr sz="1400" dirty="0">
              <a:latin typeface="Cambria Math" panose="02040503050406030204"/>
              <a:ea typeface="Cambria Math" panose="02040503050406030204"/>
              <a:cs typeface="Cambria Math" panose="02040503050406030204"/>
            </a:endParaRPr>
          </a:p>
        </p:txBody>
      </p:sp>
      <p:sp>
        <p:nvSpPr>
          <p:cNvPr id="170" name="textbox 170"/>
          <p:cNvSpPr/>
          <p:nvPr/>
        </p:nvSpPr>
        <p:spPr>
          <a:xfrm>
            <a:off x="8000338" y="4529632"/>
            <a:ext cx="212090" cy="21844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a:ea typeface="Arial" panose="020B0604020202020204"/>
              <a:cs typeface="Arial" panose="020B0604020202020204"/>
            </a:endParaRPr>
          </a:p>
          <a:p>
            <a:pPr marL="12700" algn="l" rtl="0" eaLnBrk="0">
              <a:lnSpc>
                <a:spcPct val="90000"/>
              </a:lnSpc>
            </a:pPr>
            <a:r>
              <a:rPr sz="1400" kern="0" spc="0" dirty="0">
                <a:solidFill>
                  <a:srgbClr val="5F7797">
                    <a:alpha val="100000"/>
                  </a:srgbClr>
                </a:solidFill>
                <a:latin typeface="Cambria Math" panose="02040503050406030204"/>
                <a:ea typeface="Cambria Math" panose="02040503050406030204"/>
                <a:cs typeface="Cambria Math" panose="02040503050406030204"/>
              </a:rPr>
              <a:t>2</a:t>
            </a:r>
            <a:r>
              <a:rPr sz="1200" kern="0" spc="0" dirty="0">
                <a:solidFill>
                  <a:srgbClr val="5F7797">
                    <a:alpha val="100000"/>
                  </a:srgbClr>
                </a:solidFill>
                <a:latin typeface="Cambria Math" panose="02040503050406030204"/>
                <a:ea typeface="Cambria Math" panose="02040503050406030204"/>
                <a:cs typeface="Cambria Math" panose="02040503050406030204"/>
              </a:rPr>
              <a:t>2</a:t>
            </a:r>
            <a:endParaRPr sz="1200" dirty="0">
              <a:latin typeface="Cambria Math" panose="02040503050406030204"/>
              <a:ea typeface="Cambria Math" panose="02040503050406030204"/>
              <a:cs typeface="Cambria Math" panose="02040503050406030204"/>
            </a:endParaRPr>
          </a:p>
        </p:txBody>
      </p:sp>
      <p:sp>
        <p:nvSpPr>
          <p:cNvPr id="172" name="textbox 172"/>
          <p:cNvSpPr/>
          <p:nvPr/>
        </p:nvSpPr>
        <p:spPr>
          <a:xfrm>
            <a:off x="7993130" y="4282894"/>
            <a:ext cx="224790" cy="18796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76000"/>
              </a:lnSpc>
            </a:pPr>
            <a:r>
              <a:rPr sz="1400" kern="0" spc="0" dirty="0">
                <a:solidFill>
                  <a:srgbClr val="5F7797">
                    <a:alpha val="100000"/>
                  </a:srgbClr>
                </a:solidFill>
                <a:latin typeface="Cambria Math" panose="02040503050406030204"/>
                <a:ea typeface="Cambria Math" panose="02040503050406030204"/>
                <a:cs typeface="Cambria Math" panose="02040503050406030204"/>
              </a:rPr>
              <a:t>10</a:t>
            </a:r>
            <a:endParaRPr sz="1400" dirty="0">
              <a:latin typeface="Cambria Math" panose="02040503050406030204"/>
              <a:ea typeface="Cambria Math" panose="02040503050406030204"/>
              <a:cs typeface="Cambria Math" panose="02040503050406030204"/>
            </a:endParaRPr>
          </a:p>
        </p:txBody>
      </p:sp>
      <p:sp>
        <p:nvSpPr>
          <p:cNvPr id="174" name="textbox 174"/>
          <p:cNvSpPr/>
          <p:nvPr/>
        </p:nvSpPr>
        <p:spPr>
          <a:xfrm>
            <a:off x="305061" y="1479010"/>
            <a:ext cx="11663044" cy="753744"/>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algn="r" rtl="0" eaLnBrk="0">
              <a:lnSpc>
                <a:spcPct val="89000"/>
              </a:lnSpc>
            </a:pP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要想实现每个数值都能分配一个独一无二的串，那么</a:t>
            </a:r>
            <a:r>
              <a:rPr sz="2000"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串所能表示的数值个数就要大于等于数值解的个</a:t>
            </a:r>
            <a:endParaRPr sz="2000" dirty="0">
              <a:latin typeface="微软雅黑" panose="020B0503020204020204" charset="-122"/>
              <a:ea typeface="微软雅黑" panose="020B0503020204020204" charset="-122"/>
              <a:cs typeface="微软雅黑" panose="020B0503020204020204" charset="-122"/>
            </a:endParaRPr>
          </a:p>
          <a:p>
            <a:pPr marL="12700" algn="l" rtl="0" eaLnBrk="0">
              <a:lnSpc>
                <a:spcPts val="3600"/>
              </a:lnSpc>
            </a:pPr>
            <a:r>
              <a:rPr sz="2000" kern="0" spc="-20" dirty="0">
                <a:solidFill>
                  <a:srgbClr val="FF0000">
                    <a:alpha val="100000"/>
                  </a:srgbClr>
                </a:solidFill>
                <a:latin typeface="微软雅黑" panose="020B0503020204020204" charset="-122"/>
                <a:ea typeface="微软雅黑" panose="020B0503020204020204" charset="-122"/>
                <a:cs typeface="微软雅黑" panose="020B0503020204020204" charset="-122"/>
              </a:rPr>
              <a:t>数</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r>
              <a:rPr lang="en-US"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p>
        </p:txBody>
      </p:sp>
      <p:sp>
        <p:nvSpPr>
          <p:cNvPr id="176" name="textbox 176"/>
          <p:cNvSpPr/>
          <p:nvPr/>
        </p:nvSpPr>
        <p:spPr>
          <a:xfrm>
            <a:off x="276402" y="178383"/>
            <a:ext cx="7357744" cy="9182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6000"/>
              </a:lnSpc>
            </a:pPr>
            <a:endParaRPr sz="1600" dirty="0">
              <a:latin typeface="Arial" panose="020B0604020202020204"/>
              <a:ea typeface="Arial" panose="020B0604020202020204"/>
              <a:cs typeface="Arial" panose="020B0604020202020204"/>
            </a:endParaRPr>
          </a:p>
          <a:p>
            <a:pPr algn="r" rtl="0" eaLnBrk="0">
              <a:lnSpc>
                <a:spcPct val="97000"/>
              </a:lnSpc>
              <a:spcBef>
                <a:spcPts val="0"/>
              </a:spcBef>
            </a:pPr>
            <a:r>
              <a:rPr sz="3000" b="1" kern="0" spc="-10" dirty="0">
                <a:solidFill>
                  <a:srgbClr val="5F7797">
                    <a:alpha val="100000"/>
                  </a:srgbClr>
                </a:solidFill>
                <a:latin typeface="Arial" panose="020B0604020202020204"/>
                <a:ea typeface="Arial" panose="020B0604020202020204"/>
                <a:cs typeface="Arial" panose="020B0604020202020204"/>
              </a:rPr>
              <a:t>2.1 </a:t>
            </a:r>
            <a:r>
              <a:rPr sz="3000" b="1"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基本原理</a:t>
            </a:r>
            <a:r>
              <a:rPr sz="3000" b="1" kern="0" spc="-10" dirty="0">
                <a:solidFill>
                  <a:srgbClr val="5F7797">
                    <a:alpha val="100000"/>
                  </a:srgbClr>
                </a:solidFill>
                <a:latin typeface="Arial" panose="020B0604020202020204"/>
                <a:ea typeface="Arial" panose="020B0604020202020204"/>
                <a:cs typeface="Arial" panose="020B0604020202020204"/>
              </a:rPr>
              <a:t>-</a:t>
            </a:r>
            <a:r>
              <a:rPr sz="3000" b="1"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编码</a:t>
            </a:r>
            <a:endParaRPr sz="3000" dirty="0">
              <a:latin typeface="微软雅黑" panose="020B0503020204020204" charset="-122"/>
              <a:ea typeface="微软雅黑" panose="020B0503020204020204" charset="-122"/>
              <a:cs typeface="微软雅黑" panose="020B0503020204020204" charset="-122"/>
            </a:endParaRPr>
          </a:p>
        </p:txBody>
      </p:sp>
      <p:pic>
        <p:nvPicPr>
          <p:cNvPr id="178" name="picture 178"/>
          <p:cNvPicPr>
            <a:picLocks noChangeAspect="1"/>
          </p:cNvPicPr>
          <p:nvPr/>
        </p:nvPicPr>
        <p:blipFill>
          <a:blip r:embed="rId6"/>
          <a:stretch>
            <a:fillRect/>
          </a:stretch>
        </p:blipFill>
        <p:spPr>
          <a:xfrm rot="21600000">
            <a:off x="2124455" y="3559301"/>
            <a:ext cx="7942961" cy="418084"/>
          </a:xfrm>
          <a:prstGeom prst="rect">
            <a:avLst/>
          </a:prstGeom>
        </p:spPr>
      </p:pic>
      <p:graphicFrame>
        <p:nvGraphicFramePr>
          <p:cNvPr id="180" name="table 180"/>
          <p:cNvGraphicFramePr>
            <a:graphicFrameLocks noGrp="1"/>
          </p:cNvGraphicFramePr>
          <p:nvPr/>
        </p:nvGraphicFramePr>
        <p:xfrm>
          <a:off x="1902841" y="2799841"/>
          <a:ext cx="8140065" cy="396240"/>
        </p:xfrm>
        <a:graphic>
          <a:graphicData uri="http://schemas.openxmlformats.org/drawingml/2006/table">
            <a:tbl>
              <a:tblPr>
                <a:solidFill>
                  <a:srgbClr val="F26E61"/>
                </a:solidFill>
              </a:tblPr>
              <a:tblGrid>
                <a:gridCol w="819150">
                  <a:extLst>
                    <a:ext uri="{9D8B030D-6E8A-4147-A177-3AD203B41FA5}">
                      <a16:colId xmlns:a16="http://schemas.microsoft.com/office/drawing/2014/main" val="20000"/>
                    </a:ext>
                  </a:extLst>
                </a:gridCol>
                <a:gridCol w="812165">
                  <a:extLst>
                    <a:ext uri="{9D8B030D-6E8A-4147-A177-3AD203B41FA5}">
                      <a16:colId xmlns:a16="http://schemas.microsoft.com/office/drawing/2014/main" val="20001"/>
                    </a:ext>
                  </a:extLst>
                </a:gridCol>
                <a:gridCol w="812800">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gridCol w="812800">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gridCol w="812800">
                  <a:extLst>
                    <a:ext uri="{9D8B030D-6E8A-4147-A177-3AD203B41FA5}">
                      <a16:colId xmlns:a16="http://schemas.microsoft.com/office/drawing/2014/main" val="20006"/>
                    </a:ext>
                  </a:extLst>
                </a:gridCol>
                <a:gridCol w="812800">
                  <a:extLst>
                    <a:ext uri="{9D8B030D-6E8A-4147-A177-3AD203B41FA5}">
                      <a16:colId xmlns:a16="http://schemas.microsoft.com/office/drawing/2014/main" val="20007"/>
                    </a:ext>
                  </a:extLst>
                </a:gridCol>
                <a:gridCol w="812800">
                  <a:extLst>
                    <a:ext uri="{9D8B030D-6E8A-4147-A177-3AD203B41FA5}">
                      <a16:colId xmlns:a16="http://schemas.microsoft.com/office/drawing/2014/main" val="20008"/>
                    </a:ext>
                  </a:extLst>
                </a:gridCol>
                <a:gridCol w="819150">
                  <a:extLst>
                    <a:ext uri="{9D8B030D-6E8A-4147-A177-3AD203B41FA5}">
                      <a16:colId xmlns:a16="http://schemas.microsoft.com/office/drawing/2014/main" val="20009"/>
                    </a:ext>
                  </a:extLst>
                </a:gridCol>
              </a:tblGrid>
              <a:tr h="396240">
                <a:tc>
                  <a:txBody>
                    <a:bodyPr/>
                    <a:lstStyle/>
                    <a:p>
                      <a:pPr algn="l" rtl="0" eaLnBrk="0">
                        <a:lnSpc>
                          <a:spcPct val="103000"/>
                        </a:lnSpc>
                      </a:pPr>
                      <a:endParaRPr sz="700" dirty="0">
                        <a:latin typeface="Arial" panose="020B0604020202020204"/>
                        <a:ea typeface="Arial" panose="020B0604020202020204"/>
                        <a:cs typeface="Arial" panose="020B0604020202020204"/>
                      </a:endParaRPr>
                    </a:p>
                    <a:p>
                      <a:pPr marL="355600" algn="l" rtl="0" eaLnBrk="0">
                        <a:lnSpc>
                          <a:spcPct val="80000"/>
                        </a:lnSpc>
                        <a:spcBef>
                          <a:spcPts val="5"/>
                        </a:spcBef>
                      </a:pPr>
                      <a:r>
                        <a:rPr sz="1800" b="1" kern="0" spc="-10" dirty="0">
                          <a:solidFill>
                            <a:srgbClr val="FFFFFF">
                              <a:alpha val="100000"/>
                            </a:srgbClr>
                          </a:solidFill>
                          <a:latin typeface="Arial" panose="020B0604020202020204"/>
                          <a:ea typeface="Arial" panose="020B0604020202020204"/>
                          <a:cs typeface="Arial" panose="020B0604020202020204"/>
                        </a:rPr>
                        <a:t>2</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6E61"/>
                    </a:solidFill>
                  </a:tcPr>
                </a:tc>
                <a:tc>
                  <a:txBody>
                    <a:bodyPr/>
                    <a:lstStyle/>
                    <a:p>
                      <a:pPr algn="l" rtl="0" eaLnBrk="0">
                        <a:lnSpc>
                          <a:spcPct val="103000"/>
                        </a:lnSpc>
                      </a:pPr>
                      <a:endParaRPr sz="700" dirty="0">
                        <a:latin typeface="Arial" panose="020B0604020202020204"/>
                        <a:ea typeface="Arial" panose="020B0604020202020204"/>
                        <a:cs typeface="Arial" panose="020B0604020202020204"/>
                      </a:endParaRPr>
                    </a:p>
                    <a:p>
                      <a:pPr marL="349250" algn="l" rtl="0" eaLnBrk="0">
                        <a:lnSpc>
                          <a:spcPct val="80000"/>
                        </a:lnSpc>
                        <a:spcBef>
                          <a:spcPts val="5"/>
                        </a:spcBef>
                      </a:pPr>
                      <a:r>
                        <a:rPr sz="1800" b="1" kern="0" spc="-10" dirty="0">
                          <a:solidFill>
                            <a:srgbClr val="FFFFFF">
                              <a:alpha val="100000"/>
                            </a:srgbClr>
                          </a:solidFill>
                          <a:latin typeface="Arial" panose="020B0604020202020204"/>
                          <a:ea typeface="Arial" panose="020B0604020202020204"/>
                          <a:cs typeface="Arial" panose="020B0604020202020204"/>
                        </a:rPr>
                        <a:t>2</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6E61"/>
                    </a:solidFill>
                  </a:tcPr>
                </a:tc>
                <a:tc>
                  <a:txBody>
                    <a:bodyPr/>
                    <a:lstStyle/>
                    <a:p>
                      <a:pPr algn="l" rtl="0" eaLnBrk="0">
                        <a:lnSpc>
                          <a:spcPct val="103000"/>
                        </a:lnSpc>
                      </a:pPr>
                      <a:endParaRPr sz="700" dirty="0">
                        <a:latin typeface="Arial" panose="020B0604020202020204"/>
                        <a:ea typeface="Arial" panose="020B0604020202020204"/>
                        <a:cs typeface="Arial" panose="020B0604020202020204"/>
                      </a:endParaRPr>
                    </a:p>
                    <a:p>
                      <a:pPr marL="349885" algn="l" rtl="0" eaLnBrk="0">
                        <a:lnSpc>
                          <a:spcPct val="80000"/>
                        </a:lnSpc>
                        <a:spcBef>
                          <a:spcPts val="5"/>
                        </a:spcBef>
                      </a:pPr>
                      <a:r>
                        <a:rPr sz="1800" b="1" kern="0" spc="-10" dirty="0">
                          <a:solidFill>
                            <a:srgbClr val="FFFFFF">
                              <a:alpha val="100000"/>
                            </a:srgbClr>
                          </a:solidFill>
                          <a:latin typeface="Arial" panose="020B0604020202020204"/>
                          <a:ea typeface="Arial" panose="020B0604020202020204"/>
                          <a:cs typeface="Arial" panose="020B0604020202020204"/>
                        </a:rPr>
                        <a:t>2</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6E61"/>
                    </a:solidFill>
                  </a:tcPr>
                </a:tc>
                <a:tc>
                  <a:txBody>
                    <a:bodyPr/>
                    <a:lstStyle/>
                    <a:p>
                      <a:pPr algn="l" rtl="0" eaLnBrk="0">
                        <a:lnSpc>
                          <a:spcPct val="103000"/>
                        </a:lnSpc>
                      </a:pPr>
                      <a:endParaRPr sz="700" dirty="0">
                        <a:latin typeface="Arial" panose="020B0604020202020204"/>
                        <a:ea typeface="Arial" panose="020B0604020202020204"/>
                        <a:cs typeface="Arial" panose="020B0604020202020204"/>
                      </a:endParaRPr>
                    </a:p>
                    <a:p>
                      <a:pPr marL="350520" algn="l" rtl="0" eaLnBrk="0">
                        <a:lnSpc>
                          <a:spcPct val="80000"/>
                        </a:lnSpc>
                        <a:spcBef>
                          <a:spcPts val="5"/>
                        </a:spcBef>
                      </a:pPr>
                      <a:r>
                        <a:rPr sz="1800" b="1" kern="0" spc="-10" dirty="0">
                          <a:solidFill>
                            <a:srgbClr val="FFFFFF">
                              <a:alpha val="100000"/>
                            </a:srgbClr>
                          </a:solidFill>
                          <a:latin typeface="Arial" panose="020B0604020202020204"/>
                          <a:ea typeface="Arial" panose="020B0604020202020204"/>
                          <a:cs typeface="Arial" panose="020B0604020202020204"/>
                        </a:rPr>
                        <a:t>2</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6E61"/>
                    </a:solidFill>
                  </a:tcPr>
                </a:tc>
                <a:tc>
                  <a:txBody>
                    <a:bodyPr/>
                    <a:lstStyle/>
                    <a:p>
                      <a:pPr algn="l" rtl="0" eaLnBrk="0">
                        <a:lnSpc>
                          <a:spcPct val="103000"/>
                        </a:lnSpc>
                      </a:pPr>
                      <a:endParaRPr sz="700" dirty="0">
                        <a:latin typeface="Arial" panose="020B0604020202020204"/>
                        <a:ea typeface="Arial" panose="020B0604020202020204"/>
                        <a:cs typeface="Arial" panose="020B0604020202020204"/>
                      </a:endParaRPr>
                    </a:p>
                    <a:p>
                      <a:pPr marL="350520" algn="l" rtl="0" eaLnBrk="0">
                        <a:lnSpc>
                          <a:spcPct val="80000"/>
                        </a:lnSpc>
                        <a:spcBef>
                          <a:spcPts val="5"/>
                        </a:spcBef>
                      </a:pPr>
                      <a:r>
                        <a:rPr sz="1800" b="1" kern="0" spc="-10" dirty="0">
                          <a:solidFill>
                            <a:srgbClr val="FFFFFF">
                              <a:alpha val="100000"/>
                            </a:srgbClr>
                          </a:solidFill>
                          <a:latin typeface="Arial" panose="020B0604020202020204"/>
                          <a:ea typeface="Arial" panose="020B0604020202020204"/>
                          <a:cs typeface="Arial" panose="020B0604020202020204"/>
                        </a:rPr>
                        <a:t>2</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6E61"/>
                    </a:solidFill>
                  </a:tcPr>
                </a:tc>
                <a:tc>
                  <a:txBody>
                    <a:bodyPr/>
                    <a:lstStyle/>
                    <a:p>
                      <a:pPr algn="l" rtl="0" eaLnBrk="0">
                        <a:lnSpc>
                          <a:spcPct val="103000"/>
                        </a:lnSpc>
                      </a:pPr>
                      <a:endParaRPr sz="700" dirty="0">
                        <a:latin typeface="Arial" panose="020B0604020202020204"/>
                        <a:ea typeface="Arial" panose="020B0604020202020204"/>
                        <a:cs typeface="Arial" panose="020B0604020202020204"/>
                      </a:endParaRPr>
                    </a:p>
                    <a:p>
                      <a:pPr marL="350520" algn="l" rtl="0" eaLnBrk="0">
                        <a:lnSpc>
                          <a:spcPct val="80000"/>
                        </a:lnSpc>
                        <a:spcBef>
                          <a:spcPts val="5"/>
                        </a:spcBef>
                      </a:pPr>
                      <a:r>
                        <a:rPr sz="1800" b="1" kern="0" spc="-10" dirty="0">
                          <a:solidFill>
                            <a:srgbClr val="FFFFFF">
                              <a:alpha val="100000"/>
                            </a:srgbClr>
                          </a:solidFill>
                          <a:latin typeface="Arial" panose="020B0604020202020204"/>
                          <a:ea typeface="Arial" panose="020B0604020202020204"/>
                          <a:cs typeface="Arial" panose="020B0604020202020204"/>
                        </a:rPr>
                        <a:t>2</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6E61"/>
                    </a:solidFill>
                  </a:tcPr>
                </a:tc>
                <a:tc>
                  <a:txBody>
                    <a:bodyPr/>
                    <a:lstStyle/>
                    <a:p>
                      <a:pPr algn="l" rtl="0" eaLnBrk="0">
                        <a:lnSpc>
                          <a:spcPct val="103000"/>
                        </a:lnSpc>
                      </a:pPr>
                      <a:endParaRPr sz="700" dirty="0">
                        <a:latin typeface="Arial" panose="020B0604020202020204"/>
                        <a:ea typeface="Arial" panose="020B0604020202020204"/>
                        <a:cs typeface="Arial" panose="020B0604020202020204"/>
                      </a:endParaRPr>
                    </a:p>
                    <a:p>
                      <a:pPr marL="350520" algn="l" rtl="0" eaLnBrk="0">
                        <a:lnSpc>
                          <a:spcPct val="80000"/>
                        </a:lnSpc>
                        <a:spcBef>
                          <a:spcPts val="5"/>
                        </a:spcBef>
                      </a:pPr>
                      <a:r>
                        <a:rPr sz="1800" b="1" kern="0" spc="-10" dirty="0">
                          <a:solidFill>
                            <a:srgbClr val="FFFFFF">
                              <a:alpha val="100000"/>
                            </a:srgbClr>
                          </a:solidFill>
                          <a:latin typeface="Arial" panose="020B0604020202020204"/>
                          <a:ea typeface="Arial" panose="020B0604020202020204"/>
                          <a:cs typeface="Arial" panose="020B0604020202020204"/>
                        </a:rPr>
                        <a:t>2</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6E61"/>
                    </a:solidFill>
                  </a:tcPr>
                </a:tc>
                <a:tc>
                  <a:txBody>
                    <a:bodyPr/>
                    <a:lstStyle/>
                    <a:p>
                      <a:pPr algn="l" rtl="0" eaLnBrk="0">
                        <a:lnSpc>
                          <a:spcPct val="103000"/>
                        </a:lnSpc>
                      </a:pPr>
                      <a:endParaRPr sz="700" dirty="0">
                        <a:latin typeface="Arial" panose="020B0604020202020204"/>
                        <a:ea typeface="Arial" panose="020B0604020202020204"/>
                        <a:cs typeface="Arial" panose="020B0604020202020204"/>
                      </a:endParaRPr>
                    </a:p>
                    <a:p>
                      <a:pPr marL="350520" algn="l" rtl="0" eaLnBrk="0">
                        <a:lnSpc>
                          <a:spcPct val="80000"/>
                        </a:lnSpc>
                        <a:spcBef>
                          <a:spcPts val="5"/>
                        </a:spcBef>
                      </a:pPr>
                      <a:r>
                        <a:rPr sz="1800" b="1" kern="0" spc="-10" dirty="0">
                          <a:solidFill>
                            <a:srgbClr val="FFFFFF">
                              <a:alpha val="100000"/>
                            </a:srgbClr>
                          </a:solidFill>
                          <a:latin typeface="Arial" panose="020B0604020202020204"/>
                          <a:ea typeface="Arial" panose="020B0604020202020204"/>
                          <a:cs typeface="Arial" panose="020B0604020202020204"/>
                        </a:rPr>
                        <a:t>2</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6E61"/>
                    </a:solidFill>
                  </a:tcPr>
                </a:tc>
                <a:tc>
                  <a:txBody>
                    <a:bodyPr/>
                    <a:lstStyle/>
                    <a:p>
                      <a:pPr algn="l" rtl="0" eaLnBrk="0">
                        <a:lnSpc>
                          <a:spcPct val="103000"/>
                        </a:lnSpc>
                      </a:pPr>
                      <a:endParaRPr sz="700" dirty="0">
                        <a:latin typeface="Arial" panose="020B0604020202020204"/>
                        <a:ea typeface="Arial" panose="020B0604020202020204"/>
                        <a:cs typeface="Arial" panose="020B0604020202020204"/>
                      </a:endParaRPr>
                    </a:p>
                    <a:p>
                      <a:pPr marL="350520" algn="l" rtl="0" eaLnBrk="0">
                        <a:lnSpc>
                          <a:spcPct val="80000"/>
                        </a:lnSpc>
                        <a:spcBef>
                          <a:spcPts val="5"/>
                        </a:spcBef>
                      </a:pPr>
                      <a:r>
                        <a:rPr sz="1800" b="1" kern="0" spc="-10" dirty="0">
                          <a:solidFill>
                            <a:srgbClr val="FFFFFF">
                              <a:alpha val="100000"/>
                            </a:srgbClr>
                          </a:solidFill>
                          <a:latin typeface="Arial" panose="020B0604020202020204"/>
                          <a:ea typeface="Arial" panose="020B0604020202020204"/>
                          <a:cs typeface="Arial" panose="020B0604020202020204"/>
                        </a:rPr>
                        <a:t>2</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6E61"/>
                    </a:solidFill>
                  </a:tcPr>
                </a:tc>
                <a:tc>
                  <a:txBody>
                    <a:bodyPr/>
                    <a:lstStyle/>
                    <a:p>
                      <a:pPr algn="l" rtl="0" eaLnBrk="0">
                        <a:lnSpc>
                          <a:spcPct val="103000"/>
                        </a:lnSpc>
                      </a:pPr>
                      <a:endParaRPr sz="700" dirty="0">
                        <a:latin typeface="Arial" panose="020B0604020202020204"/>
                        <a:ea typeface="Arial" panose="020B0604020202020204"/>
                        <a:cs typeface="Arial" panose="020B0604020202020204"/>
                      </a:endParaRPr>
                    </a:p>
                    <a:p>
                      <a:pPr marL="351155" algn="l" rtl="0" eaLnBrk="0">
                        <a:lnSpc>
                          <a:spcPct val="80000"/>
                        </a:lnSpc>
                        <a:spcBef>
                          <a:spcPts val="5"/>
                        </a:spcBef>
                      </a:pPr>
                      <a:r>
                        <a:rPr sz="1800" b="1" kern="0" spc="-10" dirty="0">
                          <a:solidFill>
                            <a:srgbClr val="FFFFFF">
                              <a:alpha val="100000"/>
                            </a:srgbClr>
                          </a:solidFill>
                          <a:latin typeface="Arial" panose="020B0604020202020204"/>
                          <a:ea typeface="Arial" panose="020B0604020202020204"/>
                          <a:cs typeface="Arial" panose="020B0604020202020204"/>
                        </a:rPr>
                        <a:t>2</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26E61"/>
                    </a:solidFill>
                  </a:tcPr>
                </a:tc>
                <a:extLst>
                  <a:ext uri="{0D108BD9-81ED-4DB2-BD59-A6C34878D82A}">
                    <a16:rowId xmlns:a16="http://schemas.microsoft.com/office/drawing/2014/main" val="10000"/>
                  </a:ext>
                </a:extLst>
              </a:tr>
            </a:tbl>
          </a:graphicData>
        </a:graphic>
      </p:graphicFrame>
      <p:sp>
        <p:nvSpPr>
          <p:cNvPr id="182" name="textbox 182"/>
          <p:cNvSpPr/>
          <p:nvPr/>
        </p:nvSpPr>
        <p:spPr>
          <a:xfrm>
            <a:off x="764344" y="2362708"/>
            <a:ext cx="5156834" cy="35179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565"/>
              </a:lnSpc>
            </a:pPr>
            <a:r>
              <a:rPr sz="2000" kern="0" spc="-50" dirty="0">
                <a:solidFill>
                  <a:srgbClr val="5F7797">
                    <a:alpha val="100000"/>
                  </a:srgbClr>
                </a:solidFill>
                <a:latin typeface="微软雅黑" panose="020B0503020204020204" charset="-122"/>
                <a:ea typeface="微软雅黑" panose="020B0503020204020204" charset="-122"/>
                <a:cs typeface="微软雅黑" panose="020B0503020204020204" charset="-122"/>
              </a:rPr>
              <a:t>一个长度为 </a:t>
            </a:r>
            <a:r>
              <a:rPr sz="2000" kern="0" spc="-50" dirty="0">
                <a:solidFill>
                  <a:srgbClr val="5F7797">
                    <a:alpha val="100000"/>
                  </a:srgbClr>
                </a:solidFill>
                <a:latin typeface="Times New Roman" panose="02020603050405020304"/>
                <a:ea typeface="Times New Roman" panose="02020603050405020304"/>
                <a:cs typeface="Times New Roman" panose="02020603050405020304"/>
              </a:rPr>
              <a:t>n</a:t>
            </a:r>
            <a:r>
              <a:rPr sz="2000" kern="0" spc="100" dirty="0">
                <a:solidFill>
                  <a:srgbClr val="5F7797">
                    <a:alpha val="100000"/>
                  </a:srgbClr>
                </a:solidFill>
                <a:latin typeface="Times New Roman" panose="02020603050405020304"/>
                <a:ea typeface="Times New Roman" panose="02020603050405020304"/>
                <a:cs typeface="Times New Roman" panose="02020603050405020304"/>
              </a:rPr>
              <a:t> </a:t>
            </a:r>
            <a:r>
              <a:rPr sz="2000" kern="0" spc="-50" dirty="0">
                <a:solidFill>
                  <a:srgbClr val="5F7797">
                    <a:alpha val="100000"/>
                  </a:srgbClr>
                </a:solidFill>
                <a:latin typeface="微软雅黑" panose="020B0503020204020204" charset="-122"/>
                <a:ea typeface="微软雅黑" panose="020B0503020204020204" charset="-122"/>
                <a:cs typeface="微软雅黑" panose="020B0503020204020204" charset="-122"/>
              </a:rPr>
              <a:t>的串，</a:t>
            </a:r>
            <a:r>
              <a:rPr sz="2000" kern="0" spc="-60" dirty="0">
                <a:solidFill>
                  <a:srgbClr val="5F7797">
                    <a:alpha val="100000"/>
                  </a:srgbClr>
                </a:solidFill>
                <a:latin typeface="微软雅黑" panose="020B0503020204020204" charset="-122"/>
                <a:ea typeface="微软雅黑" panose="020B0503020204020204" charset="-122"/>
                <a:cs typeface="微软雅黑" panose="020B0503020204020204" charset="-122"/>
              </a:rPr>
              <a:t>能表示多少个数呢？ </a:t>
            </a:r>
            <a:r>
              <a:rPr sz="3000" kern="0" spc="-60" baseline="15000" dirty="0">
                <a:solidFill>
                  <a:srgbClr val="FF0000">
                    <a:alpha val="100000"/>
                  </a:srgbClr>
                </a:solidFill>
                <a:latin typeface="Cambria Math" panose="02040503050406030204"/>
                <a:ea typeface="Cambria Math" panose="02040503050406030204"/>
                <a:cs typeface="Cambria Math" panose="02040503050406030204"/>
              </a:rPr>
              <a:t>2</a:t>
            </a:r>
            <a:r>
              <a:rPr sz="2200" kern="0" spc="-60" baseline="20000" dirty="0">
                <a:solidFill>
                  <a:srgbClr val="FF0000">
                    <a:alpha val="100000"/>
                  </a:srgbClr>
                </a:solidFill>
                <a:latin typeface="Cambria Math" panose="02040503050406030204"/>
                <a:ea typeface="Cambria Math" panose="02040503050406030204"/>
                <a:cs typeface="Cambria Math" panose="02040503050406030204"/>
              </a:rPr>
              <a:t>n</a:t>
            </a:r>
            <a:r>
              <a:rPr sz="2000" b="1" kern="0" spc="-60" dirty="0">
                <a:solidFill>
                  <a:srgbClr val="FF0000">
                    <a:alpha val="100000"/>
                  </a:srgbClr>
                </a:solidFill>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p:txBody>
      </p:sp>
      <p:grpSp>
        <p:nvGrpSpPr>
          <p:cNvPr id="10" name="group 10"/>
          <p:cNvGrpSpPr/>
          <p:nvPr/>
        </p:nvGrpSpPr>
        <p:grpSpPr>
          <a:xfrm rot="21600000">
            <a:off x="11045006" y="6024838"/>
            <a:ext cx="921774" cy="822622"/>
            <a:chOff x="0" y="0"/>
            <a:chExt cx="921774" cy="822622"/>
          </a:xfrm>
        </p:grpSpPr>
        <p:pic>
          <p:nvPicPr>
            <p:cNvPr id="184" name="picture 184"/>
            <p:cNvPicPr>
              <a:picLocks noChangeAspect="1"/>
            </p:cNvPicPr>
            <p:nvPr/>
          </p:nvPicPr>
          <p:blipFill>
            <a:blip r:embed="rId7"/>
            <a:stretch>
              <a:fillRect/>
            </a:stretch>
          </p:blipFill>
          <p:spPr>
            <a:xfrm rot="21600000">
              <a:off x="0" y="0"/>
              <a:ext cx="921774" cy="822622"/>
            </a:xfrm>
            <a:prstGeom prst="rect">
              <a:avLst/>
            </a:prstGeom>
          </p:spPr>
        </p:pic>
        <p:sp>
          <p:nvSpPr>
            <p:cNvPr id="186" name="textbox 186"/>
            <p:cNvSpPr/>
            <p:nvPr/>
          </p:nvSpPr>
          <p:spPr>
            <a:xfrm>
              <a:off x="-12700" y="-12700"/>
              <a:ext cx="947419" cy="906144"/>
            </a:xfrm>
            <a:prstGeom prst="rect">
              <a:avLst/>
            </a:prstGeom>
            <a:noFill/>
            <a:ln w="0" cap="flat">
              <a:no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367665" algn="l" rtl="0" eaLnBrk="0">
                <a:lnSpc>
                  <a:spcPct val="80000"/>
                </a:lnSpc>
                <a:spcBef>
                  <a:spcPts val="5"/>
                </a:spcBef>
              </a:pPr>
              <a:r>
                <a:rPr sz="2000" b="1" kern="0" spc="-30" dirty="0">
                  <a:solidFill>
                    <a:srgbClr val="5F7797">
                      <a:alpha val="100000"/>
                    </a:srgbClr>
                  </a:solidFill>
                  <a:latin typeface="Arial" panose="020B0604020202020204"/>
                  <a:ea typeface="Arial" panose="020B0604020202020204"/>
                  <a:cs typeface="Arial" panose="020B0604020202020204"/>
                </a:rPr>
                <a:t>09</a:t>
              </a:r>
              <a:endParaRPr sz="2000" dirty="0">
                <a:latin typeface="Arial" panose="020B0604020202020204"/>
                <a:ea typeface="Arial" panose="020B0604020202020204"/>
                <a:cs typeface="Arial" panose="020B0604020202020204"/>
              </a:endParaRPr>
            </a:p>
          </p:txBody>
        </p:sp>
      </p:grpSp>
      <p:pic>
        <p:nvPicPr>
          <p:cNvPr id="188" name="picture 188"/>
          <p:cNvPicPr>
            <a:picLocks noChangeAspect="1"/>
          </p:cNvPicPr>
          <p:nvPr/>
        </p:nvPicPr>
        <p:blipFill>
          <a:blip r:embed="rId8"/>
          <a:stretch>
            <a:fillRect/>
          </a:stretch>
        </p:blipFill>
        <p:spPr>
          <a:xfrm rot="21600000">
            <a:off x="4753736" y="3549776"/>
            <a:ext cx="2423922" cy="264414"/>
          </a:xfrm>
          <a:prstGeom prst="rect">
            <a:avLst/>
          </a:prstGeom>
        </p:spPr>
      </p:pic>
      <p:sp>
        <p:nvSpPr>
          <p:cNvPr id="190" name="path 190"/>
          <p:cNvSpPr/>
          <p:nvPr/>
        </p:nvSpPr>
        <p:spPr>
          <a:xfrm>
            <a:off x="4870703" y="1118616"/>
            <a:ext cx="2450592" cy="85343"/>
          </a:xfrm>
          <a:custGeom>
            <a:avLst/>
            <a:gdLst/>
            <a:ahLst/>
            <a:cxnLst/>
            <a:rect l="0" t="0" r="0" b="0"/>
            <a:pathLst>
              <a:path w="3859" h="134">
                <a:moveTo>
                  <a:pt x="102" y="23"/>
                </a:moveTo>
                <a:cubicBezTo>
                  <a:pt x="113" y="26"/>
                  <a:pt x="124" y="19"/>
                  <a:pt x="135" y="22"/>
                </a:cubicBezTo>
                <a:cubicBezTo>
                  <a:pt x="129" y="23"/>
                  <a:pt x="135" y="25"/>
                  <a:pt x="129" y="26"/>
                </a:cubicBezTo>
                <a:cubicBezTo>
                  <a:pt x="102" y="23"/>
                  <a:pt x="102" y="31"/>
                  <a:pt x="75" y="32"/>
                </a:cubicBezTo>
                <a:cubicBezTo>
                  <a:pt x="86" y="36"/>
                  <a:pt x="107" y="31"/>
                  <a:pt x="107" y="39"/>
                </a:cubicBezTo>
                <a:cubicBezTo>
                  <a:pt x="145" y="35"/>
                  <a:pt x="156" y="18"/>
                  <a:pt x="183" y="22"/>
                </a:cubicBezTo>
                <a:cubicBezTo>
                  <a:pt x="178" y="23"/>
                  <a:pt x="189" y="26"/>
                  <a:pt x="183" y="28"/>
                </a:cubicBezTo>
                <a:cubicBezTo>
                  <a:pt x="167" y="32"/>
                  <a:pt x="151" y="36"/>
                  <a:pt x="172" y="40"/>
                </a:cubicBezTo>
                <a:cubicBezTo>
                  <a:pt x="183" y="39"/>
                  <a:pt x="189" y="36"/>
                  <a:pt x="199" y="35"/>
                </a:cubicBezTo>
                <a:cubicBezTo>
                  <a:pt x="194" y="28"/>
                  <a:pt x="189" y="22"/>
                  <a:pt x="205" y="16"/>
                </a:cubicBezTo>
                <a:cubicBezTo>
                  <a:pt x="210" y="23"/>
                  <a:pt x="215" y="23"/>
                  <a:pt x="237" y="31"/>
                </a:cubicBezTo>
                <a:cubicBezTo>
                  <a:pt x="215" y="36"/>
                  <a:pt x="205" y="36"/>
                  <a:pt x="199" y="45"/>
                </a:cubicBezTo>
                <a:cubicBezTo>
                  <a:pt x="183" y="38"/>
                  <a:pt x="183" y="46"/>
                  <a:pt x="183" y="49"/>
                </a:cubicBezTo>
                <a:cubicBezTo>
                  <a:pt x="178" y="46"/>
                  <a:pt x="172" y="45"/>
                  <a:pt x="167" y="43"/>
                </a:cubicBezTo>
                <a:cubicBezTo>
                  <a:pt x="135" y="52"/>
                  <a:pt x="162" y="59"/>
                  <a:pt x="135" y="64"/>
                </a:cubicBezTo>
                <a:cubicBezTo>
                  <a:pt x="140" y="63"/>
                  <a:pt x="151" y="63"/>
                  <a:pt x="162" y="63"/>
                </a:cubicBezTo>
                <a:cubicBezTo>
                  <a:pt x="145" y="66"/>
                  <a:pt x="151" y="67"/>
                  <a:pt x="140" y="70"/>
                </a:cubicBezTo>
                <a:cubicBezTo>
                  <a:pt x="129" y="60"/>
                  <a:pt x="107" y="72"/>
                  <a:pt x="91" y="67"/>
                </a:cubicBezTo>
                <a:cubicBezTo>
                  <a:pt x="107" y="57"/>
                  <a:pt x="113" y="48"/>
                  <a:pt x="135" y="40"/>
                </a:cubicBezTo>
                <a:cubicBezTo>
                  <a:pt x="118" y="39"/>
                  <a:pt x="97" y="42"/>
                  <a:pt x="86" y="38"/>
                </a:cubicBezTo>
                <a:cubicBezTo>
                  <a:pt x="64" y="42"/>
                  <a:pt x="54" y="46"/>
                  <a:pt x="54" y="50"/>
                </a:cubicBezTo>
                <a:cubicBezTo>
                  <a:pt x="70" y="52"/>
                  <a:pt x="64" y="42"/>
                  <a:pt x="86" y="45"/>
                </a:cubicBezTo>
                <a:cubicBezTo>
                  <a:pt x="97" y="49"/>
                  <a:pt x="75" y="50"/>
                  <a:pt x="81" y="53"/>
                </a:cubicBezTo>
                <a:cubicBezTo>
                  <a:pt x="86" y="53"/>
                  <a:pt x="97" y="52"/>
                  <a:pt x="97" y="53"/>
                </a:cubicBezTo>
                <a:cubicBezTo>
                  <a:pt x="37" y="62"/>
                  <a:pt x="37" y="74"/>
                  <a:pt x="0" y="84"/>
                </a:cubicBezTo>
                <a:cubicBezTo>
                  <a:pt x="32" y="80"/>
                  <a:pt x="64" y="74"/>
                  <a:pt x="91" y="80"/>
                </a:cubicBezTo>
                <a:cubicBezTo>
                  <a:pt x="102" y="74"/>
                  <a:pt x="43" y="73"/>
                  <a:pt x="70" y="66"/>
                </a:cubicBezTo>
                <a:cubicBezTo>
                  <a:pt x="75" y="73"/>
                  <a:pt x="118" y="70"/>
                  <a:pt x="135" y="79"/>
                </a:cubicBezTo>
                <a:cubicBezTo>
                  <a:pt x="118" y="82"/>
                  <a:pt x="102" y="86"/>
                  <a:pt x="86" y="89"/>
                </a:cubicBezTo>
                <a:cubicBezTo>
                  <a:pt x="64" y="83"/>
                  <a:pt x="37" y="90"/>
                  <a:pt x="16" y="90"/>
                </a:cubicBezTo>
                <a:cubicBezTo>
                  <a:pt x="32" y="94"/>
                  <a:pt x="10" y="101"/>
                  <a:pt x="37" y="98"/>
                </a:cubicBezTo>
                <a:cubicBezTo>
                  <a:pt x="37" y="90"/>
                  <a:pt x="129" y="90"/>
                  <a:pt x="140" y="98"/>
                </a:cubicBezTo>
                <a:cubicBezTo>
                  <a:pt x="151" y="96"/>
                  <a:pt x="167" y="93"/>
                  <a:pt x="183" y="90"/>
                </a:cubicBezTo>
                <a:cubicBezTo>
                  <a:pt x="194" y="98"/>
                  <a:pt x="215" y="90"/>
                  <a:pt x="232" y="94"/>
                </a:cubicBezTo>
                <a:cubicBezTo>
                  <a:pt x="232" y="104"/>
                  <a:pt x="215" y="97"/>
                  <a:pt x="194" y="100"/>
                </a:cubicBezTo>
                <a:cubicBezTo>
                  <a:pt x="189" y="103"/>
                  <a:pt x="189" y="106"/>
                  <a:pt x="199" y="110"/>
                </a:cubicBezTo>
                <a:cubicBezTo>
                  <a:pt x="221" y="103"/>
                  <a:pt x="237" y="106"/>
                  <a:pt x="259" y="100"/>
                </a:cubicBezTo>
                <a:cubicBezTo>
                  <a:pt x="248" y="96"/>
                  <a:pt x="226" y="84"/>
                  <a:pt x="269" y="84"/>
                </a:cubicBezTo>
                <a:cubicBezTo>
                  <a:pt x="259" y="80"/>
                  <a:pt x="237" y="76"/>
                  <a:pt x="253" y="72"/>
                </a:cubicBezTo>
                <a:cubicBezTo>
                  <a:pt x="280" y="74"/>
                  <a:pt x="280" y="62"/>
                  <a:pt x="302" y="64"/>
                </a:cubicBezTo>
                <a:cubicBezTo>
                  <a:pt x="291" y="67"/>
                  <a:pt x="302" y="69"/>
                  <a:pt x="296" y="70"/>
                </a:cubicBezTo>
                <a:cubicBezTo>
                  <a:pt x="291" y="72"/>
                  <a:pt x="275" y="70"/>
                  <a:pt x="280" y="74"/>
                </a:cubicBezTo>
                <a:cubicBezTo>
                  <a:pt x="302" y="74"/>
                  <a:pt x="269" y="97"/>
                  <a:pt x="264" y="106"/>
                </a:cubicBezTo>
                <a:cubicBezTo>
                  <a:pt x="296" y="106"/>
                  <a:pt x="307" y="96"/>
                  <a:pt x="318" y="107"/>
                </a:cubicBezTo>
                <a:cubicBezTo>
                  <a:pt x="334" y="98"/>
                  <a:pt x="367" y="100"/>
                  <a:pt x="350" y="92"/>
                </a:cubicBezTo>
                <a:cubicBezTo>
                  <a:pt x="334" y="92"/>
                  <a:pt x="329" y="93"/>
                  <a:pt x="323" y="96"/>
                </a:cubicBezTo>
                <a:cubicBezTo>
                  <a:pt x="323" y="93"/>
                  <a:pt x="285" y="93"/>
                  <a:pt x="302" y="89"/>
                </a:cubicBezTo>
                <a:cubicBezTo>
                  <a:pt x="334" y="87"/>
                  <a:pt x="329" y="86"/>
                  <a:pt x="334" y="79"/>
                </a:cubicBezTo>
                <a:cubicBezTo>
                  <a:pt x="345" y="82"/>
                  <a:pt x="361" y="76"/>
                  <a:pt x="372" y="82"/>
                </a:cubicBezTo>
                <a:cubicBezTo>
                  <a:pt x="334" y="87"/>
                  <a:pt x="361" y="90"/>
                  <a:pt x="383" y="89"/>
                </a:cubicBezTo>
                <a:cubicBezTo>
                  <a:pt x="361" y="94"/>
                  <a:pt x="356" y="101"/>
                  <a:pt x="350" y="107"/>
                </a:cubicBezTo>
                <a:cubicBezTo>
                  <a:pt x="388" y="110"/>
                  <a:pt x="404" y="90"/>
                  <a:pt x="442" y="103"/>
                </a:cubicBezTo>
                <a:cubicBezTo>
                  <a:pt x="437" y="106"/>
                  <a:pt x="421" y="104"/>
                  <a:pt x="426" y="107"/>
                </a:cubicBezTo>
                <a:cubicBezTo>
                  <a:pt x="437" y="106"/>
                  <a:pt x="431" y="108"/>
                  <a:pt x="437" y="111"/>
                </a:cubicBezTo>
                <a:cubicBezTo>
                  <a:pt x="458" y="103"/>
                  <a:pt x="480" y="101"/>
                  <a:pt x="496" y="92"/>
                </a:cubicBezTo>
                <a:cubicBezTo>
                  <a:pt x="512" y="93"/>
                  <a:pt x="529" y="89"/>
                  <a:pt x="545" y="90"/>
                </a:cubicBezTo>
                <a:cubicBezTo>
                  <a:pt x="518" y="94"/>
                  <a:pt x="523" y="101"/>
                  <a:pt x="512" y="107"/>
                </a:cubicBezTo>
                <a:cubicBezTo>
                  <a:pt x="502" y="108"/>
                  <a:pt x="469" y="104"/>
                  <a:pt x="475" y="110"/>
                </a:cubicBezTo>
                <a:cubicBezTo>
                  <a:pt x="485" y="107"/>
                  <a:pt x="491" y="114"/>
                  <a:pt x="502" y="113"/>
                </a:cubicBezTo>
                <a:cubicBezTo>
                  <a:pt x="512" y="111"/>
                  <a:pt x="523" y="108"/>
                  <a:pt x="534" y="107"/>
                </a:cubicBezTo>
                <a:cubicBezTo>
                  <a:pt x="550" y="111"/>
                  <a:pt x="534" y="113"/>
                  <a:pt x="555" y="114"/>
                </a:cubicBezTo>
                <a:cubicBezTo>
                  <a:pt x="577" y="111"/>
                  <a:pt x="583" y="110"/>
                  <a:pt x="583" y="104"/>
                </a:cubicBezTo>
                <a:cubicBezTo>
                  <a:pt x="620" y="106"/>
                  <a:pt x="593" y="110"/>
                  <a:pt x="631" y="115"/>
                </a:cubicBezTo>
                <a:cubicBezTo>
                  <a:pt x="653" y="108"/>
                  <a:pt x="669" y="115"/>
                  <a:pt x="690" y="108"/>
                </a:cubicBezTo>
                <a:cubicBezTo>
                  <a:pt x="696" y="110"/>
                  <a:pt x="690" y="113"/>
                  <a:pt x="707" y="115"/>
                </a:cubicBezTo>
                <a:cubicBezTo>
                  <a:pt x="723" y="114"/>
                  <a:pt x="744" y="113"/>
                  <a:pt x="761" y="114"/>
                </a:cubicBezTo>
                <a:cubicBezTo>
                  <a:pt x="744" y="110"/>
                  <a:pt x="782" y="103"/>
                  <a:pt x="798" y="107"/>
                </a:cubicBezTo>
                <a:cubicBezTo>
                  <a:pt x="798" y="114"/>
                  <a:pt x="755" y="106"/>
                  <a:pt x="771" y="114"/>
                </a:cubicBezTo>
                <a:cubicBezTo>
                  <a:pt x="831" y="111"/>
                  <a:pt x="885" y="118"/>
                  <a:pt x="950" y="114"/>
                </a:cubicBezTo>
                <a:cubicBezTo>
                  <a:pt x="923" y="110"/>
                  <a:pt x="944" y="106"/>
                  <a:pt x="950" y="101"/>
                </a:cubicBezTo>
                <a:cubicBezTo>
                  <a:pt x="944" y="111"/>
                  <a:pt x="1009" y="127"/>
                  <a:pt x="1009" y="113"/>
                </a:cubicBezTo>
                <a:cubicBezTo>
                  <a:pt x="982" y="117"/>
                  <a:pt x="993" y="101"/>
                  <a:pt x="971" y="100"/>
                </a:cubicBezTo>
                <a:cubicBezTo>
                  <a:pt x="977" y="98"/>
                  <a:pt x="982" y="96"/>
                  <a:pt x="982" y="94"/>
                </a:cubicBezTo>
                <a:cubicBezTo>
                  <a:pt x="982" y="100"/>
                  <a:pt x="993" y="98"/>
                  <a:pt x="1009" y="100"/>
                </a:cubicBezTo>
                <a:cubicBezTo>
                  <a:pt x="977" y="106"/>
                  <a:pt x="1020" y="111"/>
                  <a:pt x="1036" y="108"/>
                </a:cubicBezTo>
                <a:cubicBezTo>
                  <a:pt x="1025" y="111"/>
                  <a:pt x="1020" y="114"/>
                  <a:pt x="1036" y="117"/>
                </a:cubicBezTo>
                <a:cubicBezTo>
                  <a:pt x="1041" y="117"/>
                  <a:pt x="1047" y="115"/>
                  <a:pt x="1052" y="117"/>
                </a:cubicBezTo>
                <a:cubicBezTo>
                  <a:pt x="1057" y="106"/>
                  <a:pt x="1101" y="107"/>
                  <a:pt x="1095" y="92"/>
                </a:cubicBezTo>
                <a:cubicBezTo>
                  <a:pt x="1095" y="93"/>
                  <a:pt x="1101" y="94"/>
                  <a:pt x="1106" y="93"/>
                </a:cubicBezTo>
                <a:cubicBezTo>
                  <a:pt x="1101" y="96"/>
                  <a:pt x="1101" y="100"/>
                  <a:pt x="1122" y="104"/>
                </a:cubicBezTo>
                <a:cubicBezTo>
                  <a:pt x="1138" y="101"/>
                  <a:pt x="1192" y="101"/>
                  <a:pt x="1176" y="108"/>
                </a:cubicBezTo>
                <a:cubicBezTo>
                  <a:pt x="1155" y="101"/>
                  <a:pt x="1127" y="110"/>
                  <a:pt x="1084" y="107"/>
                </a:cubicBezTo>
                <a:cubicBezTo>
                  <a:pt x="1074" y="110"/>
                  <a:pt x="1079" y="113"/>
                  <a:pt x="1074" y="114"/>
                </a:cubicBezTo>
                <a:cubicBezTo>
                  <a:pt x="1106" y="121"/>
                  <a:pt x="1144" y="115"/>
                  <a:pt x="1176" y="118"/>
                </a:cubicBezTo>
                <a:cubicBezTo>
                  <a:pt x="1171" y="117"/>
                  <a:pt x="1165" y="115"/>
                  <a:pt x="1176" y="113"/>
                </a:cubicBezTo>
                <a:cubicBezTo>
                  <a:pt x="1225" y="108"/>
                  <a:pt x="1214" y="128"/>
                  <a:pt x="1214" y="128"/>
                </a:cubicBezTo>
                <a:cubicBezTo>
                  <a:pt x="1230" y="124"/>
                  <a:pt x="1263" y="120"/>
                  <a:pt x="1225" y="120"/>
                </a:cubicBezTo>
                <a:cubicBezTo>
                  <a:pt x="1230" y="114"/>
                  <a:pt x="1257" y="110"/>
                  <a:pt x="1268" y="121"/>
                </a:cubicBezTo>
                <a:cubicBezTo>
                  <a:pt x="1327" y="117"/>
                  <a:pt x="1365" y="124"/>
                  <a:pt x="1419" y="115"/>
                </a:cubicBezTo>
                <a:cubicBezTo>
                  <a:pt x="1425" y="122"/>
                  <a:pt x="1473" y="121"/>
                  <a:pt x="1500" y="120"/>
                </a:cubicBezTo>
                <a:cubicBezTo>
                  <a:pt x="1505" y="111"/>
                  <a:pt x="1516" y="114"/>
                  <a:pt x="1505" y="110"/>
                </a:cubicBezTo>
                <a:cubicBezTo>
                  <a:pt x="1516" y="108"/>
                  <a:pt x="1522" y="106"/>
                  <a:pt x="1532" y="104"/>
                </a:cubicBezTo>
                <a:cubicBezTo>
                  <a:pt x="1532" y="108"/>
                  <a:pt x="1543" y="111"/>
                  <a:pt x="1559" y="107"/>
                </a:cubicBezTo>
                <a:cubicBezTo>
                  <a:pt x="1559" y="101"/>
                  <a:pt x="1549" y="104"/>
                  <a:pt x="1532" y="101"/>
                </a:cubicBezTo>
                <a:cubicBezTo>
                  <a:pt x="1543" y="98"/>
                  <a:pt x="1538" y="96"/>
                  <a:pt x="1554" y="93"/>
                </a:cubicBezTo>
                <a:cubicBezTo>
                  <a:pt x="1554" y="101"/>
                  <a:pt x="1586" y="113"/>
                  <a:pt x="1543" y="121"/>
                </a:cubicBezTo>
                <a:cubicBezTo>
                  <a:pt x="1559" y="128"/>
                  <a:pt x="1559" y="114"/>
                  <a:pt x="1575" y="124"/>
                </a:cubicBezTo>
                <a:cubicBezTo>
                  <a:pt x="1597" y="122"/>
                  <a:pt x="1597" y="114"/>
                  <a:pt x="1608" y="117"/>
                </a:cubicBezTo>
                <a:cubicBezTo>
                  <a:pt x="1619" y="128"/>
                  <a:pt x="1624" y="115"/>
                  <a:pt x="1657" y="117"/>
                </a:cubicBezTo>
                <a:cubicBezTo>
                  <a:pt x="1662" y="120"/>
                  <a:pt x="1651" y="121"/>
                  <a:pt x="1646" y="122"/>
                </a:cubicBezTo>
                <a:cubicBezTo>
                  <a:pt x="1700" y="131"/>
                  <a:pt x="1662" y="108"/>
                  <a:pt x="1705" y="104"/>
                </a:cubicBezTo>
                <a:cubicBezTo>
                  <a:pt x="1667" y="94"/>
                  <a:pt x="1667" y="121"/>
                  <a:pt x="1624" y="111"/>
                </a:cubicBezTo>
                <a:cubicBezTo>
                  <a:pt x="1667" y="113"/>
                  <a:pt x="1657" y="96"/>
                  <a:pt x="1700" y="98"/>
                </a:cubicBezTo>
                <a:cubicBezTo>
                  <a:pt x="1705" y="93"/>
                  <a:pt x="1711" y="87"/>
                  <a:pt x="1727" y="82"/>
                </a:cubicBezTo>
                <a:cubicBezTo>
                  <a:pt x="1743" y="87"/>
                  <a:pt x="1705" y="94"/>
                  <a:pt x="1743" y="93"/>
                </a:cubicBezTo>
                <a:cubicBezTo>
                  <a:pt x="1727" y="98"/>
                  <a:pt x="1716" y="93"/>
                  <a:pt x="1705" y="94"/>
                </a:cubicBezTo>
                <a:cubicBezTo>
                  <a:pt x="1748" y="106"/>
                  <a:pt x="1667" y="114"/>
                  <a:pt x="1705" y="125"/>
                </a:cubicBezTo>
                <a:cubicBezTo>
                  <a:pt x="1727" y="121"/>
                  <a:pt x="1743" y="115"/>
                  <a:pt x="1732" y="110"/>
                </a:cubicBezTo>
                <a:cubicBezTo>
                  <a:pt x="1754" y="104"/>
                  <a:pt x="1770" y="107"/>
                  <a:pt x="1786" y="108"/>
                </a:cubicBezTo>
                <a:cubicBezTo>
                  <a:pt x="1759" y="111"/>
                  <a:pt x="1781" y="115"/>
                  <a:pt x="1759" y="120"/>
                </a:cubicBezTo>
                <a:cubicBezTo>
                  <a:pt x="1754" y="117"/>
                  <a:pt x="1748" y="114"/>
                  <a:pt x="1743" y="115"/>
                </a:cubicBezTo>
                <a:cubicBezTo>
                  <a:pt x="1759" y="122"/>
                  <a:pt x="1737" y="118"/>
                  <a:pt x="1743" y="125"/>
                </a:cubicBezTo>
                <a:cubicBezTo>
                  <a:pt x="1765" y="124"/>
                  <a:pt x="1797" y="125"/>
                  <a:pt x="1802" y="121"/>
                </a:cubicBezTo>
                <a:cubicBezTo>
                  <a:pt x="1797" y="117"/>
                  <a:pt x="1786" y="118"/>
                  <a:pt x="1775" y="118"/>
                </a:cubicBezTo>
                <a:cubicBezTo>
                  <a:pt x="1808" y="118"/>
                  <a:pt x="1792" y="110"/>
                  <a:pt x="1808" y="113"/>
                </a:cubicBezTo>
                <a:cubicBezTo>
                  <a:pt x="1813" y="115"/>
                  <a:pt x="1813" y="120"/>
                  <a:pt x="1813" y="124"/>
                </a:cubicBezTo>
                <a:cubicBezTo>
                  <a:pt x="1937" y="122"/>
                  <a:pt x="2061" y="127"/>
                  <a:pt x="2185" y="124"/>
                </a:cubicBezTo>
                <a:cubicBezTo>
                  <a:pt x="2159" y="115"/>
                  <a:pt x="2202" y="111"/>
                  <a:pt x="2213" y="111"/>
                </a:cubicBezTo>
                <a:cubicBezTo>
                  <a:pt x="2218" y="118"/>
                  <a:pt x="2196" y="118"/>
                  <a:pt x="2185" y="124"/>
                </a:cubicBezTo>
                <a:cubicBezTo>
                  <a:pt x="2202" y="131"/>
                  <a:pt x="2223" y="124"/>
                  <a:pt x="2234" y="120"/>
                </a:cubicBezTo>
                <a:cubicBezTo>
                  <a:pt x="2256" y="121"/>
                  <a:pt x="2240" y="127"/>
                  <a:pt x="2261" y="120"/>
                </a:cubicBezTo>
                <a:cubicBezTo>
                  <a:pt x="2261" y="131"/>
                  <a:pt x="2310" y="120"/>
                  <a:pt x="2331" y="127"/>
                </a:cubicBezTo>
                <a:cubicBezTo>
                  <a:pt x="2331" y="125"/>
                  <a:pt x="2364" y="122"/>
                  <a:pt x="2369" y="117"/>
                </a:cubicBezTo>
                <a:cubicBezTo>
                  <a:pt x="2374" y="120"/>
                  <a:pt x="2385" y="120"/>
                  <a:pt x="2391" y="121"/>
                </a:cubicBezTo>
                <a:cubicBezTo>
                  <a:pt x="2385" y="124"/>
                  <a:pt x="2358" y="120"/>
                  <a:pt x="2364" y="125"/>
                </a:cubicBezTo>
                <a:cubicBezTo>
                  <a:pt x="2380" y="124"/>
                  <a:pt x="2369" y="128"/>
                  <a:pt x="2380" y="131"/>
                </a:cubicBezTo>
                <a:cubicBezTo>
                  <a:pt x="2417" y="124"/>
                  <a:pt x="2482" y="134"/>
                  <a:pt x="2504" y="125"/>
                </a:cubicBezTo>
                <a:cubicBezTo>
                  <a:pt x="2493" y="120"/>
                  <a:pt x="2417" y="125"/>
                  <a:pt x="2407" y="117"/>
                </a:cubicBezTo>
                <a:cubicBezTo>
                  <a:pt x="2450" y="122"/>
                  <a:pt x="2499" y="118"/>
                  <a:pt x="2547" y="117"/>
                </a:cubicBezTo>
                <a:cubicBezTo>
                  <a:pt x="2536" y="118"/>
                  <a:pt x="2531" y="120"/>
                  <a:pt x="2520" y="122"/>
                </a:cubicBezTo>
                <a:cubicBezTo>
                  <a:pt x="2531" y="125"/>
                  <a:pt x="2542" y="128"/>
                  <a:pt x="2547" y="131"/>
                </a:cubicBezTo>
                <a:cubicBezTo>
                  <a:pt x="2580" y="128"/>
                  <a:pt x="2547" y="121"/>
                  <a:pt x="2569" y="118"/>
                </a:cubicBezTo>
                <a:cubicBezTo>
                  <a:pt x="2574" y="120"/>
                  <a:pt x="2563" y="121"/>
                  <a:pt x="2574" y="124"/>
                </a:cubicBezTo>
                <a:cubicBezTo>
                  <a:pt x="2617" y="117"/>
                  <a:pt x="2585" y="101"/>
                  <a:pt x="2617" y="100"/>
                </a:cubicBezTo>
                <a:cubicBezTo>
                  <a:pt x="2601" y="107"/>
                  <a:pt x="2623" y="117"/>
                  <a:pt x="2585" y="124"/>
                </a:cubicBezTo>
                <a:cubicBezTo>
                  <a:pt x="2617" y="134"/>
                  <a:pt x="2623" y="120"/>
                  <a:pt x="2650" y="131"/>
                </a:cubicBezTo>
                <a:cubicBezTo>
                  <a:pt x="2666" y="127"/>
                  <a:pt x="2677" y="130"/>
                  <a:pt x="2693" y="124"/>
                </a:cubicBezTo>
                <a:cubicBezTo>
                  <a:pt x="2698" y="131"/>
                  <a:pt x="2758" y="134"/>
                  <a:pt x="2769" y="125"/>
                </a:cubicBezTo>
                <a:cubicBezTo>
                  <a:pt x="2790" y="130"/>
                  <a:pt x="2828" y="134"/>
                  <a:pt x="2849" y="124"/>
                </a:cubicBezTo>
                <a:cubicBezTo>
                  <a:pt x="2855" y="131"/>
                  <a:pt x="2892" y="131"/>
                  <a:pt x="2892" y="122"/>
                </a:cubicBezTo>
                <a:cubicBezTo>
                  <a:pt x="2903" y="125"/>
                  <a:pt x="2909" y="128"/>
                  <a:pt x="2909" y="130"/>
                </a:cubicBezTo>
                <a:cubicBezTo>
                  <a:pt x="2941" y="118"/>
                  <a:pt x="3065" y="128"/>
                  <a:pt x="3038" y="108"/>
                </a:cubicBezTo>
                <a:cubicBezTo>
                  <a:pt x="3049" y="107"/>
                  <a:pt x="3055" y="111"/>
                  <a:pt x="3060" y="114"/>
                </a:cubicBezTo>
                <a:cubicBezTo>
                  <a:pt x="3076" y="111"/>
                  <a:pt x="3065" y="108"/>
                  <a:pt x="3071" y="107"/>
                </a:cubicBezTo>
                <a:cubicBezTo>
                  <a:pt x="3082" y="107"/>
                  <a:pt x="3098" y="103"/>
                  <a:pt x="3109" y="107"/>
                </a:cubicBezTo>
                <a:cubicBezTo>
                  <a:pt x="3087" y="111"/>
                  <a:pt x="3076" y="114"/>
                  <a:pt x="3082" y="122"/>
                </a:cubicBezTo>
                <a:cubicBezTo>
                  <a:pt x="3060" y="121"/>
                  <a:pt x="3038" y="127"/>
                  <a:pt x="3022" y="127"/>
                </a:cubicBezTo>
                <a:cubicBezTo>
                  <a:pt x="3082" y="131"/>
                  <a:pt x="3190" y="132"/>
                  <a:pt x="3254" y="118"/>
                </a:cubicBezTo>
                <a:cubicBezTo>
                  <a:pt x="3265" y="127"/>
                  <a:pt x="3287" y="111"/>
                  <a:pt x="3303" y="115"/>
                </a:cubicBezTo>
                <a:cubicBezTo>
                  <a:pt x="3281" y="120"/>
                  <a:pt x="3260" y="124"/>
                  <a:pt x="3260" y="130"/>
                </a:cubicBezTo>
                <a:cubicBezTo>
                  <a:pt x="3270" y="128"/>
                  <a:pt x="3287" y="125"/>
                  <a:pt x="3297" y="130"/>
                </a:cubicBezTo>
                <a:cubicBezTo>
                  <a:pt x="3335" y="122"/>
                  <a:pt x="3319" y="108"/>
                  <a:pt x="3362" y="110"/>
                </a:cubicBezTo>
                <a:cubicBezTo>
                  <a:pt x="3368" y="104"/>
                  <a:pt x="3357" y="90"/>
                  <a:pt x="3400" y="90"/>
                </a:cubicBezTo>
                <a:cubicBezTo>
                  <a:pt x="3378" y="106"/>
                  <a:pt x="3405" y="115"/>
                  <a:pt x="3324" y="127"/>
                </a:cubicBezTo>
                <a:cubicBezTo>
                  <a:pt x="3362" y="134"/>
                  <a:pt x="3422" y="125"/>
                  <a:pt x="3449" y="115"/>
                </a:cubicBezTo>
                <a:cubicBezTo>
                  <a:pt x="3438" y="110"/>
                  <a:pt x="3422" y="115"/>
                  <a:pt x="3416" y="110"/>
                </a:cubicBezTo>
                <a:cubicBezTo>
                  <a:pt x="3422" y="110"/>
                  <a:pt x="3416" y="107"/>
                  <a:pt x="3422" y="107"/>
                </a:cubicBezTo>
                <a:cubicBezTo>
                  <a:pt x="3459" y="108"/>
                  <a:pt x="3513" y="107"/>
                  <a:pt x="3535" y="96"/>
                </a:cubicBezTo>
                <a:cubicBezTo>
                  <a:pt x="3557" y="100"/>
                  <a:pt x="3540" y="104"/>
                  <a:pt x="3524" y="108"/>
                </a:cubicBezTo>
                <a:cubicBezTo>
                  <a:pt x="3519" y="106"/>
                  <a:pt x="3524" y="103"/>
                  <a:pt x="3508" y="106"/>
                </a:cubicBezTo>
                <a:cubicBezTo>
                  <a:pt x="3497" y="114"/>
                  <a:pt x="3519" y="110"/>
                  <a:pt x="3535" y="114"/>
                </a:cubicBezTo>
                <a:cubicBezTo>
                  <a:pt x="3519" y="115"/>
                  <a:pt x="3508" y="122"/>
                  <a:pt x="3497" y="118"/>
                </a:cubicBezTo>
                <a:cubicBezTo>
                  <a:pt x="3481" y="115"/>
                  <a:pt x="3502" y="113"/>
                  <a:pt x="3492" y="110"/>
                </a:cubicBezTo>
                <a:cubicBezTo>
                  <a:pt x="3432" y="111"/>
                  <a:pt x="3476" y="121"/>
                  <a:pt x="3449" y="128"/>
                </a:cubicBezTo>
                <a:cubicBezTo>
                  <a:pt x="3481" y="131"/>
                  <a:pt x="3535" y="117"/>
                  <a:pt x="3557" y="110"/>
                </a:cubicBezTo>
                <a:cubicBezTo>
                  <a:pt x="3567" y="111"/>
                  <a:pt x="3573" y="110"/>
                  <a:pt x="3584" y="114"/>
                </a:cubicBezTo>
                <a:cubicBezTo>
                  <a:pt x="3600" y="103"/>
                  <a:pt x="3632" y="94"/>
                  <a:pt x="3664" y="87"/>
                </a:cubicBezTo>
                <a:cubicBezTo>
                  <a:pt x="3648" y="80"/>
                  <a:pt x="3638" y="86"/>
                  <a:pt x="3627" y="90"/>
                </a:cubicBezTo>
                <a:cubicBezTo>
                  <a:pt x="3594" y="80"/>
                  <a:pt x="3632" y="73"/>
                  <a:pt x="3664" y="70"/>
                </a:cubicBezTo>
                <a:cubicBezTo>
                  <a:pt x="3675" y="76"/>
                  <a:pt x="3632" y="73"/>
                  <a:pt x="3659" y="82"/>
                </a:cubicBezTo>
                <a:cubicBezTo>
                  <a:pt x="3670" y="79"/>
                  <a:pt x="3675" y="80"/>
                  <a:pt x="3686" y="77"/>
                </a:cubicBezTo>
                <a:cubicBezTo>
                  <a:pt x="3675" y="64"/>
                  <a:pt x="3735" y="55"/>
                  <a:pt x="3702" y="40"/>
                </a:cubicBezTo>
                <a:cubicBezTo>
                  <a:pt x="3718" y="38"/>
                  <a:pt x="3729" y="38"/>
                  <a:pt x="3735" y="42"/>
                </a:cubicBezTo>
                <a:cubicBezTo>
                  <a:pt x="3713" y="45"/>
                  <a:pt x="3740" y="49"/>
                  <a:pt x="3751" y="49"/>
                </a:cubicBezTo>
                <a:cubicBezTo>
                  <a:pt x="3735" y="52"/>
                  <a:pt x="3718" y="55"/>
                  <a:pt x="3729" y="59"/>
                </a:cubicBezTo>
                <a:cubicBezTo>
                  <a:pt x="3756" y="57"/>
                  <a:pt x="3762" y="50"/>
                  <a:pt x="3794" y="45"/>
                </a:cubicBezTo>
                <a:cubicBezTo>
                  <a:pt x="3805" y="48"/>
                  <a:pt x="3810" y="50"/>
                  <a:pt x="3821" y="50"/>
                </a:cubicBezTo>
                <a:cubicBezTo>
                  <a:pt x="3837" y="46"/>
                  <a:pt x="3853" y="49"/>
                  <a:pt x="3859" y="43"/>
                </a:cubicBezTo>
                <a:cubicBezTo>
                  <a:pt x="3848" y="35"/>
                  <a:pt x="3832" y="46"/>
                  <a:pt x="3826" y="42"/>
                </a:cubicBezTo>
                <a:cubicBezTo>
                  <a:pt x="3832" y="39"/>
                  <a:pt x="3848" y="36"/>
                  <a:pt x="3842" y="32"/>
                </a:cubicBezTo>
                <a:cubicBezTo>
                  <a:pt x="3805" y="33"/>
                  <a:pt x="3772" y="45"/>
                  <a:pt x="3740" y="43"/>
                </a:cubicBezTo>
                <a:cubicBezTo>
                  <a:pt x="3762" y="35"/>
                  <a:pt x="3718" y="36"/>
                  <a:pt x="3702" y="33"/>
                </a:cubicBezTo>
                <a:cubicBezTo>
                  <a:pt x="3708" y="32"/>
                  <a:pt x="3713" y="31"/>
                  <a:pt x="3708" y="29"/>
                </a:cubicBezTo>
                <a:cubicBezTo>
                  <a:pt x="3681" y="38"/>
                  <a:pt x="3697" y="48"/>
                  <a:pt x="3691" y="56"/>
                </a:cubicBezTo>
                <a:cubicBezTo>
                  <a:pt x="3670" y="57"/>
                  <a:pt x="3648" y="70"/>
                  <a:pt x="3616" y="60"/>
                </a:cubicBezTo>
                <a:cubicBezTo>
                  <a:pt x="3638" y="57"/>
                  <a:pt x="3616" y="53"/>
                  <a:pt x="3611" y="49"/>
                </a:cubicBezTo>
                <a:cubicBezTo>
                  <a:pt x="3578" y="56"/>
                  <a:pt x="3589" y="64"/>
                  <a:pt x="3584" y="73"/>
                </a:cubicBezTo>
                <a:cubicBezTo>
                  <a:pt x="3600" y="72"/>
                  <a:pt x="3594" y="63"/>
                  <a:pt x="3616" y="66"/>
                </a:cubicBezTo>
                <a:cubicBezTo>
                  <a:pt x="3621" y="73"/>
                  <a:pt x="3600" y="72"/>
                  <a:pt x="3578" y="77"/>
                </a:cubicBezTo>
                <a:cubicBezTo>
                  <a:pt x="3578" y="82"/>
                  <a:pt x="3611" y="79"/>
                  <a:pt x="3594" y="83"/>
                </a:cubicBezTo>
                <a:cubicBezTo>
                  <a:pt x="3540" y="90"/>
                  <a:pt x="3513" y="96"/>
                  <a:pt x="3465" y="101"/>
                </a:cubicBezTo>
                <a:cubicBezTo>
                  <a:pt x="3465" y="98"/>
                  <a:pt x="3481" y="94"/>
                  <a:pt x="3481" y="92"/>
                </a:cubicBezTo>
                <a:cubicBezTo>
                  <a:pt x="3508" y="90"/>
                  <a:pt x="3578" y="84"/>
                  <a:pt x="3573" y="79"/>
                </a:cubicBezTo>
                <a:cubicBezTo>
                  <a:pt x="3535" y="77"/>
                  <a:pt x="3530" y="83"/>
                  <a:pt x="3492" y="82"/>
                </a:cubicBezTo>
                <a:cubicBezTo>
                  <a:pt x="3508" y="73"/>
                  <a:pt x="3530" y="77"/>
                  <a:pt x="3557" y="73"/>
                </a:cubicBezTo>
                <a:cubicBezTo>
                  <a:pt x="3584" y="66"/>
                  <a:pt x="3573" y="53"/>
                  <a:pt x="3562" y="49"/>
                </a:cubicBezTo>
                <a:cubicBezTo>
                  <a:pt x="3573" y="49"/>
                  <a:pt x="3584" y="48"/>
                  <a:pt x="3600" y="45"/>
                </a:cubicBezTo>
                <a:cubicBezTo>
                  <a:pt x="3605" y="49"/>
                  <a:pt x="3616" y="49"/>
                  <a:pt x="3632" y="46"/>
                </a:cubicBezTo>
                <a:cubicBezTo>
                  <a:pt x="3621" y="40"/>
                  <a:pt x="3578" y="46"/>
                  <a:pt x="3584" y="39"/>
                </a:cubicBezTo>
                <a:cubicBezTo>
                  <a:pt x="3600" y="40"/>
                  <a:pt x="3621" y="43"/>
                  <a:pt x="3638" y="42"/>
                </a:cubicBezTo>
                <a:cubicBezTo>
                  <a:pt x="3632" y="38"/>
                  <a:pt x="3627" y="33"/>
                  <a:pt x="3632" y="29"/>
                </a:cubicBezTo>
                <a:cubicBezTo>
                  <a:pt x="3611" y="36"/>
                  <a:pt x="3594" y="32"/>
                  <a:pt x="3578" y="31"/>
                </a:cubicBezTo>
                <a:cubicBezTo>
                  <a:pt x="3562" y="33"/>
                  <a:pt x="3573" y="36"/>
                  <a:pt x="3551" y="39"/>
                </a:cubicBezTo>
                <a:cubicBezTo>
                  <a:pt x="3557" y="40"/>
                  <a:pt x="3567" y="42"/>
                  <a:pt x="3573" y="42"/>
                </a:cubicBezTo>
                <a:cubicBezTo>
                  <a:pt x="3540" y="42"/>
                  <a:pt x="3562" y="50"/>
                  <a:pt x="3540" y="55"/>
                </a:cubicBezTo>
                <a:cubicBezTo>
                  <a:pt x="3519" y="46"/>
                  <a:pt x="3546" y="48"/>
                  <a:pt x="3513" y="42"/>
                </a:cubicBezTo>
                <a:cubicBezTo>
                  <a:pt x="3481" y="45"/>
                  <a:pt x="3443" y="46"/>
                  <a:pt x="3432" y="35"/>
                </a:cubicBezTo>
                <a:cubicBezTo>
                  <a:pt x="3427" y="36"/>
                  <a:pt x="3416" y="36"/>
                  <a:pt x="3411" y="38"/>
                </a:cubicBezTo>
                <a:cubicBezTo>
                  <a:pt x="3405" y="43"/>
                  <a:pt x="3427" y="45"/>
                  <a:pt x="3427" y="49"/>
                </a:cubicBezTo>
                <a:cubicBezTo>
                  <a:pt x="3395" y="46"/>
                  <a:pt x="3351" y="63"/>
                  <a:pt x="3297" y="55"/>
                </a:cubicBezTo>
                <a:cubicBezTo>
                  <a:pt x="3324" y="57"/>
                  <a:pt x="3330" y="42"/>
                  <a:pt x="3362" y="45"/>
                </a:cubicBezTo>
                <a:cubicBezTo>
                  <a:pt x="3357" y="46"/>
                  <a:pt x="3346" y="48"/>
                  <a:pt x="3351" y="49"/>
                </a:cubicBezTo>
                <a:cubicBezTo>
                  <a:pt x="3362" y="48"/>
                  <a:pt x="3368" y="52"/>
                  <a:pt x="3384" y="48"/>
                </a:cubicBezTo>
                <a:cubicBezTo>
                  <a:pt x="3373" y="31"/>
                  <a:pt x="3459" y="33"/>
                  <a:pt x="3459" y="28"/>
                </a:cubicBezTo>
                <a:cubicBezTo>
                  <a:pt x="3416" y="33"/>
                  <a:pt x="3373" y="26"/>
                  <a:pt x="3330" y="31"/>
                </a:cubicBezTo>
                <a:cubicBezTo>
                  <a:pt x="3335" y="32"/>
                  <a:pt x="3324" y="33"/>
                  <a:pt x="3319" y="35"/>
                </a:cubicBezTo>
                <a:cubicBezTo>
                  <a:pt x="3324" y="38"/>
                  <a:pt x="3330" y="39"/>
                  <a:pt x="3324" y="42"/>
                </a:cubicBezTo>
                <a:cubicBezTo>
                  <a:pt x="3303" y="43"/>
                  <a:pt x="3297" y="52"/>
                  <a:pt x="3292" y="49"/>
                </a:cubicBezTo>
                <a:cubicBezTo>
                  <a:pt x="3292" y="46"/>
                  <a:pt x="3308" y="43"/>
                  <a:pt x="3292" y="40"/>
                </a:cubicBezTo>
                <a:cubicBezTo>
                  <a:pt x="3287" y="40"/>
                  <a:pt x="3281" y="43"/>
                  <a:pt x="3276" y="42"/>
                </a:cubicBezTo>
                <a:cubicBezTo>
                  <a:pt x="3254" y="46"/>
                  <a:pt x="3260" y="55"/>
                  <a:pt x="3227" y="52"/>
                </a:cubicBezTo>
                <a:cubicBezTo>
                  <a:pt x="3222" y="48"/>
                  <a:pt x="3260" y="46"/>
                  <a:pt x="3249" y="42"/>
                </a:cubicBezTo>
                <a:cubicBezTo>
                  <a:pt x="3227" y="48"/>
                  <a:pt x="3216" y="39"/>
                  <a:pt x="3200" y="45"/>
                </a:cubicBezTo>
                <a:cubicBezTo>
                  <a:pt x="3211" y="49"/>
                  <a:pt x="3222" y="52"/>
                  <a:pt x="3200" y="55"/>
                </a:cubicBezTo>
                <a:cubicBezTo>
                  <a:pt x="3206" y="42"/>
                  <a:pt x="3162" y="53"/>
                  <a:pt x="3195" y="40"/>
                </a:cubicBezTo>
                <a:cubicBezTo>
                  <a:pt x="3227" y="45"/>
                  <a:pt x="3270" y="32"/>
                  <a:pt x="3303" y="40"/>
                </a:cubicBezTo>
                <a:cubicBezTo>
                  <a:pt x="3324" y="39"/>
                  <a:pt x="3297" y="28"/>
                  <a:pt x="3292" y="31"/>
                </a:cubicBezTo>
                <a:cubicBezTo>
                  <a:pt x="3292" y="33"/>
                  <a:pt x="3254" y="33"/>
                  <a:pt x="3249" y="36"/>
                </a:cubicBezTo>
                <a:cubicBezTo>
                  <a:pt x="3238" y="33"/>
                  <a:pt x="3249" y="32"/>
                  <a:pt x="3249" y="29"/>
                </a:cubicBezTo>
                <a:cubicBezTo>
                  <a:pt x="3243" y="29"/>
                  <a:pt x="3243" y="31"/>
                  <a:pt x="3238" y="29"/>
                </a:cubicBezTo>
                <a:cubicBezTo>
                  <a:pt x="3232" y="29"/>
                  <a:pt x="3227" y="29"/>
                  <a:pt x="3222" y="29"/>
                </a:cubicBezTo>
                <a:cubicBezTo>
                  <a:pt x="3227" y="32"/>
                  <a:pt x="3243" y="35"/>
                  <a:pt x="3232" y="38"/>
                </a:cubicBezTo>
                <a:cubicBezTo>
                  <a:pt x="3227" y="35"/>
                  <a:pt x="3222" y="38"/>
                  <a:pt x="3211" y="36"/>
                </a:cubicBezTo>
                <a:cubicBezTo>
                  <a:pt x="3200" y="33"/>
                  <a:pt x="3211" y="32"/>
                  <a:pt x="3200" y="29"/>
                </a:cubicBezTo>
                <a:cubicBezTo>
                  <a:pt x="3179" y="28"/>
                  <a:pt x="3190" y="32"/>
                  <a:pt x="3168" y="35"/>
                </a:cubicBezTo>
                <a:cubicBezTo>
                  <a:pt x="3179" y="26"/>
                  <a:pt x="3076" y="29"/>
                  <a:pt x="3125" y="33"/>
                </a:cubicBezTo>
                <a:cubicBezTo>
                  <a:pt x="3119" y="35"/>
                  <a:pt x="3109" y="38"/>
                  <a:pt x="3103" y="39"/>
                </a:cubicBezTo>
                <a:cubicBezTo>
                  <a:pt x="3087" y="31"/>
                  <a:pt x="3060" y="38"/>
                  <a:pt x="3044" y="35"/>
                </a:cubicBezTo>
                <a:cubicBezTo>
                  <a:pt x="3038" y="33"/>
                  <a:pt x="3049" y="32"/>
                  <a:pt x="3044" y="29"/>
                </a:cubicBezTo>
                <a:cubicBezTo>
                  <a:pt x="3028" y="29"/>
                  <a:pt x="3011" y="36"/>
                  <a:pt x="2995" y="29"/>
                </a:cubicBezTo>
                <a:cubicBezTo>
                  <a:pt x="2974" y="31"/>
                  <a:pt x="2984" y="39"/>
                  <a:pt x="2968" y="36"/>
                </a:cubicBezTo>
                <a:cubicBezTo>
                  <a:pt x="2974" y="25"/>
                  <a:pt x="2876" y="25"/>
                  <a:pt x="2849" y="36"/>
                </a:cubicBezTo>
                <a:cubicBezTo>
                  <a:pt x="2822" y="38"/>
                  <a:pt x="2855" y="28"/>
                  <a:pt x="2833" y="31"/>
                </a:cubicBezTo>
                <a:cubicBezTo>
                  <a:pt x="2844" y="33"/>
                  <a:pt x="2806" y="36"/>
                  <a:pt x="2806" y="33"/>
                </a:cubicBezTo>
                <a:cubicBezTo>
                  <a:pt x="2812" y="31"/>
                  <a:pt x="2801" y="28"/>
                  <a:pt x="2801" y="26"/>
                </a:cubicBezTo>
                <a:cubicBezTo>
                  <a:pt x="2774" y="28"/>
                  <a:pt x="2812" y="32"/>
                  <a:pt x="2785" y="35"/>
                </a:cubicBezTo>
                <a:cubicBezTo>
                  <a:pt x="2785" y="32"/>
                  <a:pt x="2774" y="33"/>
                  <a:pt x="2774" y="32"/>
                </a:cubicBezTo>
                <a:cubicBezTo>
                  <a:pt x="2795" y="31"/>
                  <a:pt x="2774" y="22"/>
                  <a:pt x="2779" y="28"/>
                </a:cubicBezTo>
                <a:cubicBezTo>
                  <a:pt x="2763" y="29"/>
                  <a:pt x="2769" y="38"/>
                  <a:pt x="2747" y="35"/>
                </a:cubicBezTo>
                <a:cubicBezTo>
                  <a:pt x="2742" y="31"/>
                  <a:pt x="2763" y="25"/>
                  <a:pt x="2736" y="23"/>
                </a:cubicBezTo>
                <a:cubicBezTo>
                  <a:pt x="2731" y="32"/>
                  <a:pt x="2688" y="40"/>
                  <a:pt x="2671" y="32"/>
                </a:cubicBezTo>
                <a:cubicBezTo>
                  <a:pt x="2661" y="36"/>
                  <a:pt x="2661" y="48"/>
                  <a:pt x="2634" y="42"/>
                </a:cubicBezTo>
                <a:cubicBezTo>
                  <a:pt x="2644" y="40"/>
                  <a:pt x="2650" y="39"/>
                  <a:pt x="2639" y="36"/>
                </a:cubicBezTo>
                <a:cubicBezTo>
                  <a:pt x="2634" y="38"/>
                  <a:pt x="2628" y="39"/>
                  <a:pt x="2623" y="38"/>
                </a:cubicBezTo>
                <a:cubicBezTo>
                  <a:pt x="2628" y="25"/>
                  <a:pt x="2698" y="35"/>
                  <a:pt x="2698" y="23"/>
                </a:cubicBezTo>
                <a:cubicBezTo>
                  <a:pt x="2666" y="28"/>
                  <a:pt x="2639" y="22"/>
                  <a:pt x="2612" y="28"/>
                </a:cubicBezTo>
                <a:cubicBezTo>
                  <a:pt x="2601" y="29"/>
                  <a:pt x="2607" y="32"/>
                  <a:pt x="2601" y="33"/>
                </a:cubicBezTo>
                <a:cubicBezTo>
                  <a:pt x="2580" y="28"/>
                  <a:pt x="2574" y="48"/>
                  <a:pt x="2542" y="36"/>
                </a:cubicBezTo>
                <a:cubicBezTo>
                  <a:pt x="2580" y="36"/>
                  <a:pt x="2563" y="29"/>
                  <a:pt x="2601" y="26"/>
                </a:cubicBezTo>
                <a:cubicBezTo>
                  <a:pt x="2563" y="21"/>
                  <a:pt x="2525" y="28"/>
                  <a:pt x="2488" y="26"/>
                </a:cubicBezTo>
                <a:cubicBezTo>
                  <a:pt x="2499" y="33"/>
                  <a:pt x="2515" y="23"/>
                  <a:pt x="2520" y="31"/>
                </a:cubicBezTo>
                <a:cubicBezTo>
                  <a:pt x="2515" y="31"/>
                  <a:pt x="2515" y="33"/>
                  <a:pt x="2515" y="33"/>
                </a:cubicBezTo>
                <a:cubicBezTo>
                  <a:pt x="2493" y="29"/>
                  <a:pt x="2455" y="32"/>
                  <a:pt x="2472" y="22"/>
                </a:cubicBezTo>
                <a:cubicBezTo>
                  <a:pt x="2466" y="23"/>
                  <a:pt x="2461" y="23"/>
                  <a:pt x="2461" y="22"/>
                </a:cubicBezTo>
                <a:cubicBezTo>
                  <a:pt x="2450" y="23"/>
                  <a:pt x="2445" y="22"/>
                  <a:pt x="2439" y="23"/>
                </a:cubicBezTo>
                <a:cubicBezTo>
                  <a:pt x="2450" y="26"/>
                  <a:pt x="2445" y="28"/>
                  <a:pt x="2434" y="31"/>
                </a:cubicBezTo>
                <a:cubicBezTo>
                  <a:pt x="2455" y="33"/>
                  <a:pt x="2455" y="36"/>
                  <a:pt x="2428" y="42"/>
                </a:cubicBezTo>
                <a:cubicBezTo>
                  <a:pt x="2428" y="38"/>
                  <a:pt x="2423" y="36"/>
                  <a:pt x="2407" y="35"/>
                </a:cubicBezTo>
                <a:cubicBezTo>
                  <a:pt x="2434" y="33"/>
                  <a:pt x="2417" y="29"/>
                  <a:pt x="2423" y="26"/>
                </a:cubicBezTo>
                <a:cubicBezTo>
                  <a:pt x="2407" y="22"/>
                  <a:pt x="2396" y="18"/>
                  <a:pt x="2374" y="23"/>
                </a:cubicBezTo>
                <a:cubicBezTo>
                  <a:pt x="2385" y="31"/>
                  <a:pt x="2396" y="26"/>
                  <a:pt x="2407" y="28"/>
                </a:cubicBezTo>
                <a:cubicBezTo>
                  <a:pt x="2380" y="29"/>
                  <a:pt x="2417" y="33"/>
                  <a:pt x="2391" y="36"/>
                </a:cubicBezTo>
                <a:cubicBezTo>
                  <a:pt x="2391" y="32"/>
                  <a:pt x="2396" y="26"/>
                  <a:pt x="2374" y="29"/>
                </a:cubicBezTo>
                <a:cubicBezTo>
                  <a:pt x="2380" y="35"/>
                  <a:pt x="2337" y="32"/>
                  <a:pt x="2342" y="39"/>
                </a:cubicBezTo>
                <a:cubicBezTo>
                  <a:pt x="2315" y="29"/>
                  <a:pt x="2315" y="45"/>
                  <a:pt x="2294" y="39"/>
                </a:cubicBezTo>
                <a:cubicBezTo>
                  <a:pt x="2304" y="35"/>
                  <a:pt x="2283" y="31"/>
                  <a:pt x="2299" y="28"/>
                </a:cubicBezTo>
                <a:cubicBezTo>
                  <a:pt x="2294" y="31"/>
                  <a:pt x="2304" y="35"/>
                  <a:pt x="2321" y="35"/>
                </a:cubicBezTo>
                <a:cubicBezTo>
                  <a:pt x="2337" y="28"/>
                  <a:pt x="2347" y="33"/>
                  <a:pt x="2369" y="25"/>
                </a:cubicBezTo>
                <a:cubicBezTo>
                  <a:pt x="2326" y="22"/>
                  <a:pt x="2277" y="22"/>
                  <a:pt x="2250" y="26"/>
                </a:cubicBezTo>
                <a:cubicBezTo>
                  <a:pt x="2229" y="16"/>
                  <a:pt x="2142" y="16"/>
                  <a:pt x="2126" y="32"/>
                </a:cubicBezTo>
                <a:cubicBezTo>
                  <a:pt x="2126" y="23"/>
                  <a:pt x="2110" y="32"/>
                  <a:pt x="2099" y="29"/>
                </a:cubicBezTo>
                <a:cubicBezTo>
                  <a:pt x="2083" y="23"/>
                  <a:pt x="2121" y="25"/>
                  <a:pt x="2115" y="21"/>
                </a:cubicBezTo>
                <a:cubicBezTo>
                  <a:pt x="2083" y="21"/>
                  <a:pt x="2077" y="33"/>
                  <a:pt x="2045" y="31"/>
                </a:cubicBezTo>
                <a:cubicBezTo>
                  <a:pt x="2045" y="26"/>
                  <a:pt x="2067" y="28"/>
                  <a:pt x="2067" y="21"/>
                </a:cubicBezTo>
                <a:cubicBezTo>
                  <a:pt x="2056" y="23"/>
                  <a:pt x="2045" y="22"/>
                  <a:pt x="2034" y="25"/>
                </a:cubicBezTo>
                <a:cubicBezTo>
                  <a:pt x="2040" y="28"/>
                  <a:pt x="2051" y="38"/>
                  <a:pt x="2024" y="35"/>
                </a:cubicBezTo>
                <a:cubicBezTo>
                  <a:pt x="2024" y="29"/>
                  <a:pt x="2040" y="23"/>
                  <a:pt x="2018" y="18"/>
                </a:cubicBezTo>
                <a:cubicBezTo>
                  <a:pt x="1997" y="22"/>
                  <a:pt x="1986" y="18"/>
                  <a:pt x="1964" y="21"/>
                </a:cubicBezTo>
                <a:cubicBezTo>
                  <a:pt x="1975" y="29"/>
                  <a:pt x="2018" y="19"/>
                  <a:pt x="2007" y="28"/>
                </a:cubicBezTo>
                <a:cubicBezTo>
                  <a:pt x="1997" y="26"/>
                  <a:pt x="1927" y="32"/>
                  <a:pt x="1970" y="32"/>
                </a:cubicBezTo>
                <a:cubicBezTo>
                  <a:pt x="1948" y="35"/>
                  <a:pt x="1953" y="45"/>
                  <a:pt x="1927" y="40"/>
                </a:cubicBezTo>
                <a:cubicBezTo>
                  <a:pt x="1959" y="35"/>
                  <a:pt x="1905" y="28"/>
                  <a:pt x="1959" y="22"/>
                </a:cubicBezTo>
                <a:cubicBezTo>
                  <a:pt x="1932" y="16"/>
                  <a:pt x="1900" y="21"/>
                  <a:pt x="1867" y="21"/>
                </a:cubicBezTo>
                <a:cubicBezTo>
                  <a:pt x="1883" y="26"/>
                  <a:pt x="1900" y="25"/>
                  <a:pt x="1921" y="28"/>
                </a:cubicBezTo>
                <a:cubicBezTo>
                  <a:pt x="1900" y="28"/>
                  <a:pt x="1910" y="29"/>
                  <a:pt x="1894" y="33"/>
                </a:cubicBezTo>
                <a:cubicBezTo>
                  <a:pt x="1900" y="23"/>
                  <a:pt x="1873" y="35"/>
                  <a:pt x="1862" y="32"/>
                </a:cubicBezTo>
                <a:cubicBezTo>
                  <a:pt x="1840" y="26"/>
                  <a:pt x="1867" y="23"/>
                  <a:pt x="1851" y="19"/>
                </a:cubicBezTo>
                <a:cubicBezTo>
                  <a:pt x="1824" y="18"/>
                  <a:pt x="1829" y="28"/>
                  <a:pt x="1802" y="26"/>
                </a:cubicBezTo>
                <a:cubicBezTo>
                  <a:pt x="1797" y="23"/>
                  <a:pt x="1808" y="21"/>
                  <a:pt x="1802" y="18"/>
                </a:cubicBezTo>
                <a:cubicBezTo>
                  <a:pt x="1786" y="26"/>
                  <a:pt x="1759" y="26"/>
                  <a:pt x="1748" y="16"/>
                </a:cubicBezTo>
                <a:cubicBezTo>
                  <a:pt x="1711" y="21"/>
                  <a:pt x="1711" y="16"/>
                  <a:pt x="1678" y="26"/>
                </a:cubicBezTo>
                <a:cubicBezTo>
                  <a:pt x="1678" y="21"/>
                  <a:pt x="1640" y="19"/>
                  <a:pt x="1624" y="16"/>
                </a:cubicBezTo>
                <a:cubicBezTo>
                  <a:pt x="1592" y="22"/>
                  <a:pt x="1597" y="26"/>
                  <a:pt x="1575" y="26"/>
                </a:cubicBezTo>
                <a:cubicBezTo>
                  <a:pt x="1603" y="21"/>
                  <a:pt x="1549" y="19"/>
                  <a:pt x="1559" y="15"/>
                </a:cubicBezTo>
                <a:cubicBezTo>
                  <a:pt x="1532" y="18"/>
                  <a:pt x="1511" y="23"/>
                  <a:pt x="1489" y="15"/>
                </a:cubicBezTo>
                <a:cubicBezTo>
                  <a:pt x="1468" y="21"/>
                  <a:pt x="1441" y="25"/>
                  <a:pt x="1419" y="18"/>
                </a:cubicBezTo>
                <a:cubicBezTo>
                  <a:pt x="1403" y="21"/>
                  <a:pt x="1392" y="23"/>
                  <a:pt x="1376" y="26"/>
                </a:cubicBezTo>
                <a:cubicBezTo>
                  <a:pt x="1365" y="19"/>
                  <a:pt x="1344" y="25"/>
                  <a:pt x="1333" y="21"/>
                </a:cubicBezTo>
                <a:cubicBezTo>
                  <a:pt x="1349" y="18"/>
                  <a:pt x="1381" y="22"/>
                  <a:pt x="1371" y="15"/>
                </a:cubicBezTo>
                <a:cubicBezTo>
                  <a:pt x="1333" y="14"/>
                  <a:pt x="1290" y="23"/>
                  <a:pt x="1252" y="14"/>
                </a:cubicBezTo>
                <a:cubicBezTo>
                  <a:pt x="1225" y="21"/>
                  <a:pt x="1214" y="25"/>
                  <a:pt x="1187" y="19"/>
                </a:cubicBezTo>
                <a:cubicBezTo>
                  <a:pt x="1203" y="18"/>
                  <a:pt x="1235" y="18"/>
                  <a:pt x="1225" y="11"/>
                </a:cubicBezTo>
                <a:cubicBezTo>
                  <a:pt x="1209" y="14"/>
                  <a:pt x="1187" y="12"/>
                  <a:pt x="1171" y="15"/>
                </a:cubicBezTo>
                <a:cubicBezTo>
                  <a:pt x="1171" y="23"/>
                  <a:pt x="1192" y="25"/>
                  <a:pt x="1198" y="28"/>
                </a:cubicBezTo>
                <a:cubicBezTo>
                  <a:pt x="1176" y="23"/>
                  <a:pt x="1149" y="32"/>
                  <a:pt x="1133" y="25"/>
                </a:cubicBezTo>
                <a:cubicBezTo>
                  <a:pt x="1144" y="23"/>
                  <a:pt x="1155" y="26"/>
                  <a:pt x="1171" y="22"/>
                </a:cubicBezTo>
                <a:cubicBezTo>
                  <a:pt x="1149" y="16"/>
                  <a:pt x="1155" y="14"/>
                  <a:pt x="1133" y="10"/>
                </a:cubicBezTo>
                <a:cubicBezTo>
                  <a:pt x="1117" y="14"/>
                  <a:pt x="1084" y="12"/>
                  <a:pt x="1052" y="14"/>
                </a:cubicBezTo>
                <a:cubicBezTo>
                  <a:pt x="1047" y="21"/>
                  <a:pt x="1031" y="28"/>
                  <a:pt x="993" y="28"/>
                </a:cubicBezTo>
                <a:cubicBezTo>
                  <a:pt x="1009" y="25"/>
                  <a:pt x="998" y="23"/>
                  <a:pt x="1014" y="23"/>
                </a:cubicBezTo>
                <a:cubicBezTo>
                  <a:pt x="1009" y="18"/>
                  <a:pt x="993" y="18"/>
                  <a:pt x="982" y="18"/>
                </a:cubicBezTo>
                <a:cubicBezTo>
                  <a:pt x="982" y="16"/>
                  <a:pt x="987" y="16"/>
                  <a:pt x="982" y="15"/>
                </a:cubicBezTo>
                <a:cubicBezTo>
                  <a:pt x="1004" y="15"/>
                  <a:pt x="1036" y="22"/>
                  <a:pt x="1041" y="12"/>
                </a:cubicBezTo>
                <a:cubicBezTo>
                  <a:pt x="1009" y="8"/>
                  <a:pt x="987" y="14"/>
                  <a:pt x="966" y="10"/>
                </a:cubicBezTo>
                <a:cubicBezTo>
                  <a:pt x="950" y="16"/>
                  <a:pt x="912" y="18"/>
                  <a:pt x="890" y="16"/>
                </a:cubicBezTo>
                <a:cubicBezTo>
                  <a:pt x="906" y="19"/>
                  <a:pt x="885" y="22"/>
                  <a:pt x="885" y="25"/>
                </a:cubicBezTo>
                <a:cubicBezTo>
                  <a:pt x="869" y="12"/>
                  <a:pt x="912" y="16"/>
                  <a:pt x="923" y="10"/>
                </a:cubicBezTo>
                <a:cubicBezTo>
                  <a:pt x="869" y="11"/>
                  <a:pt x="842" y="4"/>
                  <a:pt x="831" y="18"/>
                </a:cubicBezTo>
                <a:cubicBezTo>
                  <a:pt x="831" y="15"/>
                  <a:pt x="831" y="12"/>
                  <a:pt x="825" y="10"/>
                </a:cubicBezTo>
                <a:cubicBezTo>
                  <a:pt x="804" y="16"/>
                  <a:pt x="787" y="8"/>
                  <a:pt x="771" y="6"/>
                </a:cubicBezTo>
                <a:cubicBezTo>
                  <a:pt x="750" y="8"/>
                  <a:pt x="744" y="18"/>
                  <a:pt x="734" y="15"/>
                </a:cubicBezTo>
                <a:cubicBezTo>
                  <a:pt x="723" y="12"/>
                  <a:pt x="739" y="5"/>
                  <a:pt x="717" y="8"/>
                </a:cubicBezTo>
                <a:cubicBezTo>
                  <a:pt x="717" y="10"/>
                  <a:pt x="712" y="18"/>
                  <a:pt x="696" y="15"/>
                </a:cubicBezTo>
                <a:cubicBezTo>
                  <a:pt x="690" y="12"/>
                  <a:pt x="712" y="10"/>
                  <a:pt x="690" y="5"/>
                </a:cubicBezTo>
                <a:cubicBezTo>
                  <a:pt x="680" y="15"/>
                  <a:pt x="647" y="15"/>
                  <a:pt x="631" y="25"/>
                </a:cubicBezTo>
                <a:cubicBezTo>
                  <a:pt x="631" y="21"/>
                  <a:pt x="626" y="23"/>
                  <a:pt x="615" y="19"/>
                </a:cubicBezTo>
                <a:cubicBezTo>
                  <a:pt x="642" y="15"/>
                  <a:pt x="631" y="12"/>
                  <a:pt x="658" y="11"/>
                </a:cubicBezTo>
                <a:cubicBezTo>
                  <a:pt x="637" y="10"/>
                  <a:pt x="593" y="0"/>
                  <a:pt x="583" y="10"/>
                </a:cubicBezTo>
                <a:cubicBezTo>
                  <a:pt x="593" y="8"/>
                  <a:pt x="599" y="11"/>
                  <a:pt x="593" y="12"/>
                </a:cubicBezTo>
                <a:cubicBezTo>
                  <a:pt x="555" y="11"/>
                  <a:pt x="550" y="23"/>
                  <a:pt x="529" y="29"/>
                </a:cubicBezTo>
                <a:cubicBezTo>
                  <a:pt x="485" y="18"/>
                  <a:pt x="566" y="16"/>
                  <a:pt x="561" y="8"/>
                </a:cubicBezTo>
                <a:cubicBezTo>
                  <a:pt x="512" y="2"/>
                  <a:pt x="421" y="16"/>
                  <a:pt x="453" y="31"/>
                </a:cubicBezTo>
                <a:cubicBezTo>
                  <a:pt x="431" y="29"/>
                  <a:pt x="404" y="33"/>
                  <a:pt x="383" y="28"/>
                </a:cubicBezTo>
                <a:cubicBezTo>
                  <a:pt x="431" y="21"/>
                  <a:pt x="453" y="18"/>
                  <a:pt x="453" y="5"/>
                </a:cubicBezTo>
                <a:cubicBezTo>
                  <a:pt x="404" y="6"/>
                  <a:pt x="415" y="15"/>
                  <a:pt x="367" y="21"/>
                </a:cubicBezTo>
                <a:cubicBezTo>
                  <a:pt x="356" y="18"/>
                  <a:pt x="350" y="19"/>
                  <a:pt x="340" y="16"/>
                </a:cubicBezTo>
                <a:cubicBezTo>
                  <a:pt x="372" y="18"/>
                  <a:pt x="350" y="6"/>
                  <a:pt x="377" y="8"/>
                </a:cubicBezTo>
                <a:cubicBezTo>
                  <a:pt x="329" y="5"/>
                  <a:pt x="280" y="10"/>
                  <a:pt x="237" y="6"/>
                </a:cubicBezTo>
                <a:cubicBezTo>
                  <a:pt x="215" y="21"/>
                  <a:pt x="107" y="10"/>
                  <a:pt x="102" y="23"/>
                </a:cubicBezTo>
                <a:moveTo>
                  <a:pt x="3600" y="87"/>
                </a:moveTo>
                <a:cubicBezTo>
                  <a:pt x="3600" y="90"/>
                  <a:pt x="3600" y="92"/>
                  <a:pt x="3611" y="94"/>
                </a:cubicBezTo>
                <a:cubicBezTo>
                  <a:pt x="3600" y="94"/>
                  <a:pt x="3594" y="96"/>
                  <a:pt x="3589" y="97"/>
                </a:cubicBezTo>
                <a:cubicBezTo>
                  <a:pt x="3584" y="96"/>
                  <a:pt x="3578" y="94"/>
                  <a:pt x="3573" y="96"/>
                </a:cubicBezTo>
                <a:cubicBezTo>
                  <a:pt x="3562" y="93"/>
                  <a:pt x="3594" y="90"/>
                  <a:pt x="3600" y="87"/>
                </a:cubicBezTo>
                <a:moveTo>
                  <a:pt x="2126" y="124"/>
                </a:moveTo>
                <a:cubicBezTo>
                  <a:pt x="2115" y="118"/>
                  <a:pt x="2094" y="124"/>
                  <a:pt x="2094" y="117"/>
                </a:cubicBezTo>
                <a:cubicBezTo>
                  <a:pt x="2132" y="121"/>
                  <a:pt x="2159" y="115"/>
                  <a:pt x="2175" y="108"/>
                </a:cubicBezTo>
                <a:cubicBezTo>
                  <a:pt x="2180" y="115"/>
                  <a:pt x="2153" y="120"/>
                  <a:pt x="2126" y="124"/>
                </a:cubicBezTo>
                <a:moveTo>
                  <a:pt x="2229" y="108"/>
                </a:moveTo>
                <a:cubicBezTo>
                  <a:pt x="2223" y="103"/>
                  <a:pt x="2261" y="98"/>
                  <a:pt x="2272" y="104"/>
                </a:cubicBezTo>
                <a:cubicBezTo>
                  <a:pt x="2277" y="103"/>
                  <a:pt x="2272" y="101"/>
                  <a:pt x="2267" y="100"/>
                </a:cubicBezTo>
                <a:cubicBezTo>
                  <a:pt x="2283" y="94"/>
                  <a:pt x="2288" y="100"/>
                  <a:pt x="2304" y="97"/>
                </a:cubicBezTo>
                <a:cubicBezTo>
                  <a:pt x="2299" y="101"/>
                  <a:pt x="2277" y="103"/>
                  <a:pt x="2261" y="110"/>
                </a:cubicBezTo>
                <a:cubicBezTo>
                  <a:pt x="2250" y="108"/>
                  <a:pt x="2240" y="104"/>
                  <a:pt x="2229" y="108"/>
                </a:cubicBezTo>
                <a:moveTo>
                  <a:pt x="2299" y="93"/>
                </a:moveTo>
                <a:cubicBezTo>
                  <a:pt x="2310" y="92"/>
                  <a:pt x="2315" y="90"/>
                  <a:pt x="2326" y="89"/>
                </a:cubicBezTo>
                <a:cubicBezTo>
                  <a:pt x="2337" y="96"/>
                  <a:pt x="2304" y="94"/>
                  <a:pt x="2342" y="100"/>
                </a:cubicBezTo>
                <a:cubicBezTo>
                  <a:pt x="2342" y="100"/>
                  <a:pt x="2347" y="98"/>
                  <a:pt x="2353" y="98"/>
                </a:cubicBezTo>
                <a:cubicBezTo>
                  <a:pt x="2364" y="103"/>
                  <a:pt x="2337" y="98"/>
                  <a:pt x="2326" y="103"/>
                </a:cubicBezTo>
                <a:cubicBezTo>
                  <a:pt x="2331" y="98"/>
                  <a:pt x="2310" y="97"/>
                  <a:pt x="2315" y="103"/>
                </a:cubicBezTo>
                <a:cubicBezTo>
                  <a:pt x="2310" y="107"/>
                  <a:pt x="2310" y="96"/>
                  <a:pt x="2299" y="93"/>
                </a:cubicBezTo>
                <a:moveTo>
                  <a:pt x="2267" y="118"/>
                </a:moveTo>
                <a:cubicBezTo>
                  <a:pt x="2256" y="114"/>
                  <a:pt x="2277" y="110"/>
                  <a:pt x="2294" y="110"/>
                </a:cubicBezTo>
                <a:cubicBezTo>
                  <a:pt x="2304" y="114"/>
                  <a:pt x="2277" y="118"/>
                  <a:pt x="2267" y="118"/>
                </a:cubicBezTo>
                <a:moveTo>
                  <a:pt x="2342" y="115"/>
                </a:moveTo>
                <a:cubicBezTo>
                  <a:pt x="2342" y="113"/>
                  <a:pt x="2342" y="111"/>
                  <a:pt x="2337" y="108"/>
                </a:cubicBezTo>
                <a:cubicBezTo>
                  <a:pt x="2353" y="104"/>
                  <a:pt x="2364" y="107"/>
                  <a:pt x="2374" y="106"/>
                </a:cubicBezTo>
                <a:cubicBezTo>
                  <a:pt x="2385" y="110"/>
                  <a:pt x="2353" y="111"/>
                  <a:pt x="2342" y="115"/>
                </a:cubicBezTo>
                <a:moveTo>
                  <a:pt x="2472" y="79"/>
                </a:moveTo>
                <a:cubicBezTo>
                  <a:pt x="2461" y="73"/>
                  <a:pt x="2493" y="76"/>
                  <a:pt x="2499" y="76"/>
                </a:cubicBezTo>
                <a:cubicBezTo>
                  <a:pt x="2499" y="79"/>
                  <a:pt x="2493" y="82"/>
                  <a:pt x="2499" y="86"/>
                </a:cubicBezTo>
                <a:cubicBezTo>
                  <a:pt x="2493" y="94"/>
                  <a:pt x="2493" y="70"/>
                  <a:pt x="2472" y="79"/>
                </a:cubicBezTo>
                <a:moveTo>
                  <a:pt x="2536" y="64"/>
                </a:moveTo>
                <a:cubicBezTo>
                  <a:pt x="2553" y="70"/>
                  <a:pt x="2542" y="76"/>
                  <a:pt x="2536" y="80"/>
                </a:cubicBezTo>
                <a:cubicBezTo>
                  <a:pt x="2520" y="74"/>
                  <a:pt x="2509" y="69"/>
                  <a:pt x="2536" y="64"/>
                </a:cubicBezTo>
                <a:moveTo>
                  <a:pt x="2472" y="114"/>
                </a:moveTo>
                <a:cubicBezTo>
                  <a:pt x="2466" y="113"/>
                  <a:pt x="2488" y="107"/>
                  <a:pt x="2461" y="111"/>
                </a:cubicBezTo>
                <a:cubicBezTo>
                  <a:pt x="2461" y="103"/>
                  <a:pt x="2428" y="110"/>
                  <a:pt x="2445" y="103"/>
                </a:cubicBezTo>
                <a:cubicBezTo>
                  <a:pt x="2493" y="101"/>
                  <a:pt x="2482" y="104"/>
                  <a:pt x="2520" y="101"/>
                </a:cubicBezTo>
                <a:cubicBezTo>
                  <a:pt x="2531" y="100"/>
                  <a:pt x="2520" y="106"/>
                  <a:pt x="2536" y="104"/>
                </a:cubicBezTo>
                <a:cubicBezTo>
                  <a:pt x="2531" y="113"/>
                  <a:pt x="2477" y="101"/>
                  <a:pt x="2472" y="114"/>
                </a:cubicBezTo>
                <a:moveTo>
                  <a:pt x="2553" y="87"/>
                </a:moveTo>
                <a:cubicBezTo>
                  <a:pt x="2558" y="89"/>
                  <a:pt x="2553" y="90"/>
                  <a:pt x="2547" y="92"/>
                </a:cubicBezTo>
                <a:cubicBezTo>
                  <a:pt x="2553" y="92"/>
                  <a:pt x="2558" y="93"/>
                  <a:pt x="2569" y="94"/>
                </a:cubicBezTo>
                <a:cubicBezTo>
                  <a:pt x="2542" y="101"/>
                  <a:pt x="2520" y="90"/>
                  <a:pt x="2553" y="87"/>
                </a:cubicBezTo>
                <a:moveTo>
                  <a:pt x="2569" y="110"/>
                </a:moveTo>
                <a:cubicBezTo>
                  <a:pt x="2563" y="111"/>
                  <a:pt x="2547" y="110"/>
                  <a:pt x="2553" y="113"/>
                </a:cubicBezTo>
                <a:cubicBezTo>
                  <a:pt x="2531" y="117"/>
                  <a:pt x="2542" y="104"/>
                  <a:pt x="2553" y="110"/>
                </a:cubicBezTo>
                <a:cubicBezTo>
                  <a:pt x="2553" y="107"/>
                  <a:pt x="2553" y="94"/>
                  <a:pt x="2580" y="103"/>
                </a:cubicBezTo>
                <a:cubicBezTo>
                  <a:pt x="2574" y="104"/>
                  <a:pt x="2574" y="103"/>
                  <a:pt x="2569" y="101"/>
                </a:cubicBezTo>
                <a:cubicBezTo>
                  <a:pt x="2569" y="104"/>
                  <a:pt x="2569" y="107"/>
                  <a:pt x="2569" y="110"/>
                </a:cubicBezTo>
                <a:moveTo>
                  <a:pt x="2623" y="97"/>
                </a:moveTo>
                <a:cubicBezTo>
                  <a:pt x="2628" y="94"/>
                  <a:pt x="2639" y="93"/>
                  <a:pt x="2634" y="92"/>
                </a:cubicBezTo>
                <a:cubicBezTo>
                  <a:pt x="2661" y="87"/>
                  <a:pt x="2644" y="101"/>
                  <a:pt x="2666" y="97"/>
                </a:cubicBezTo>
                <a:cubicBezTo>
                  <a:pt x="2671" y="101"/>
                  <a:pt x="2628" y="103"/>
                  <a:pt x="2623" y="97"/>
                </a:cubicBezTo>
                <a:moveTo>
                  <a:pt x="2715" y="90"/>
                </a:moveTo>
                <a:cubicBezTo>
                  <a:pt x="2704" y="86"/>
                  <a:pt x="2698" y="82"/>
                  <a:pt x="2715" y="79"/>
                </a:cubicBezTo>
                <a:cubicBezTo>
                  <a:pt x="2731" y="83"/>
                  <a:pt x="2742" y="87"/>
                  <a:pt x="2715" y="90"/>
                </a:cubicBezTo>
                <a:moveTo>
                  <a:pt x="2849" y="62"/>
                </a:moveTo>
                <a:cubicBezTo>
                  <a:pt x="2855" y="70"/>
                  <a:pt x="2817" y="66"/>
                  <a:pt x="2806" y="66"/>
                </a:cubicBezTo>
                <a:cubicBezTo>
                  <a:pt x="2801" y="60"/>
                  <a:pt x="2839" y="64"/>
                  <a:pt x="2849" y="62"/>
                </a:cubicBezTo>
                <a:moveTo>
                  <a:pt x="2785" y="76"/>
                </a:moveTo>
                <a:cubicBezTo>
                  <a:pt x="2790" y="72"/>
                  <a:pt x="2822" y="73"/>
                  <a:pt x="2844" y="69"/>
                </a:cubicBezTo>
                <a:cubicBezTo>
                  <a:pt x="2855" y="76"/>
                  <a:pt x="2822" y="73"/>
                  <a:pt x="2806" y="79"/>
                </a:cubicBezTo>
                <a:cubicBezTo>
                  <a:pt x="2795" y="77"/>
                  <a:pt x="2790" y="74"/>
                  <a:pt x="2785" y="76"/>
                </a:cubicBezTo>
                <a:moveTo>
                  <a:pt x="2790" y="100"/>
                </a:moveTo>
                <a:cubicBezTo>
                  <a:pt x="2769" y="100"/>
                  <a:pt x="2779" y="103"/>
                  <a:pt x="2763" y="106"/>
                </a:cubicBezTo>
                <a:cubicBezTo>
                  <a:pt x="2758" y="104"/>
                  <a:pt x="2758" y="103"/>
                  <a:pt x="2752" y="100"/>
                </a:cubicBezTo>
                <a:cubicBezTo>
                  <a:pt x="2779" y="101"/>
                  <a:pt x="2752" y="94"/>
                  <a:pt x="2779" y="92"/>
                </a:cubicBezTo>
                <a:cubicBezTo>
                  <a:pt x="2774" y="92"/>
                  <a:pt x="2763" y="89"/>
                  <a:pt x="2758" y="86"/>
                </a:cubicBezTo>
                <a:cubicBezTo>
                  <a:pt x="2763" y="86"/>
                  <a:pt x="2774" y="86"/>
                  <a:pt x="2769" y="84"/>
                </a:cubicBezTo>
                <a:cubicBezTo>
                  <a:pt x="2779" y="83"/>
                  <a:pt x="2785" y="86"/>
                  <a:pt x="2790" y="84"/>
                </a:cubicBezTo>
                <a:cubicBezTo>
                  <a:pt x="2795" y="87"/>
                  <a:pt x="2785" y="87"/>
                  <a:pt x="2785" y="86"/>
                </a:cubicBezTo>
                <a:cubicBezTo>
                  <a:pt x="2795" y="92"/>
                  <a:pt x="2774" y="96"/>
                  <a:pt x="2790" y="100"/>
                </a:cubicBezTo>
                <a:moveTo>
                  <a:pt x="2720" y="107"/>
                </a:moveTo>
                <a:cubicBezTo>
                  <a:pt x="2682" y="113"/>
                  <a:pt x="2661" y="108"/>
                  <a:pt x="2634" y="114"/>
                </a:cubicBezTo>
                <a:cubicBezTo>
                  <a:pt x="2634" y="106"/>
                  <a:pt x="2693" y="104"/>
                  <a:pt x="2720" y="107"/>
                </a:cubicBezTo>
                <a:moveTo>
                  <a:pt x="2634" y="124"/>
                </a:moveTo>
                <a:cubicBezTo>
                  <a:pt x="2623" y="121"/>
                  <a:pt x="2639" y="120"/>
                  <a:pt x="2634" y="117"/>
                </a:cubicBezTo>
                <a:cubicBezTo>
                  <a:pt x="2655" y="118"/>
                  <a:pt x="2671" y="121"/>
                  <a:pt x="2693" y="120"/>
                </a:cubicBezTo>
                <a:cubicBezTo>
                  <a:pt x="2693" y="130"/>
                  <a:pt x="2655" y="118"/>
                  <a:pt x="2634" y="124"/>
                </a:cubicBezTo>
                <a:moveTo>
                  <a:pt x="2806" y="87"/>
                </a:moveTo>
                <a:cubicBezTo>
                  <a:pt x="2795" y="77"/>
                  <a:pt x="2822" y="86"/>
                  <a:pt x="2844" y="79"/>
                </a:cubicBezTo>
                <a:cubicBezTo>
                  <a:pt x="2844" y="84"/>
                  <a:pt x="2844" y="87"/>
                  <a:pt x="2866" y="90"/>
                </a:cubicBezTo>
                <a:cubicBezTo>
                  <a:pt x="2882" y="87"/>
                  <a:pt x="2887" y="84"/>
                  <a:pt x="2882" y="82"/>
                </a:cubicBezTo>
                <a:cubicBezTo>
                  <a:pt x="2903" y="80"/>
                  <a:pt x="2892" y="87"/>
                  <a:pt x="2892" y="90"/>
                </a:cubicBezTo>
                <a:cubicBezTo>
                  <a:pt x="2839" y="96"/>
                  <a:pt x="2849" y="86"/>
                  <a:pt x="2806" y="87"/>
                </a:cubicBezTo>
                <a:moveTo>
                  <a:pt x="2974" y="57"/>
                </a:moveTo>
                <a:cubicBezTo>
                  <a:pt x="2974" y="62"/>
                  <a:pt x="2963" y="64"/>
                  <a:pt x="2947" y="67"/>
                </a:cubicBezTo>
                <a:cubicBezTo>
                  <a:pt x="2941" y="66"/>
                  <a:pt x="2936" y="64"/>
                  <a:pt x="2930" y="63"/>
                </a:cubicBezTo>
                <a:cubicBezTo>
                  <a:pt x="2947" y="59"/>
                  <a:pt x="2957" y="62"/>
                  <a:pt x="2974" y="57"/>
                </a:cubicBezTo>
                <a:moveTo>
                  <a:pt x="3060" y="60"/>
                </a:moveTo>
                <a:cubicBezTo>
                  <a:pt x="3044" y="63"/>
                  <a:pt x="3028" y="64"/>
                  <a:pt x="3017" y="59"/>
                </a:cubicBezTo>
                <a:cubicBezTo>
                  <a:pt x="3033" y="55"/>
                  <a:pt x="3049" y="55"/>
                  <a:pt x="3060" y="60"/>
                </a:cubicBezTo>
                <a:moveTo>
                  <a:pt x="2742" y="120"/>
                </a:moveTo>
                <a:cubicBezTo>
                  <a:pt x="2752" y="111"/>
                  <a:pt x="2790" y="110"/>
                  <a:pt x="2806" y="103"/>
                </a:cubicBezTo>
                <a:cubicBezTo>
                  <a:pt x="2828" y="113"/>
                  <a:pt x="2763" y="111"/>
                  <a:pt x="2785" y="118"/>
                </a:cubicBezTo>
                <a:cubicBezTo>
                  <a:pt x="2769" y="124"/>
                  <a:pt x="2758" y="118"/>
                  <a:pt x="2742" y="120"/>
                </a:cubicBezTo>
                <a:moveTo>
                  <a:pt x="2925" y="84"/>
                </a:moveTo>
                <a:cubicBezTo>
                  <a:pt x="2963" y="80"/>
                  <a:pt x="2947" y="74"/>
                  <a:pt x="2974" y="70"/>
                </a:cubicBezTo>
                <a:cubicBezTo>
                  <a:pt x="2990" y="74"/>
                  <a:pt x="3011" y="74"/>
                  <a:pt x="3033" y="67"/>
                </a:cubicBezTo>
                <a:cubicBezTo>
                  <a:pt x="3055" y="80"/>
                  <a:pt x="3001" y="72"/>
                  <a:pt x="2974" y="77"/>
                </a:cubicBezTo>
                <a:cubicBezTo>
                  <a:pt x="2963" y="80"/>
                  <a:pt x="3001" y="80"/>
                  <a:pt x="3006" y="82"/>
                </a:cubicBezTo>
                <a:cubicBezTo>
                  <a:pt x="2995" y="86"/>
                  <a:pt x="3028" y="92"/>
                  <a:pt x="3001" y="96"/>
                </a:cubicBezTo>
                <a:cubicBezTo>
                  <a:pt x="2995" y="82"/>
                  <a:pt x="2963" y="86"/>
                  <a:pt x="2925" y="84"/>
                </a:cubicBezTo>
                <a:moveTo>
                  <a:pt x="3022" y="87"/>
                </a:moveTo>
                <a:cubicBezTo>
                  <a:pt x="3033" y="87"/>
                  <a:pt x="3038" y="86"/>
                  <a:pt x="3044" y="84"/>
                </a:cubicBezTo>
                <a:cubicBezTo>
                  <a:pt x="3055" y="89"/>
                  <a:pt x="3060" y="86"/>
                  <a:pt x="3060" y="90"/>
                </a:cubicBezTo>
                <a:cubicBezTo>
                  <a:pt x="3049" y="92"/>
                  <a:pt x="3033" y="92"/>
                  <a:pt x="3022" y="87"/>
                </a:cubicBezTo>
                <a:moveTo>
                  <a:pt x="2849" y="121"/>
                </a:moveTo>
                <a:cubicBezTo>
                  <a:pt x="2844" y="114"/>
                  <a:pt x="2839" y="117"/>
                  <a:pt x="2833" y="111"/>
                </a:cubicBezTo>
                <a:cubicBezTo>
                  <a:pt x="2871" y="115"/>
                  <a:pt x="2909" y="100"/>
                  <a:pt x="2941" y="93"/>
                </a:cubicBezTo>
                <a:cubicBezTo>
                  <a:pt x="2957" y="101"/>
                  <a:pt x="2903" y="103"/>
                  <a:pt x="2898" y="108"/>
                </a:cubicBezTo>
                <a:cubicBezTo>
                  <a:pt x="2909" y="113"/>
                  <a:pt x="2914" y="111"/>
                  <a:pt x="2925" y="113"/>
                </a:cubicBezTo>
                <a:cubicBezTo>
                  <a:pt x="2952" y="108"/>
                  <a:pt x="2952" y="104"/>
                  <a:pt x="2968" y="98"/>
                </a:cubicBezTo>
                <a:cubicBezTo>
                  <a:pt x="2995" y="106"/>
                  <a:pt x="2947" y="108"/>
                  <a:pt x="2979" y="115"/>
                </a:cubicBezTo>
                <a:cubicBezTo>
                  <a:pt x="2930" y="113"/>
                  <a:pt x="2903" y="120"/>
                  <a:pt x="2849" y="121"/>
                </a:cubicBezTo>
                <a:moveTo>
                  <a:pt x="2984" y="104"/>
                </a:moveTo>
                <a:cubicBezTo>
                  <a:pt x="3011" y="97"/>
                  <a:pt x="3017" y="100"/>
                  <a:pt x="3038" y="93"/>
                </a:cubicBezTo>
                <a:cubicBezTo>
                  <a:pt x="3049" y="96"/>
                  <a:pt x="3038" y="97"/>
                  <a:pt x="3028" y="100"/>
                </a:cubicBezTo>
                <a:cubicBezTo>
                  <a:pt x="3033" y="101"/>
                  <a:pt x="3038" y="100"/>
                  <a:pt x="3038" y="100"/>
                </a:cubicBezTo>
                <a:cubicBezTo>
                  <a:pt x="3038" y="101"/>
                  <a:pt x="2995" y="103"/>
                  <a:pt x="2995" y="111"/>
                </a:cubicBezTo>
                <a:cubicBezTo>
                  <a:pt x="2974" y="114"/>
                  <a:pt x="3006" y="106"/>
                  <a:pt x="2984" y="104"/>
                </a:cubicBezTo>
                <a:moveTo>
                  <a:pt x="3060" y="93"/>
                </a:moveTo>
                <a:cubicBezTo>
                  <a:pt x="3082" y="87"/>
                  <a:pt x="3109" y="89"/>
                  <a:pt x="3114" y="77"/>
                </a:cubicBezTo>
                <a:cubicBezTo>
                  <a:pt x="3119" y="83"/>
                  <a:pt x="3136" y="79"/>
                  <a:pt x="3146" y="79"/>
                </a:cubicBezTo>
                <a:cubicBezTo>
                  <a:pt x="3136" y="84"/>
                  <a:pt x="3103" y="96"/>
                  <a:pt x="3060" y="93"/>
                </a:cubicBezTo>
                <a:moveTo>
                  <a:pt x="3168" y="120"/>
                </a:moveTo>
                <a:cubicBezTo>
                  <a:pt x="3146" y="115"/>
                  <a:pt x="3173" y="113"/>
                  <a:pt x="3168" y="110"/>
                </a:cubicBezTo>
                <a:cubicBezTo>
                  <a:pt x="3152" y="107"/>
                  <a:pt x="3168" y="115"/>
                  <a:pt x="3141" y="117"/>
                </a:cubicBezTo>
                <a:cubicBezTo>
                  <a:pt x="3125" y="113"/>
                  <a:pt x="3136" y="110"/>
                  <a:pt x="3146" y="106"/>
                </a:cubicBezTo>
                <a:cubicBezTo>
                  <a:pt x="3168" y="107"/>
                  <a:pt x="3184" y="111"/>
                  <a:pt x="3206" y="115"/>
                </a:cubicBezTo>
                <a:cubicBezTo>
                  <a:pt x="3200" y="120"/>
                  <a:pt x="3184" y="118"/>
                  <a:pt x="3168" y="120"/>
                </a:cubicBezTo>
                <a:moveTo>
                  <a:pt x="3297" y="83"/>
                </a:moveTo>
                <a:cubicBezTo>
                  <a:pt x="3303" y="89"/>
                  <a:pt x="3297" y="94"/>
                  <a:pt x="3270" y="98"/>
                </a:cubicBezTo>
                <a:cubicBezTo>
                  <a:pt x="3265" y="94"/>
                  <a:pt x="3254" y="93"/>
                  <a:pt x="3238" y="94"/>
                </a:cubicBezTo>
                <a:cubicBezTo>
                  <a:pt x="3238" y="93"/>
                  <a:pt x="3281" y="89"/>
                  <a:pt x="3297" y="83"/>
                </a:cubicBezTo>
                <a:moveTo>
                  <a:pt x="3200" y="111"/>
                </a:moveTo>
                <a:cubicBezTo>
                  <a:pt x="3195" y="108"/>
                  <a:pt x="3206" y="106"/>
                  <a:pt x="3200" y="103"/>
                </a:cubicBezTo>
                <a:cubicBezTo>
                  <a:pt x="3211" y="101"/>
                  <a:pt x="3222" y="103"/>
                  <a:pt x="3227" y="107"/>
                </a:cubicBezTo>
                <a:cubicBezTo>
                  <a:pt x="3216" y="111"/>
                  <a:pt x="3211" y="110"/>
                  <a:pt x="3200" y="111"/>
                </a:cubicBezTo>
                <a:moveTo>
                  <a:pt x="3303" y="97"/>
                </a:moveTo>
                <a:cubicBezTo>
                  <a:pt x="3308" y="92"/>
                  <a:pt x="3324" y="87"/>
                  <a:pt x="3319" y="82"/>
                </a:cubicBezTo>
                <a:cubicBezTo>
                  <a:pt x="3324" y="80"/>
                  <a:pt x="3324" y="83"/>
                  <a:pt x="3324" y="83"/>
                </a:cubicBezTo>
                <a:cubicBezTo>
                  <a:pt x="3341" y="86"/>
                  <a:pt x="3362" y="82"/>
                  <a:pt x="3373" y="87"/>
                </a:cubicBezTo>
                <a:cubicBezTo>
                  <a:pt x="3346" y="87"/>
                  <a:pt x="3330" y="96"/>
                  <a:pt x="3303" y="97"/>
                </a:cubicBezTo>
                <a:moveTo>
                  <a:pt x="3346" y="104"/>
                </a:moveTo>
                <a:cubicBezTo>
                  <a:pt x="3324" y="110"/>
                  <a:pt x="3314" y="103"/>
                  <a:pt x="3292" y="110"/>
                </a:cubicBezTo>
                <a:cubicBezTo>
                  <a:pt x="3287" y="107"/>
                  <a:pt x="3287" y="104"/>
                  <a:pt x="3292" y="103"/>
                </a:cubicBezTo>
                <a:cubicBezTo>
                  <a:pt x="3308" y="101"/>
                  <a:pt x="3330" y="100"/>
                  <a:pt x="3346" y="104"/>
                </a:cubicBezTo>
                <a:moveTo>
                  <a:pt x="3465" y="87"/>
                </a:moveTo>
                <a:cubicBezTo>
                  <a:pt x="3449" y="89"/>
                  <a:pt x="3432" y="87"/>
                  <a:pt x="3416" y="92"/>
                </a:cubicBezTo>
                <a:cubicBezTo>
                  <a:pt x="3411" y="89"/>
                  <a:pt x="3422" y="87"/>
                  <a:pt x="3416" y="84"/>
                </a:cubicBezTo>
                <a:cubicBezTo>
                  <a:pt x="3432" y="82"/>
                  <a:pt x="3449" y="82"/>
                  <a:pt x="3465" y="87"/>
                </a:cubicBezTo>
                <a:moveTo>
                  <a:pt x="3557" y="57"/>
                </a:moveTo>
                <a:cubicBezTo>
                  <a:pt x="3524" y="59"/>
                  <a:pt x="3551" y="64"/>
                  <a:pt x="3524" y="69"/>
                </a:cubicBezTo>
                <a:cubicBezTo>
                  <a:pt x="3519" y="69"/>
                  <a:pt x="3513" y="67"/>
                  <a:pt x="3502" y="69"/>
                </a:cubicBezTo>
                <a:cubicBezTo>
                  <a:pt x="3497" y="62"/>
                  <a:pt x="3530" y="48"/>
                  <a:pt x="3557" y="57"/>
                </a:cubicBezTo>
                <a:moveTo>
                  <a:pt x="3486" y="49"/>
                </a:moveTo>
                <a:cubicBezTo>
                  <a:pt x="3486" y="55"/>
                  <a:pt x="3470" y="59"/>
                  <a:pt x="3449" y="63"/>
                </a:cubicBezTo>
                <a:cubicBezTo>
                  <a:pt x="3443" y="62"/>
                  <a:pt x="3449" y="60"/>
                  <a:pt x="3454" y="59"/>
                </a:cubicBezTo>
                <a:cubicBezTo>
                  <a:pt x="3459" y="56"/>
                  <a:pt x="3449" y="57"/>
                  <a:pt x="3443" y="53"/>
                </a:cubicBezTo>
                <a:cubicBezTo>
                  <a:pt x="3454" y="52"/>
                  <a:pt x="3449" y="49"/>
                  <a:pt x="3459" y="48"/>
                </a:cubicBezTo>
                <a:cubicBezTo>
                  <a:pt x="3470" y="48"/>
                  <a:pt x="3476" y="50"/>
                  <a:pt x="3486" y="49"/>
                </a:cubicBezTo>
                <a:moveTo>
                  <a:pt x="3470" y="60"/>
                </a:moveTo>
                <a:cubicBezTo>
                  <a:pt x="3470" y="73"/>
                  <a:pt x="3411" y="80"/>
                  <a:pt x="3357" y="79"/>
                </a:cubicBezTo>
                <a:cubicBezTo>
                  <a:pt x="3357" y="72"/>
                  <a:pt x="3405" y="77"/>
                  <a:pt x="3416" y="69"/>
                </a:cubicBezTo>
                <a:cubicBezTo>
                  <a:pt x="3411" y="66"/>
                  <a:pt x="3400" y="66"/>
                  <a:pt x="3389" y="66"/>
                </a:cubicBezTo>
                <a:cubicBezTo>
                  <a:pt x="3389" y="63"/>
                  <a:pt x="3395" y="60"/>
                  <a:pt x="3411" y="57"/>
                </a:cubicBezTo>
                <a:cubicBezTo>
                  <a:pt x="3416" y="64"/>
                  <a:pt x="3443" y="67"/>
                  <a:pt x="3470" y="60"/>
                </a:cubicBezTo>
                <a:moveTo>
                  <a:pt x="3351" y="59"/>
                </a:moveTo>
                <a:cubicBezTo>
                  <a:pt x="3384" y="64"/>
                  <a:pt x="3335" y="66"/>
                  <a:pt x="3357" y="72"/>
                </a:cubicBezTo>
                <a:cubicBezTo>
                  <a:pt x="3346" y="73"/>
                  <a:pt x="3330" y="72"/>
                  <a:pt x="3335" y="74"/>
                </a:cubicBezTo>
                <a:cubicBezTo>
                  <a:pt x="3330" y="76"/>
                  <a:pt x="3324" y="73"/>
                  <a:pt x="3319" y="72"/>
                </a:cubicBezTo>
                <a:cubicBezTo>
                  <a:pt x="3346" y="67"/>
                  <a:pt x="3319" y="63"/>
                  <a:pt x="3351" y="59"/>
                </a:cubicBezTo>
                <a:moveTo>
                  <a:pt x="3292" y="73"/>
                </a:moveTo>
                <a:cubicBezTo>
                  <a:pt x="3303" y="79"/>
                  <a:pt x="3265" y="79"/>
                  <a:pt x="3260" y="82"/>
                </a:cubicBezTo>
                <a:cubicBezTo>
                  <a:pt x="3238" y="73"/>
                  <a:pt x="3287" y="76"/>
                  <a:pt x="3292" y="73"/>
                </a:cubicBezTo>
                <a:moveTo>
                  <a:pt x="3206" y="94"/>
                </a:moveTo>
                <a:cubicBezTo>
                  <a:pt x="3211" y="93"/>
                  <a:pt x="3173" y="92"/>
                  <a:pt x="3168" y="103"/>
                </a:cubicBezTo>
                <a:cubicBezTo>
                  <a:pt x="3119" y="96"/>
                  <a:pt x="3227" y="80"/>
                  <a:pt x="3238" y="70"/>
                </a:cubicBezTo>
                <a:cubicBezTo>
                  <a:pt x="3249" y="79"/>
                  <a:pt x="3222" y="86"/>
                  <a:pt x="3206" y="94"/>
                </a:cubicBezTo>
                <a:moveTo>
                  <a:pt x="3281" y="66"/>
                </a:moveTo>
                <a:cubicBezTo>
                  <a:pt x="3276" y="72"/>
                  <a:pt x="3249" y="66"/>
                  <a:pt x="3260" y="70"/>
                </a:cubicBezTo>
                <a:cubicBezTo>
                  <a:pt x="3238" y="74"/>
                  <a:pt x="3254" y="60"/>
                  <a:pt x="3227" y="64"/>
                </a:cubicBezTo>
                <a:cubicBezTo>
                  <a:pt x="3216" y="60"/>
                  <a:pt x="3243" y="64"/>
                  <a:pt x="3254" y="59"/>
                </a:cubicBezTo>
                <a:cubicBezTo>
                  <a:pt x="3260" y="64"/>
                  <a:pt x="3270" y="62"/>
                  <a:pt x="3281" y="66"/>
                </a:cubicBezTo>
                <a:moveTo>
                  <a:pt x="3281" y="63"/>
                </a:moveTo>
                <a:cubicBezTo>
                  <a:pt x="3270" y="56"/>
                  <a:pt x="3265" y="57"/>
                  <a:pt x="3260" y="52"/>
                </a:cubicBezTo>
                <a:cubicBezTo>
                  <a:pt x="3276" y="50"/>
                  <a:pt x="3308" y="59"/>
                  <a:pt x="3281" y="63"/>
                </a:cubicBezTo>
                <a:moveTo>
                  <a:pt x="3184" y="79"/>
                </a:moveTo>
                <a:cubicBezTo>
                  <a:pt x="3157" y="73"/>
                  <a:pt x="3190" y="69"/>
                  <a:pt x="3173" y="63"/>
                </a:cubicBezTo>
                <a:cubicBezTo>
                  <a:pt x="3206" y="60"/>
                  <a:pt x="3206" y="74"/>
                  <a:pt x="3184" y="79"/>
                </a:cubicBezTo>
                <a:moveTo>
                  <a:pt x="3103" y="72"/>
                </a:moveTo>
                <a:cubicBezTo>
                  <a:pt x="3087" y="60"/>
                  <a:pt x="3141" y="67"/>
                  <a:pt x="3157" y="60"/>
                </a:cubicBezTo>
                <a:cubicBezTo>
                  <a:pt x="3168" y="72"/>
                  <a:pt x="3109" y="60"/>
                  <a:pt x="3103" y="72"/>
                </a:cubicBezTo>
                <a:moveTo>
                  <a:pt x="3114" y="56"/>
                </a:moveTo>
                <a:cubicBezTo>
                  <a:pt x="3162" y="53"/>
                  <a:pt x="3114" y="49"/>
                  <a:pt x="3146" y="43"/>
                </a:cubicBezTo>
                <a:cubicBezTo>
                  <a:pt x="3152" y="43"/>
                  <a:pt x="3157" y="45"/>
                  <a:pt x="3162" y="46"/>
                </a:cubicBezTo>
                <a:cubicBezTo>
                  <a:pt x="3157" y="52"/>
                  <a:pt x="3157" y="69"/>
                  <a:pt x="3114" y="56"/>
                </a:cubicBezTo>
                <a:moveTo>
                  <a:pt x="3157" y="35"/>
                </a:moveTo>
                <a:cubicBezTo>
                  <a:pt x="3184" y="40"/>
                  <a:pt x="3146" y="46"/>
                  <a:pt x="3136" y="39"/>
                </a:cubicBezTo>
                <a:cubicBezTo>
                  <a:pt x="3141" y="35"/>
                  <a:pt x="3141" y="38"/>
                  <a:pt x="3157" y="35"/>
                </a:cubicBezTo>
                <a:moveTo>
                  <a:pt x="3114" y="46"/>
                </a:moveTo>
                <a:cubicBezTo>
                  <a:pt x="3119" y="53"/>
                  <a:pt x="3092" y="56"/>
                  <a:pt x="3071" y="55"/>
                </a:cubicBezTo>
                <a:cubicBezTo>
                  <a:pt x="3082" y="49"/>
                  <a:pt x="3076" y="48"/>
                  <a:pt x="3098" y="40"/>
                </a:cubicBezTo>
                <a:cubicBezTo>
                  <a:pt x="3098" y="40"/>
                  <a:pt x="3098" y="49"/>
                  <a:pt x="3114" y="46"/>
                </a:cubicBezTo>
                <a:moveTo>
                  <a:pt x="3055" y="42"/>
                </a:moveTo>
                <a:cubicBezTo>
                  <a:pt x="3049" y="45"/>
                  <a:pt x="3060" y="49"/>
                  <a:pt x="3060" y="53"/>
                </a:cubicBezTo>
                <a:cubicBezTo>
                  <a:pt x="3044" y="57"/>
                  <a:pt x="3038" y="52"/>
                  <a:pt x="3022" y="55"/>
                </a:cubicBezTo>
                <a:cubicBezTo>
                  <a:pt x="3022" y="52"/>
                  <a:pt x="3022" y="50"/>
                  <a:pt x="3033" y="48"/>
                </a:cubicBezTo>
                <a:cubicBezTo>
                  <a:pt x="3022" y="48"/>
                  <a:pt x="3017" y="46"/>
                  <a:pt x="3006" y="43"/>
                </a:cubicBezTo>
                <a:cubicBezTo>
                  <a:pt x="2979" y="46"/>
                  <a:pt x="3001" y="50"/>
                  <a:pt x="2979" y="53"/>
                </a:cubicBezTo>
                <a:cubicBezTo>
                  <a:pt x="2952" y="32"/>
                  <a:pt x="3017" y="43"/>
                  <a:pt x="3055" y="42"/>
                </a:cubicBezTo>
                <a:moveTo>
                  <a:pt x="2936" y="32"/>
                </a:moveTo>
                <a:cubicBezTo>
                  <a:pt x="2963" y="29"/>
                  <a:pt x="2925" y="38"/>
                  <a:pt x="2914" y="39"/>
                </a:cubicBezTo>
                <a:cubicBezTo>
                  <a:pt x="2925" y="45"/>
                  <a:pt x="2941" y="36"/>
                  <a:pt x="2947" y="42"/>
                </a:cubicBezTo>
                <a:cubicBezTo>
                  <a:pt x="2914" y="46"/>
                  <a:pt x="2963" y="52"/>
                  <a:pt x="2936" y="55"/>
                </a:cubicBezTo>
                <a:cubicBezTo>
                  <a:pt x="2920" y="45"/>
                  <a:pt x="2898" y="39"/>
                  <a:pt x="2892" y="33"/>
                </a:cubicBezTo>
                <a:cubicBezTo>
                  <a:pt x="2909" y="28"/>
                  <a:pt x="2920" y="40"/>
                  <a:pt x="2936" y="32"/>
                </a:cubicBezTo>
                <a:moveTo>
                  <a:pt x="2860" y="39"/>
                </a:moveTo>
                <a:cubicBezTo>
                  <a:pt x="2849" y="43"/>
                  <a:pt x="2882" y="49"/>
                  <a:pt x="2855" y="53"/>
                </a:cubicBezTo>
                <a:cubicBezTo>
                  <a:pt x="2866" y="55"/>
                  <a:pt x="2871" y="52"/>
                  <a:pt x="2882" y="56"/>
                </a:cubicBezTo>
                <a:cubicBezTo>
                  <a:pt x="2892" y="55"/>
                  <a:pt x="2887" y="52"/>
                  <a:pt x="2882" y="50"/>
                </a:cubicBezTo>
                <a:cubicBezTo>
                  <a:pt x="2909" y="50"/>
                  <a:pt x="2898" y="57"/>
                  <a:pt x="2941" y="59"/>
                </a:cubicBezTo>
                <a:cubicBezTo>
                  <a:pt x="2920" y="63"/>
                  <a:pt x="2914" y="67"/>
                  <a:pt x="2930" y="72"/>
                </a:cubicBezTo>
                <a:cubicBezTo>
                  <a:pt x="2914" y="73"/>
                  <a:pt x="2898" y="76"/>
                  <a:pt x="2887" y="72"/>
                </a:cubicBezTo>
                <a:cubicBezTo>
                  <a:pt x="2909" y="69"/>
                  <a:pt x="2898" y="62"/>
                  <a:pt x="2920" y="63"/>
                </a:cubicBezTo>
                <a:cubicBezTo>
                  <a:pt x="2892" y="53"/>
                  <a:pt x="2855" y="67"/>
                  <a:pt x="2828" y="55"/>
                </a:cubicBezTo>
                <a:cubicBezTo>
                  <a:pt x="2855" y="49"/>
                  <a:pt x="2822" y="40"/>
                  <a:pt x="2860" y="39"/>
                </a:cubicBezTo>
                <a:moveTo>
                  <a:pt x="2801" y="46"/>
                </a:moveTo>
                <a:cubicBezTo>
                  <a:pt x="2806" y="56"/>
                  <a:pt x="2769" y="56"/>
                  <a:pt x="2758" y="66"/>
                </a:cubicBezTo>
                <a:cubicBezTo>
                  <a:pt x="2731" y="62"/>
                  <a:pt x="2763" y="57"/>
                  <a:pt x="2758" y="53"/>
                </a:cubicBezTo>
                <a:cubicBezTo>
                  <a:pt x="2790" y="55"/>
                  <a:pt x="2779" y="48"/>
                  <a:pt x="2801" y="46"/>
                </a:cubicBezTo>
                <a:moveTo>
                  <a:pt x="2725" y="59"/>
                </a:moveTo>
                <a:cubicBezTo>
                  <a:pt x="2709" y="67"/>
                  <a:pt x="2731" y="67"/>
                  <a:pt x="2709" y="73"/>
                </a:cubicBezTo>
                <a:cubicBezTo>
                  <a:pt x="2704" y="69"/>
                  <a:pt x="2720" y="62"/>
                  <a:pt x="2693" y="64"/>
                </a:cubicBezTo>
                <a:cubicBezTo>
                  <a:pt x="2666" y="62"/>
                  <a:pt x="2715" y="64"/>
                  <a:pt x="2725" y="59"/>
                </a:cubicBezTo>
                <a:moveTo>
                  <a:pt x="2655" y="76"/>
                </a:moveTo>
                <a:cubicBezTo>
                  <a:pt x="2677" y="70"/>
                  <a:pt x="2671" y="72"/>
                  <a:pt x="2698" y="67"/>
                </a:cubicBezTo>
                <a:cubicBezTo>
                  <a:pt x="2709" y="73"/>
                  <a:pt x="2671" y="77"/>
                  <a:pt x="2666" y="82"/>
                </a:cubicBezTo>
                <a:cubicBezTo>
                  <a:pt x="2661" y="79"/>
                  <a:pt x="2650" y="77"/>
                  <a:pt x="2639" y="80"/>
                </a:cubicBezTo>
                <a:cubicBezTo>
                  <a:pt x="2628" y="69"/>
                  <a:pt x="2612" y="76"/>
                  <a:pt x="2596" y="76"/>
                </a:cubicBezTo>
                <a:cubicBezTo>
                  <a:pt x="2574" y="69"/>
                  <a:pt x="2617" y="73"/>
                  <a:pt x="2628" y="66"/>
                </a:cubicBezTo>
                <a:cubicBezTo>
                  <a:pt x="2634" y="74"/>
                  <a:pt x="2655" y="69"/>
                  <a:pt x="2655" y="76"/>
                </a:cubicBezTo>
                <a:moveTo>
                  <a:pt x="2736" y="45"/>
                </a:moveTo>
                <a:cubicBezTo>
                  <a:pt x="2742" y="48"/>
                  <a:pt x="2725" y="48"/>
                  <a:pt x="2720" y="45"/>
                </a:cubicBezTo>
                <a:cubicBezTo>
                  <a:pt x="2720" y="49"/>
                  <a:pt x="2725" y="52"/>
                  <a:pt x="2704" y="52"/>
                </a:cubicBezTo>
                <a:cubicBezTo>
                  <a:pt x="2704" y="49"/>
                  <a:pt x="2709" y="48"/>
                  <a:pt x="2698" y="45"/>
                </a:cubicBezTo>
                <a:cubicBezTo>
                  <a:pt x="2715" y="39"/>
                  <a:pt x="2725" y="48"/>
                  <a:pt x="2736" y="45"/>
                </a:cubicBezTo>
                <a:moveTo>
                  <a:pt x="2617" y="40"/>
                </a:moveTo>
                <a:cubicBezTo>
                  <a:pt x="2639" y="45"/>
                  <a:pt x="2607" y="46"/>
                  <a:pt x="2612" y="50"/>
                </a:cubicBezTo>
                <a:cubicBezTo>
                  <a:pt x="2617" y="50"/>
                  <a:pt x="2634" y="52"/>
                  <a:pt x="2623" y="55"/>
                </a:cubicBezTo>
                <a:cubicBezTo>
                  <a:pt x="2650" y="56"/>
                  <a:pt x="2666" y="48"/>
                  <a:pt x="2698" y="55"/>
                </a:cubicBezTo>
                <a:cubicBezTo>
                  <a:pt x="2677" y="55"/>
                  <a:pt x="2639" y="59"/>
                  <a:pt x="2623" y="64"/>
                </a:cubicBezTo>
                <a:cubicBezTo>
                  <a:pt x="2601" y="59"/>
                  <a:pt x="2607" y="48"/>
                  <a:pt x="2569" y="50"/>
                </a:cubicBezTo>
                <a:cubicBezTo>
                  <a:pt x="2574" y="45"/>
                  <a:pt x="2607" y="49"/>
                  <a:pt x="2617" y="40"/>
                </a:cubicBezTo>
                <a:moveTo>
                  <a:pt x="2558" y="46"/>
                </a:moveTo>
                <a:cubicBezTo>
                  <a:pt x="2542" y="50"/>
                  <a:pt x="2525" y="50"/>
                  <a:pt x="2558" y="59"/>
                </a:cubicBezTo>
                <a:cubicBezTo>
                  <a:pt x="2547" y="64"/>
                  <a:pt x="2531" y="64"/>
                  <a:pt x="2509" y="60"/>
                </a:cubicBezTo>
                <a:cubicBezTo>
                  <a:pt x="2525" y="57"/>
                  <a:pt x="2520" y="56"/>
                  <a:pt x="2515" y="57"/>
                </a:cubicBezTo>
                <a:cubicBezTo>
                  <a:pt x="2520" y="52"/>
                  <a:pt x="2536" y="46"/>
                  <a:pt x="2531" y="40"/>
                </a:cubicBezTo>
                <a:cubicBezTo>
                  <a:pt x="2547" y="36"/>
                  <a:pt x="2536" y="49"/>
                  <a:pt x="2558" y="46"/>
                </a:cubicBezTo>
                <a:moveTo>
                  <a:pt x="2466" y="55"/>
                </a:moveTo>
                <a:cubicBezTo>
                  <a:pt x="2488" y="66"/>
                  <a:pt x="2423" y="60"/>
                  <a:pt x="2401" y="62"/>
                </a:cubicBezTo>
                <a:cubicBezTo>
                  <a:pt x="2401" y="52"/>
                  <a:pt x="2385" y="67"/>
                  <a:pt x="2364" y="59"/>
                </a:cubicBezTo>
                <a:cubicBezTo>
                  <a:pt x="2407" y="50"/>
                  <a:pt x="2428" y="66"/>
                  <a:pt x="2466" y="55"/>
                </a:cubicBezTo>
                <a:moveTo>
                  <a:pt x="2121" y="106"/>
                </a:moveTo>
                <a:cubicBezTo>
                  <a:pt x="2115" y="104"/>
                  <a:pt x="2110" y="103"/>
                  <a:pt x="2105" y="100"/>
                </a:cubicBezTo>
                <a:cubicBezTo>
                  <a:pt x="2105" y="107"/>
                  <a:pt x="2083" y="110"/>
                  <a:pt x="2061" y="111"/>
                </a:cubicBezTo>
                <a:cubicBezTo>
                  <a:pt x="2051" y="101"/>
                  <a:pt x="2115" y="103"/>
                  <a:pt x="2110" y="96"/>
                </a:cubicBezTo>
                <a:cubicBezTo>
                  <a:pt x="2132" y="94"/>
                  <a:pt x="2153" y="103"/>
                  <a:pt x="2121" y="106"/>
                </a:cubicBezTo>
                <a:moveTo>
                  <a:pt x="2272" y="70"/>
                </a:moveTo>
                <a:cubicBezTo>
                  <a:pt x="2250" y="79"/>
                  <a:pt x="2240" y="67"/>
                  <a:pt x="2218" y="73"/>
                </a:cubicBezTo>
                <a:cubicBezTo>
                  <a:pt x="2213" y="70"/>
                  <a:pt x="2223" y="67"/>
                  <a:pt x="2240" y="64"/>
                </a:cubicBezTo>
                <a:cubicBezTo>
                  <a:pt x="2261" y="66"/>
                  <a:pt x="2250" y="67"/>
                  <a:pt x="2272" y="70"/>
                </a:cubicBezTo>
                <a:moveTo>
                  <a:pt x="2380" y="42"/>
                </a:moveTo>
                <a:cubicBezTo>
                  <a:pt x="2391" y="48"/>
                  <a:pt x="2347" y="49"/>
                  <a:pt x="2342" y="52"/>
                </a:cubicBezTo>
                <a:cubicBezTo>
                  <a:pt x="2331" y="48"/>
                  <a:pt x="2331" y="43"/>
                  <a:pt x="2347" y="40"/>
                </a:cubicBezTo>
                <a:cubicBezTo>
                  <a:pt x="2337" y="49"/>
                  <a:pt x="2364" y="48"/>
                  <a:pt x="2380" y="42"/>
                </a:cubicBezTo>
                <a:moveTo>
                  <a:pt x="2024" y="111"/>
                </a:moveTo>
                <a:cubicBezTo>
                  <a:pt x="2024" y="115"/>
                  <a:pt x="1964" y="115"/>
                  <a:pt x="1970" y="110"/>
                </a:cubicBezTo>
                <a:cubicBezTo>
                  <a:pt x="1980" y="111"/>
                  <a:pt x="1997" y="111"/>
                  <a:pt x="2013" y="106"/>
                </a:cubicBezTo>
                <a:cubicBezTo>
                  <a:pt x="2024" y="107"/>
                  <a:pt x="2002" y="114"/>
                  <a:pt x="2024" y="111"/>
                </a:cubicBezTo>
                <a:moveTo>
                  <a:pt x="2099" y="83"/>
                </a:moveTo>
                <a:cubicBezTo>
                  <a:pt x="2094" y="80"/>
                  <a:pt x="2142" y="77"/>
                  <a:pt x="2110" y="76"/>
                </a:cubicBezTo>
                <a:cubicBezTo>
                  <a:pt x="2105" y="69"/>
                  <a:pt x="2137" y="77"/>
                  <a:pt x="2148" y="76"/>
                </a:cubicBezTo>
                <a:cubicBezTo>
                  <a:pt x="2159" y="70"/>
                  <a:pt x="2180" y="62"/>
                  <a:pt x="2202" y="67"/>
                </a:cubicBezTo>
                <a:cubicBezTo>
                  <a:pt x="2169" y="82"/>
                  <a:pt x="2142" y="74"/>
                  <a:pt x="2099" y="83"/>
                </a:cubicBezTo>
                <a:moveTo>
                  <a:pt x="2250" y="52"/>
                </a:moveTo>
                <a:cubicBezTo>
                  <a:pt x="2256" y="56"/>
                  <a:pt x="2218" y="60"/>
                  <a:pt x="2207" y="53"/>
                </a:cubicBezTo>
                <a:cubicBezTo>
                  <a:pt x="2223" y="49"/>
                  <a:pt x="2240" y="55"/>
                  <a:pt x="2250" y="52"/>
                </a:cubicBezTo>
                <a:moveTo>
                  <a:pt x="1932" y="107"/>
                </a:moveTo>
                <a:cubicBezTo>
                  <a:pt x="1932" y="108"/>
                  <a:pt x="1937" y="108"/>
                  <a:pt x="1943" y="107"/>
                </a:cubicBezTo>
                <a:cubicBezTo>
                  <a:pt x="1948" y="110"/>
                  <a:pt x="1937" y="110"/>
                  <a:pt x="1937" y="108"/>
                </a:cubicBezTo>
                <a:cubicBezTo>
                  <a:pt x="1921" y="111"/>
                  <a:pt x="1948" y="113"/>
                  <a:pt x="1953" y="113"/>
                </a:cubicBezTo>
                <a:cubicBezTo>
                  <a:pt x="1959" y="114"/>
                  <a:pt x="1948" y="117"/>
                  <a:pt x="1943" y="115"/>
                </a:cubicBezTo>
                <a:cubicBezTo>
                  <a:pt x="1937" y="115"/>
                  <a:pt x="1937" y="117"/>
                  <a:pt x="1943" y="118"/>
                </a:cubicBezTo>
                <a:cubicBezTo>
                  <a:pt x="1937" y="118"/>
                  <a:pt x="1932" y="117"/>
                  <a:pt x="1937" y="115"/>
                </a:cubicBezTo>
                <a:cubicBezTo>
                  <a:pt x="1927" y="113"/>
                  <a:pt x="1916" y="117"/>
                  <a:pt x="1905" y="113"/>
                </a:cubicBezTo>
                <a:cubicBezTo>
                  <a:pt x="1921" y="113"/>
                  <a:pt x="1927" y="110"/>
                  <a:pt x="1927" y="106"/>
                </a:cubicBezTo>
                <a:cubicBezTo>
                  <a:pt x="1932" y="104"/>
                  <a:pt x="1932" y="107"/>
                  <a:pt x="1932" y="107"/>
                </a:cubicBezTo>
                <a:moveTo>
                  <a:pt x="1943" y="87"/>
                </a:moveTo>
                <a:cubicBezTo>
                  <a:pt x="1943" y="84"/>
                  <a:pt x="1948" y="84"/>
                  <a:pt x="1964" y="80"/>
                </a:cubicBezTo>
                <a:cubicBezTo>
                  <a:pt x="1970" y="82"/>
                  <a:pt x="1964" y="83"/>
                  <a:pt x="1959" y="84"/>
                </a:cubicBezTo>
                <a:cubicBezTo>
                  <a:pt x="1986" y="83"/>
                  <a:pt x="1980" y="93"/>
                  <a:pt x="2013" y="89"/>
                </a:cubicBezTo>
                <a:cubicBezTo>
                  <a:pt x="1991" y="100"/>
                  <a:pt x="1975" y="80"/>
                  <a:pt x="1943" y="87"/>
                </a:cubicBezTo>
                <a:moveTo>
                  <a:pt x="2218" y="33"/>
                </a:moveTo>
                <a:cubicBezTo>
                  <a:pt x="2234" y="33"/>
                  <a:pt x="2250" y="33"/>
                  <a:pt x="2267" y="33"/>
                </a:cubicBezTo>
                <a:cubicBezTo>
                  <a:pt x="2267" y="46"/>
                  <a:pt x="2240" y="33"/>
                  <a:pt x="2218" y="36"/>
                </a:cubicBezTo>
                <a:cubicBezTo>
                  <a:pt x="2218" y="33"/>
                  <a:pt x="2207" y="31"/>
                  <a:pt x="2213" y="29"/>
                </a:cubicBezTo>
                <a:cubicBezTo>
                  <a:pt x="2207" y="22"/>
                  <a:pt x="2229" y="32"/>
                  <a:pt x="2218" y="33"/>
                </a:cubicBezTo>
                <a:moveTo>
                  <a:pt x="1862" y="101"/>
                </a:moveTo>
                <a:cubicBezTo>
                  <a:pt x="1878" y="107"/>
                  <a:pt x="1905" y="96"/>
                  <a:pt x="1921" y="101"/>
                </a:cubicBezTo>
                <a:cubicBezTo>
                  <a:pt x="1873" y="103"/>
                  <a:pt x="1883" y="115"/>
                  <a:pt x="1845" y="111"/>
                </a:cubicBezTo>
                <a:cubicBezTo>
                  <a:pt x="1851" y="108"/>
                  <a:pt x="1856" y="108"/>
                  <a:pt x="1862" y="111"/>
                </a:cubicBezTo>
                <a:cubicBezTo>
                  <a:pt x="1856" y="97"/>
                  <a:pt x="1797" y="107"/>
                  <a:pt x="1770" y="103"/>
                </a:cubicBezTo>
                <a:cubicBezTo>
                  <a:pt x="1819" y="97"/>
                  <a:pt x="1851" y="98"/>
                  <a:pt x="1873" y="94"/>
                </a:cubicBezTo>
                <a:cubicBezTo>
                  <a:pt x="1873" y="96"/>
                  <a:pt x="1867" y="98"/>
                  <a:pt x="1862" y="101"/>
                </a:cubicBezTo>
                <a:moveTo>
                  <a:pt x="1937" y="77"/>
                </a:moveTo>
                <a:cubicBezTo>
                  <a:pt x="1932" y="73"/>
                  <a:pt x="1916" y="69"/>
                  <a:pt x="1948" y="67"/>
                </a:cubicBezTo>
                <a:cubicBezTo>
                  <a:pt x="1964" y="72"/>
                  <a:pt x="1959" y="74"/>
                  <a:pt x="1937" y="77"/>
                </a:cubicBezTo>
                <a:moveTo>
                  <a:pt x="2067" y="45"/>
                </a:moveTo>
                <a:cubicBezTo>
                  <a:pt x="2072" y="52"/>
                  <a:pt x="2040" y="52"/>
                  <a:pt x="2029" y="49"/>
                </a:cubicBezTo>
                <a:cubicBezTo>
                  <a:pt x="2034" y="53"/>
                  <a:pt x="2002" y="56"/>
                  <a:pt x="2018" y="62"/>
                </a:cubicBezTo>
                <a:cubicBezTo>
                  <a:pt x="2007" y="62"/>
                  <a:pt x="2002" y="59"/>
                  <a:pt x="1991" y="62"/>
                </a:cubicBezTo>
                <a:cubicBezTo>
                  <a:pt x="2002" y="53"/>
                  <a:pt x="2029" y="45"/>
                  <a:pt x="2067" y="45"/>
                </a:cubicBezTo>
                <a:moveTo>
                  <a:pt x="1279" y="108"/>
                </a:moveTo>
                <a:cubicBezTo>
                  <a:pt x="1268" y="104"/>
                  <a:pt x="1300" y="107"/>
                  <a:pt x="1306" y="104"/>
                </a:cubicBezTo>
                <a:cubicBezTo>
                  <a:pt x="1317" y="108"/>
                  <a:pt x="1327" y="111"/>
                  <a:pt x="1306" y="114"/>
                </a:cubicBezTo>
                <a:cubicBezTo>
                  <a:pt x="1300" y="113"/>
                  <a:pt x="1290" y="106"/>
                  <a:pt x="1279" y="108"/>
                </a:cubicBezTo>
                <a:moveTo>
                  <a:pt x="1403" y="90"/>
                </a:moveTo>
                <a:cubicBezTo>
                  <a:pt x="1419" y="87"/>
                  <a:pt x="1430" y="84"/>
                  <a:pt x="1425" y="82"/>
                </a:cubicBezTo>
                <a:cubicBezTo>
                  <a:pt x="1452" y="83"/>
                  <a:pt x="1414" y="94"/>
                  <a:pt x="1408" y="98"/>
                </a:cubicBezTo>
                <a:cubicBezTo>
                  <a:pt x="1403" y="97"/>
                  <a:pt x="1397" y="96"/>
                  <a:pt x="1392" y="94"/>
                </a:cubicBezTo>
                <a:cubicBezTo>
                  <a:pt x="1403" y="93"/>
                  <a:pt x="1403" y="96"/>
                  <a:pt x="1408" y="96"/>
                </a:cubicBezTo>
                <a:cubicBezTo>
                  <a:pt x="1419" y="94"/>
                  <a:pt x="1408" y="93"/>
                  <a:pt x="1403" y="90"/>
                </a:cubicBezTo>
                <a:moveTo>
                  <a:pt x="1338" y="115"/>
                </a:moveTo>
                <a:cubicBezTo>
                  <a:pt x="1327" y="111"/>
                  <a:pt x="1344" y="108"/>
                  <a:pt x="1354" y="104"/>
                </a:cubicBezTo>
                <a:cubicBezTo>
                  <a:pt x="1371" y="111"/>
                  <a:pt x="1365" y="114"/>
                  <a:pt x="1338" y="115"/>
                </a:cubicBezTo>
                <a:moveTo>
                  <a:pt x="1468" y="90"/>
                </a:moveTo>
                <a:cubicBezTo>
                  <a:pt x="1441" y="83"/>
                  <a:pt x="1500" y="84"/>
                  <a:pt x="1484" y="82"/>
                </a:cubicBezTo>
                <a:cubicBezTo>
                  <a:pt x="1516" y="82"/>
                  <a:pt x="1489" y="90"/>
                  <a:pt x="1468" y="90"/>
                </a:cubicBezTo>
                <a:moveTo>
                  <a:pt x="1554" y="66"/>
                </a:moveTo>
                <a:cubicBezTo>
                  <a:pt x="1565" y="69"/>
                  <a:pt x="1581" y="69"/>
                  <a:pt x="1559" y="60"/>
                </a:cubicBezTo>
                <a:cubicBezTo>
                  <a:pt x="1581" y="59"/>
                  <a:pt x="1570" y="62"/>
                  <a:pt x="1581" y="66"/>
                </a:cubicBezTo>
                <a:cubicBezTo>
                  <a:pt x="1586" y="63"/>
                  <a:pt x="1581" y="62"/>
                  <a:pt x="1592" y="59"/>
                </a:cubicBezTo>
                <a:cubicBezTo>
                  <a:pt x="1586" y="64"/>
                  <a:pt x="1613" y="62"/>
                  <a:pt x="1624" y="67"/>
                </a:cubicBezTo>
                <a:cubicBezTo>
                  <a:pt x="1624" y="70"/>
                  <a:pt x="1619" y="72"/>
                  <a:pt x="1608" y="74"/>
                </a:cubicBezTo>
                <a:cubicBezTo>
                  <a:pt x="1624" y="63"/>
                  <a:pt x="1570" y="70"/>
                  <a:pt x="1570" y="74"/>
                </a:cubicBezTo>
                <a:cubicBezTo>
                  <a:pt x="1543" y="76"/>
                  <a:pt x="1565" y="69"/>
                  <a:pt x="1554" y="66"/>
                </a:cubicBezTo>
                <a:moveTo>
                  <a:pt x="1457" y="97"/>
                </a:moveTo>
                <a:cubicBezTo>
                  <a:pt x="1462" y="98"/>
                  <a:pt x="1457" y="100"/>
                  <a:pt x="1452" y="100"/>
                </a:cubicBezTo>
                <a:cubicBezTo>
                  <a:pt x="1457" y="101"/>
                  <a:pt x="1468" y="101"/>
                  <a:pt x="1473" y="104"/>
                </a:cubicBezTo>
                <a:cubicBezTo>
                  <a:pt x="1473" y="101"/>
                  <a:pt x="1479" y="100"/>
                  <a:pt x="1489" y="103"/>
                </a:cubicBezTo>
                <a:cubicBezTo>
                  <a:pt x="1462" y="107"/>
                  <a:pt x="1457" y="111"/>
                  <a:pt x="1441" y="115"/>
                </a:cubicBezTo>
                <a:cubicBezTo>
                  <a:pt x="1435" y="108"/>
                  <a:pt x="1441" y="103"/>
                  <a:pt x="1457" y="97"/>
                </a:cubicBezTo>
                <a:moveTo>
                  <a:pt x="1635" y="66"/>
                </a:moveTo>
                <a:cubicBezTo>
                  <a:pt x="1640" y="63"/>
                  <a:pt x="1651" y="63"/>
                  <a:pt x="1662" y="66"/>
                </a:cubicBezTo>
                <a:cubicBezTo>
                  <a:pt x="1657" y="67"/>
                  <a:pt x="1651" y="66"/>
                  <a:pt x="1651" y="64"/>
                </a:cubicBezTo>
                <a:cubicBezTo>
                  <a:pt x="1646" y="67"/>
                  <a:pt x="1678" y="73"/>
                  <a:pt x="1651" y="79"/>
                </a:cubicBezTo>
                <a:cubicBezTo>
                  <a:pt x="1630" y="73"/>
                  <a:pt x="1657" y="70"/>
                  <a:pt x="1635" y="66"/>
                </a:cubicBezTo>
                <a:moveTo>
                  <a:pt x="1775" y="45"/>
                </a:moveTo>
                <a:cubicBezTo>
                  <a:pt x="1786" y="48"/>
                  <a:pt x="1775" y="49"/>
                  <a:pt x="1770" y="50"/>
                </a:cubicBezTo>
                <a:cubicBezTo>
                  <a:pt x="1781" y="56"/>
                  <a:pt x="1792" y="53"/>
                  <a:pt x="1802" y="57"/>
                </a:cubicBezTo>
                <a:cubicBezTo>
                  <a:pt x="1775" y="59"/>
                  <a:pt x="1743" y="50"/>
                  <a:pt x="1775" y="45"/>
                </a:cubicBezTo>
                <a:moveTo>
                  <a:pt x="1759" y="66"/>
                </a:moveTo>
                <a:cubicBezTo>
                  <a:pt x="1705" y="69"/>
                  <a:pt x="1721" y="80"/>
                  <a:pt x="1694" y="87"/>
                </a:cubicBezTo>
                <a:cubicBezTo>
                  <a:pt x="1684" y="87"/>
                  <a:pt x="1684" y="86"/>
                  <a:pt x="1689" y="86"/>
                </a:cubicBezTo>
                <a:cubicBezTo>
                  <a:pt x="1684" y="84"/>
                  <a:pt x="1678" y="86"/>
                  <a:pt x="1673" y="86"/>
                </a:cubicBezTo>
                <a:cubicBezTo>
                  <a:pt x="1662" y="80"/>
                  <a:pt x="1700" y="77"/>
                  <a:pt x="1711" y="76"/>
                </a:cubicBezTo>
                <a:cubicBezTo>
                  <a:pt x="1700" y="74"/>
                  <a:pt x="1694" y="74"/>
                  <a:pt x="1684" y="76"/>
                </a:cubicBezTo>
                <a:cubicBezTo>
                  <a:pt x="1705" y="72"/>
                  <a:pt x="1721" y="55"/>
                  <a:pt x="1759" y="66"/>
                </a:cubicBezTo>
                <a:moveTo>
                  <a:pt x="1597" y="107"/>
                </a:moveTo>
                <a:cubicBezTo>
                  <a:pt x="1592" y="104"/>
                  <a:pt x="1603" y="106"/>
                  <a:pt x="1608" y="104"/>
                </a:cubicBezTo>
                <a:cubicBezTo>
                  <a:pt x="1586" y="103"/>
                  <a:pt x="1586" y="104"/>
                  <a:pt x="1581" y="97"/>
                </a:cubicBezTo>
                <a:cubicBezTo>
                  <a:pt x="1586" y="96"/>
                  <a:pt x="1592" y="98"/>
                  <a:pt x="1597" y="100"/>
                </a:cubicBezTo>
                <a:cubicBezTo>
                  <a:pt x="1603" y="98"/>
                  <a:pt x="1597" y="97"/>
                  <a:pt x="1597" y="97"/>
                </a:cubicBezTo>
                <a:cubicBezTo>
                  <a:pt x="1603" y="96"/>
                  <a:pt x="1613" y="98"/>
                  <a:pt x="1608" y="100"/>
                </a:cubicBezTo>
                <a:cubicBezTo>
                  <a:pt x="1608" y="101"/>
                  <a:pt x="1613" y="103"/>
                  <a:pt x="1619" y="101"/>
                </a:cubicBezTo>
                <a:cubicBezTo>
                  <a:pt x="1630" y="106"/>
                  <a:pt x="1603" y="107"/>
                  <a:pt x="1597" y="107"/>
                </a:cubicBezTo>
                <a:moveTo>
                  <a:pt x="1802" y="93"/>
                </a:moveTo>
                <a:cubicBezTo>
                  <a:pt x="1781" y="96"/>
                  <a:pt x="1765" y="96"/>
                  <a:pt x="1748" y="92"/>
                </a:cubicBezTo>
                <a:cubicBezTo>
                  <a:pt x="1765" y="89"/>
                  <a:pt x="1797" y="92"/>
                  <a:pt x="1781" y="83"/>
                </a:cubicBezTo>
                <a:cubicBezTo>
                  <a:pt x="1792" y="79"/>
                  <a:pt x="1797" y="87"/>
                  <a:pt x="1808" y="89"/>
                </a:cubicBezTo>
                <a:cubicBezTo>
                  <a:pt x="1802" y="90"/>
                  <a:pt x="1797" y="92"/>
                  <a:pt x="1802" y="93"/>
                </a:cubicBezTo>
                <a:moveTo>
                  <a:pt x="1873" y="76"/>
                </a:moveTo>
                <a:cubicBezTo>
                  <a:pt x="1862" y="70"/>
                  <a:pt x="1867" y="66"/>
                  <a:pt x="1862" y="62"/>
                </a:cubicBezTo>
                <a:cubicBezTo>
                  <a:pt x="1894" y="60"/>
                  <a:pt x="1894" y="70"/>
                  <a:pt x="1873" y="76"/>
                </a:cubicBezTo>
                <a:moveTo>
                  <a:pt x="1921" y="48"/>
                </a:moveTo>
                <a:cubicBezTo>
                  <a:pt x="1937" y="53"/>
                  <a:pt x="1916" y="56"/>
                  <a:pt x="1921" y="60"/>
                </a:cubicBezTo>
                <a:cubicBezTo>
                  <a:pt x="1910" y="62"/>
                  <a:pt x="1905" y="59"/>
                  <a:pt x="1900" y="57"/>
                </a:cubicBezTo>
                <a:cubicBezTo>
                  <a:pt x="1927" y="55"/>
                  <a:pt x="1900" y="50"/>
                  <a:pt x="1921" y="48"/>
                </a:cubicBezTo>
                <a:moveTo>
                  <a:pt x="1835" y="69"/>
                </a:moveTo>
                <a:cubicBezTo>
                  <a:pt x="1824" y="73"/>
                  <a:pt x="1808" y="77"/>
                  <a:pt x="1829" y="83"/>
                </a:cubicBezTo>
                <a:cubicBezTo>
                  <a:pt x="1802" y="83"/>
                  <a:pt x="1802" y="72"/>
                  <a:pt x="1802" y="67"/>
                </a:cubicBezTo>
                <a:cubicBezTo>
                  <a:pt x="1781" y="66"/>
                  <a:pt x="1781" y="67"/>
                  <a:pt x="1765" y="72"/>
                </a:cubicBezTo>
                <a:cubicBezTo>
                  <a:pt x="1759" y="69"/>
                  <a:pt x="1786" y="66"/>
                  <a:pt x="1775" y="62"/>
                </a:cubicBezTo>
                <a:cubicBezTo>
                  <a:pt x="1786" y="62"/>
                  <a:pt x="1819" y="70"/>
                  <a:pt x="1813" y="62"/>
                </a:cubicBezTo>
                <a:cubicBezTo>
                  <a:pt x="1829" y="59"/>
                  <a:pt x="1813" y="66"/>
                  <a:pt x="1835" y="69"/>
                </a:cubicBezTo>
                <a:moveTo>
                  <a:pt x="1878" y="40"/>
                </a:moveTo>
                <a:cubicBezTo>
                  <a:pt x="1873" y="48"/>
                  <a:pt x="1851" y="52"/>
                  <a:pt x="1824" y="57"/>
                </a:cubicBezTo>
                <a:cubicBezTo>
                  <a:pt x="1829" y="48"/>
                  <a:pt x="1851" y="42"/>
                  <a:pt x="1878" y="36"/>
                </a:cubicBezTo>
                <a:cubicBezTo>
                  <a:pt x="1883" y="39"/>
                  <a:pt x="1845" y="46"/>
                  <a:pt x="1878" y="40"/>
                </a:cubicBezTo>
                <a:moveTo>
                  <a:pt x="1792" y="52"/>
                </a:moveTo>
                <a:cubicBezTo>
                  <a:pt x="1786" y="42"/>
                  <a:pt x="1797" y="36"/>
                  <a:pt x="1813" y="32"/>
                </a:cubicBezTo>
                <a:cubicBezTo>
                  <a:pt x="1808" y="38"/>
                  <a:pt x="1824" y="43"/>
                  <a:pt x="1792" y="52"/>
                </a:cubicBezTo>
                <a:moveTo>
                  <a:pt x="1792" y="33"/>
                </a:moveTo>
                <a:cubicBezTo>
                  <a:pt x="1781" y="33"/>
                  <a:pt x="1775" y="35"/>
                  <a:pt x="1775" y="36"/>
                </a:cubicBezTo>
                <a:cubicBezTo>
                  <a:pt x="1770" y="38"/>
                  <a:pt x="1765" y="33"/>
                  <a:pt x="1754" y="36"/>
                </a:cubicBezTo>
                <a:cubicBezTo>
                  <a:pt x="1754" y="38"/>
                  <a:pt x="1754" y="39"/>
                  <a:pt x="1743" y="40"/>
                </a:cubicBezTo>
                <a:cubicBezTo>
                  <a:pt x="1732" y="36"/>
                  <a:pt x="1754" y="32"/>
                  <a:pt x="1759" y="28"/>
                </a:cubicBezTo>
                <a:cubicBezTo>
                  <a:pt x="1770" y="32"/>
                  <a:pt x="1781" y="29"/>
                  <a:pt x="1792" y="33"/>
                </a:cubicBezTo>
                <a:moveTo>
                  <a:pt x="1721" y="38"/>
                </a:moveTo>
                <a:cubicBezTo>
                  <a:pt x="1711" y="40"/>
                  <a:pt x="1705" y="39"/>
                  <a:pt x="1711" y="38"/>
                </a:cubicBezTo>
                <a:cubicBezTo>
                  <a:pt x="1711" y="35"/>
                  <a:pt x="1673" y="43"/>
                  <a:pt x="1694" y="40"/>
                </a:cubicBezTo>
                <a:cubicBezTo>
                  <a:pt x="1705" y="45"/>
                  <a:pt x="1673" y="43"/>
                  <a:pt x="1667" y="39"/>
                </a:cubicBezTo>
                <a:cubicBezTo>
                  <a:pt x="1689" y="33"/>
                  <a:pt x="1705" y="32"/>
                  <a:pt x="1721" y="38"/>
                </a:cubicBezTo>
                <a:moveTo>
                  <a:pt x="1640" y="42"/>
                </a:moveTo>
                <a:cubicBezTo>
                  <a:pt x="1630" y="52"/>
                  <a:pt x="1662" y="48"/>
                  <a:pt x="1667" y="56"/>
                </a:cubicBezTo>
                <a:cubicBezTo>
                  <a:pt x="1678" y="46"/>
                  <a:pt x="1705" y="50"/>
                  <a:pt x="1743" y="43"/>
                </a:cubicBezTo>
                <a:cubicBezTo>
                  <a:pt x="1743" y="46"/>
                  <a:pt x="1737" y="49"/>
                  <a:pt x="1743" y="50"/>
                </a:cubicBezTo>
                <a:cubicBezTo>
                  <a:pt x="1727" y="53"/>
                  <a:pt x="1689" y="49"/>
                  <a:pt x="1700" y="57"/>
                </a:cubicBezTo>
                <a:cubicBezTo>
                  <a:pt x="1694" y="59"/>
                  <a:pt x="1662" y="53"/>
                  <a:pt x="1667" y="59"/>
                </a:cubicBezTo>
                <a:cubicBezTo>
                  <a:pt x="1651" y="55"/>
                  <a:pt x="1630" y="59"/>
                  <a:pt x="1613" y="55"/>
                </a:cubicBezTo>
                <a:cubicBezTo>
                  <a:pt x="1640" y="50"/>
                  <a:pt x="1603" y="45"/>
                  <a:pt x="1640" y="42"/>
                </a:cubicBezTo>
                <a:moveTo>
                  <a:pt x="1500" y="70"/>
                </a:moveTo>
                <a:cubicBezTo>
                  <a:pt x="1489" y="70"/>
                  <a:pt x="1484" y="69"/>
                  <a:pt x="1473" y="66"/>
                </a:cubicBezTo>
                <a:cubicBezTo>
                  <a:pt x="1489" y="63"/>
                  <a:pt x="1495" y="64"/>
                  <a:pt x="1495" y="69"/>
                </a:cubicBezTo>
                <a:cubicBezTo>
                  <a:pt x="1495" y="59"/>
                  <a:pt x="1527" y="64"/>
                  <a:pt x="1532" y="62"/>
                </a:cubicBezTo>
                <a:cubicBezTo>
                  <a:pt x="1565" y="66"/>
                  <a:pt x="1522" y="64"/>
                  <a:pt x="1500" y="70"/>
                </a:cubicBezTo>
                <a:moveTo>
                  <a:pt x="1608" y="35"/>
                </a:moveTo>
                <a:cubicBezTo>
                  <a:pt x="1635" y="35"/>
                  <a:pt x="1592" y="45"/>
                  <a:pt x="1592" y="49"/>
                </a:cubicBezTo>
                <a:cubicBezTo>
                  <a:pt x="1575" y="48"/>
                  <a:pt x="1559" y="52"/>
                  <a:pt x="1543" y="46"/>
                </a:cubicBezTo>
                <a:cubicBezTo>
                  <a:pt x="1554" y="45"/>
                  <a:pt x="1559" y="43"/>
                  <a:pt x="1554" y="40"/>
                </a:cubicBezTo>
                <a:cubicBezTo>
                  <a:pt x="1575" y="49"/>
                  <a:pt x="1586" y="36"/>
                  <a:pt x="1608" y="35"/>
                </a:cubicBezTo>
                <a:moveTo>
                  <a:pt x="1468" y="66"/>
                </a:moveTo>
                <a:cubicBezTo>
                  <a:pt x="1452" y="72"/>
                  <a:pt x="1441" y="67"/>
                  <a:pt x="1430" y="70"/>
                </a:cubicBezTo>
                <a:cubicBezTo>
                  <a:pt x="1414" y="63"/>
                  <a:pt x="1457" y="62"/>
                  <a:pt x="1468" y="66"/>
                </a:cubicBezTo>
                <a:moveTo>
                  <a:pt x="1241" y="106"/>
                </a:moveTo>
                <a:cubicBezTo>
                  <a:pt x="1246" y="107"/>
                  <a:pt x="1241" y="107"/>
                  <a:pt x="1241" y="108"/>
                </a:cubicBezTo>
                <a:cubicBezTo>
                  <a:pt x="1235" y="108"/>
                  <a:pt x="1235" y="110"/>
                  <a:pt x="1241" y="111"/>
                </a:cubicBezTo>
                <a:cubicBezTo>
                  <a:pt x="1230" y="111"/>
                  <a:pt x="1209" y="100"/>
                  <a:pt x="1182" y="101"/>
                </a:cubicBezTo>
                <a:cubicBezTo>
                  <a:pt x="1182" y="94"/>
                  <a:pt x="1219" y="84"/>
                  <a:pt x="1241" y="93"/>
                </a:cubicBezTo>
                <a:cubicBezTo>
                  <a:pt x="1235" y="93"/>
                  <a:pt x="1230" y="92"/>
                  <a:pt x="1225" y="90"/>
                </a:cubicBezTo>
                <a:cubicBezTo>
                  <a:pt x="1219" y="92"/>
                  <a:pt x="1230" y="93"/>
                  <a:pt x="1230" y="94"/>
                </a:cubicBezTo>
                <a:cubicBezTo>
                  <a:pt x="1214" y="96"/>
                  <a:pt x="1203" y="94"/>
                  <a:pt x="1182" y="98"/>
                </a:cubicBezTo>
                <a:cubicBezTo>
                  <a:pt x="1192" y="101"/>
                  <a:pt x="1209" y="96"/>
                  <a:pt x="1219" y="97"/>
                </a:cubicBezTo>
                <a:cubicBezTo>
                  <a:pt x="1219" y="101"/>
                  <a:pt x="1214" y="108"/>
                  <a:pt x="1241" y="106"/>
                </a:cubicBezTo>
                <a:moveTo>
                  <a:pt x="1381" y="69"/>
                </a:moveTo>
                <a:cubicBezTo>
                  <a:pt x="1376" y="76"/>
                  <a:pt x="1371" y="66"/>
                  <a:pt x="1360" y="63"/>
                </a:cubicBezTo>
                <a:cubicBezTo>
                  <a:pt x="1376" y="59"/>
                  <a:pt x="1392" y="59"/>
                  <a:pt x="1408" y="63"/>
                </a:cubicBezTo>
                <a:cubicBezTo>
                  <a:pt x="1414" y="67"/>
                  <a:pt x="1397" y="63"/>
                  <a:pt x="1392" y="62"/>
                </a:cubicBezTo>
                <a:cubicBezTo>
                  <a:pt x="1381" y="64"/>
                  <a:pt x="1376" y="66"/>
                  <a:pt x="1381" y="69"/>
                </a:cubicBezTo>
                <a:moveTo>
                  <a:pt x="1511" y="39"/>
                </a:moveTo>
                <a:cubicBezTo>
                  <a:pt x="1538" y="25"/>
                  <a:pt x="1575" y="38"/>
                  <a:pt x="1511" y="39"/>
                </a:cubicBezTo>
                <a:moveTo>
                  <a:pt x="1495" y="31"/>
                </a:moveTo>
                <a:cubicBezTo>
                  <a:pt x="1511" y="29"/>
                  <a:pt x="1500" y="40"/>
                  <a:pt x="1500" y="45"/>
                </a:cubicBezTo>
                <a:cubicBezTo>
                  <a:pt x="1479" y="48"/>
                  <a:pt x="1495" y="39"/>
                  <a:pt x="1489" y="38"/>
                </a:cubicBezTo>
                <a:cubicBezTo>
                  <a:pt x="1468" y="33"/>
                  <a:pt x="1473" y="42"/>
                  <a:pt x="1457" y="43"/>
                </a:cubicBezTo>
                <a:cubicBezTo>
                  <a:pt x="1435" y="33"/>
                  <a:pt x="1495" y="35"/>
                  <a:pt x="1495" y="31"/>
                </a:cubicBezTo>
                <a:moveTo>
                  <a:pt x="1435" y="45"/>
                </a:moveTo>
                <a:cubicBezTo>
                  <a:pt x="1452" y="50"/>
                  <a:pt x="1441" y="56"/>
                  <a:pt x="1462" y="49"/>
                </a:cubicBezTo>
                <a:cubicBezTo>
                  <a:pt x="1479" y="57"/>
                  <a:pt x="1435" y="55"/>
                  <a:pt x="1419" y="56"/>
                </a:cubicBezTo>
                <a:cubicBezTo>
                  <a:pt x="1408" y="50"/>
                  <a:pt x="1403" y="53"/>
                  <a:pt x="1397" y="48"/>
                </a:cubicBezTo>
                <a:cubicBezTo>
                  <a:pt x="1414" y="46"/>
                  <a:pt x="1425" y="46"/>
                  <a:pt x="1435" y="45"/>
                </a:cubicBezTo>
                <a:moveTo>
                  <a:pt x="1333" y="57"/>
                </a:moveTo>
                <a:cubicBezTo>
                  <a:pt x="1344" y="62"/>
                  <a:pt x="1311" y="64"/>
                  <a:pt x="1317" y="69"/>
                </a:cubicBezTo>
                <a:cubicBezTo>
                  <a:pt x="1311" y="70"/>
                  <a:pt x="1306" y="67"/>
                  <a:pt x="1311" y="66"/>
                </a:cubicBezTo>
                <a:cubicBezTo>
                  <a:pt x="1306" y="64"/>
                  <a:pt x="1300" y="64"/>
                  <a:pt x="1300" y="66"/>
                </a:cubicBezTo>
                <a:cubicBezTo>
                  <a:pt x="1295" y="63"/>
                  <a:pt x="1300" y="63"/>
                  <a:pt x="1306" y="64"/>
                </a:cubicBezTo>
                <a:cubicBezTo>
                  <a:pt x="1327" y="62"/>
                  <a:pt x="1317" y="57"/>
                  <a:pt x="1333" y="57"/>
                </a:cubicBezTo>
                <a:moveTo>
                  <a:pt x="1031" y="103"/>
                </a:moveTo>
                <a:cubicBezTo>
                  <a:pt x="1025" y="97"/>
                  <a:pt x="1031" y="100"/>
                  <a:pt x="1014" y="104"/>
                </a:cubicBezTo>
                <a:cubicBezTo>
                  <a:pt x="1009" y="100"/>
                  <a:pt x="1009" y="97"/>
                  <a:pt x="1020" y="94"/>
                </a:cubicBezTo>
                <a:cubicBezTo>
                  <a:pt x="1041" y="94"/>
                  <a:pt x="1052" y="100"/>
                  <a:pt x="1031" y="103"/>
                </a:cubicBezTo>
                <a:moveTo>
                  <a:pt x="1160" y="74"/>
                </a:moveTo>
                <a:cubicBezTo>
                  <a:pt x="1155" y="76"/>
                  <a:pt x="1149" y="74"/>
                  <a:pt x="1149" y="73"/>
                </a:cubicBezTo>
                <a:cubicBezTo>
                  <a:pt x="1144" y="72"/>
                  <a:pt x="1138" y="73"/>
                  <a:pt x="1138" y="73"/>
                </a:cubicBezTo>
                <a:cubicBezTo>
                  <a:pt x="1122" y="72"/>
                  <a:pt x="1176" y="69"/>
                  <a:pt x="1144" y="69"/>
                </a:cubicBezTo>
                <a:cubicBezTo>
                  <a:pt x="1144" y="63"/>
                  <a:pt x="1192" y="67"/>
                  <a:pt x="1198" y="57"/>
                </a:cubicBezTo>
                <a:cubicBezTo>
                  <a:pt x="1209" y="63"/>
                  <a:pt x="1225" y="56"/>
                  <a:pt x="1235" y="63"/>
                </a:cubicBezTo>
                <a:cubicBezTo>
                  <a:pt x="1209" y="64"/>
                  <a:pt x="1160" y="64"/>
                  <a:pt x="1160" y="74"/>
                </a:cubicBezTo>
                <a:moveTo>
                  <a:pt x="1397" y="40"/>
                </a:moveTo>
                <a:cubicBezTo>
                  <a:pt x="1365" y="39"/>
                  <a:pt x="1365" y="52"/>
                  <a:pt x="1333" y="50"/>
                </a:cubicBezTo>
                <a:cubicBezTo>
                  <a:pt x="1327" y="48"/>
                  <a:pt x="1371" y="33"/>
                  <a:pt x="1371" y="40"/>
                </a:cubicBezTo>
                <a:cubicBezTo>
                  <a:pt x="1376" y="38"/>
                  <a:pt x="1387" y="35"/>
                  <a:pt x="1381" y="31"/>
                </a:cubicBezTo>
                <a:cubicBezTo>
                  <a:pt x="1408" y="29"/>
                  <a:pt x="1381" y="38"/>
                  <a:pt x="1397" y="40"/>
                </a:cubicBezTo>
                <a:moveTo>
                  <a:pt x="1273" y="40"/>
                </a:moveTo>
                <a:cubicBezTo>
                  <a:pt x="1290" y="46"/>
                  <a:pt x="1263" y="49"/>
                  <a:pt x="1279" y="55"/>
                </a:cubicBezTo>
                <a:cubicBezTo>
                  <a:pt x="1268" y="56"/>
                  <a:pt x="1268" y="53"/>
                  <a:pt x="1273" y="53"/>
                </a:cubicBezTo>
                <a:cubicBezTo>
                  <a:pt x="1263" y="49"/>
                  <a:pt x="1246" y="60"/>
                  <a:pt x="1241" y="52"/>
                </a:cubicBezTo>
                <a:cubicBezTo>
                  <a:pt x="1241" y="50"/>
                  <a:pt x="1246" y="52"/>
                  <a:pt x="1252" y="52"/>
                </a:cubicBezTo>
                <a:cubicBezTo>
                  <a:pt x="1279" y="49"/>
                  <a:pt x="1241" y="43"/>
                  <a:pt x="1273" y="40"/>
                </a:cubicBezTo>
                <a:moveTo>
                  <a:pt x="1095" y="76"/>
                </a:moveTo>
                <a:cubicBezTo>
                  <a:pt x="1095" y="80"/>
                  <a:pt x="1106" y="83"/>
                  <a:pt x="1106" y="87"/>
                </a:cubicBezTo>
                <a:cubicBezTo>
                  <a:pt x="1095" y="92"/>
                  <a:pt x="1068" y="82"/>
                  <a:pt x="1090" y="90"/>
                </a:cubicBezTo>
                <a:cubicBezTo>
                  <a:pt x="1079" y="92"/>
                  <a:pt x="1057" y="86"/>
                  <a:pt x="1079" y="93"/>
                </a:cubicBezTo>
                <a:cubicBezTo>
                  <a:pt x="1063" y="92"/>
                  <a:pt x="1036" y="93"/>
                  <a:pt x="1036" y="86"/>
                </a:cubicBezTo>
                <a:cubicBezTo>
                  <a:pt x="1074" y="92"/>
                  <a:pt x="1068" y="83"/>
                  <a:pt x="1095" y="76"/>
                </a:cubicBezTo>
                <a:moveTo>
                  <a:pt x="442" y="86"/>
                </a:moveTo>
                <a:cubicBezTo>
                  <a:pt x="410" y="84"/>
                  <a:pt x="442" y="73"/>
                  <a:pt x="404" y="83"/>
                </a:cubicBezTo>
                <a:cubicBezTo>
                  <a:pt x="399" y="77"/>
                  <a:pt x="447" y="72"/>
                  <a:pt x="480" y="66"/>
                </a:cubicBezTo>
                <a:cubicBezTo>
                  <a:pt x="485" y="70"/>
                  <a:pt x="485" y="73"/>
                  <a:pt x="491" y="76"/>
                </a:cubicBezTo>
                <a:cubicBezTo>
                  <a:pt x="458" y="77"/>
                  <a:pt x="447" y="77"/>
                  <a:pt x="442" y="86"/>
                </a:cubicBezTo>
                <a:moveTo>
                  <a:pt x="572" y="53"/>
                </a:moveTo>
                <a:cubicBezTo>
                  <a:pt x="593" y="49"/>
                  <a:pt x="572" y="62"/>
                  <a:pt x="588" y="57"/>
                </a:cubicBezTo>
                <a:cubicBezTo>
                  <a:pt x="593" y="60"/>
                  <a:pt x="577" y="62"/>
                  <a:pt x="572" y="63"/>
                </a:cubicBezTo>
                <a:cubicBezTo>
                  <a:pt x="550" y="60"/>
                  <a:pt x="577" y="57"/>
                  <a:pt x="572" y="53"/>
                </a:cubicBezTo>
                <a:moveTo>
                  <a:pt x="431" y="98"/>
                </a:moveTo>
                <a:cubicBezTo>
                  <a:pt x="404" y="94"/>
                  <a:pt x="464" y="87"/>
                  <a:pt x="475" y="94"/>
                </a:cubicBezTo>
                <a:cubicBezTo>
                  <a:pt x="458" y="98"/>
                  <a:pt x="447" y="92"/>
                  <a:pt x="431" y="98"/>
                </a:cubicBezTo>
                <a:moveTo>
                  <a:pt x="815" y="60"/>
                </a:moveTo>
                <a:cubicBezTo>
                  <a:pt x="842" y="53"/>
                  <a:pt x="815" y="53"/>
                  <a:pt x="858" y="52"/>
                </a:cubicBezTo>
                <a:cubicBezTo>
                  <a:pt x="858" y="53"/>
                  <a:pt x="852" y="53"/>
                  <a:pt x="852" y="53"/>
                </a:cubicBezTo>
                <a:cubicBezTo>
                  <a:pt x="842" y="55"/>
                  <a:pt x="852" y="56"/>
                  <a:pt x="858" y="59"/>
                </a:cubicBezTo>
                <a:cubicBezTo>
                  <a:pt x="842" y="63"/>
                  <a:pt x="831" y="57"/>
                  <a:pt x="815" y="60"/>
                </a:cubicBezTo>
                <a:moveTo>
                  <a:pt x="653" y="96"/>
                </a:moveTo>
                <a:cubicBezTo>
                  <a:pt x="663" y="97"/>
                  <a:pt x="669" y="100"/>
                  <a:pt x="674" y="101"/>
                </a:cubicBezTo>
                <a:cubicBezTo>
                  <a:pt x="653" y="107"/>
                  <a:pt x="626" y="98"/>
                  <a:pt x="653" y="96"/>
                </a:cubicBezTo>
                <a:moveTo>
                  <a:pt x="917" y="56"/>
                </a:moveTo>
                <a:cubicBezTo>
                  <a:pt x="928" y="63"/>
                  <a:pt x="917" y="63"/>
                  <a:pt x="890" y="67"/>
                </a:cubicBezTo>
                <a:cubicBezTo>
                  <a:pt x="869" y="62"/>
                  <a:pt x="912" y="60"/>
                  <a:pt x="917" y="56"/>
                </a:cubicBezTo>
                <a:moveTo>
                  <a:pt x="723" y="108"/>
                </a:moveTo>
                <a:cubicBezTo>
                  <a:pt x="712" y="106"/>
                  <a:pt x="717" y="104"/>
                  <a:pt x="712" y="101"/>
                </a:cubicBezTo>
                <a:cubicBezTo>
                  <a:pt x="723" y="101"/>
                  <a:pt x="728" y="100"/>
                  <a:pt x="739" y="98"/>
                </a:cubicBezTo>
                <a:cubicBezTo>
                  <a:pt x="755" y="101"/>
                  <a:pt x="750" y="103"/>
                  <a:pt x="755" y="106"/>
                </a:cubicBezTo>
                <a:cubicBezTo>
                  <a:pt x="744" y="108"/>
                  <a:pt x="734" y="106"/>
                  <a:pt x="723" y="108"/>
                </a:cubicBezTo>
                <a:moveTo>
                  <a:pt x="766" y="100"/>
                </a:moveTo>
                <a:cubicBezTo>
                  <a:pt x="766" y="92"/>
                  <a:pt x="787" y="100"/>
                  <a:pt x="820" y="94"/>
                </a:cubicBezTo>
                <a:cubicBezTo>
                  <a:pt x="809" y="94"/>
                  <a:pt x="798" y="96"/>
                  <a:pt x="793" y="93"/>
                </a:cubicBezTo>
                <a:cubicBezTo>
                  <a:pt x="804" y="90"/>
                  <a:pt x="815" y="90"/>
                  <a:pt x="825" y="93"/>
                </a:cubicBezTo>
                <a:cubicBezTo>
                  <a:pt x="820" y="101"/>
                  <a:pt x="787" y="96"/>
                  <a:pt x="766" y="100"/>
                </a:cubicBezTo>
                <a:moveTo>
                  <a:pt x="858" y="89"/>
                </a:moveTo>
                <a:cubicBezTo>
                  <a:pt x="852" y="86"/>
                  <a:pt x="874" y="89"/>
                  <a:pt x="869" y="84"/>
                </a:cubicBezTo>
                <a:cubicBezTo>
                  <a:pt x="890" y="90"/>
                  <a:pt x="869" y="97"/>
                  <a:pt x="874" y="104"/>
                </a:cubicBezTo>
                <a:cubicBezTo>
                  <a:pt x="858" y="100"/>
                  <a:pt x="869" y="90"/>
                  <a:pt x="858" y="89"/>
                </a:cubicBezTo>
                <a:moveTo>
                  <a:pt x="1052" y="52"/>
                </a:moveTo>
                <a:cubicBezTo>
                  <a:pt x="1031" y="48"/>
                  <a:pt x="1074" y="42"/>
                  <a:pt x="1084" y="43"/>
                </a:cubicBezTo>
                <a:cubicBezTo>
                  <a:pt x="1095" y="50"/>
                  <a:pt x="1068" y="48"/>
                  <a:pt x="1052" y="52"/>
                </a:cubicBezTo>
                <a:moveTo>
                  <a:pt x="1235" y="40"/>
                </a:moveTo>
                <a:cubicBezTo>
                  <a:pt x="1225" y="43"/>
                  <a:pt x="1214" y="40"/>
                  <a:pt x="1203" y="43"/>
                </a:cubicBezTo>
                <a:cubicBezTo>
                  <a:pt x="1192" y="46"/>
                  <a:pt x="1230" y="39"/>
                  <a:pt x="1209" y="35"/>
                </a:cubicBezTo>
                <a:cubicBezTo>
                  <a:pt x="1219" y="33"/>
                  <a:pt x="1230" y="31"/>
                  <a:pt x="1241" y="29"/>
                </a:cubicBezTo>
                <a:cubicBezTo>
                  <a:pt x="1225" y="29"/>
                  <a:pt x="1225" y="26"/>
                  <a:pt x="1235" y="25"/>
                </a:cubicBezTo>
                <a:cubicBezTo>
                  <a:pt x="1257" y="31"/>
                  <a:pt x="1219" y="35"/>
                  <a:pt x="1235" y="40"/>
                </a:cubicBezTo>
                <a:moveTo>
                  <a:pt x="982" y="72"/>
                </a:moveTo>
                <a:cubicBezTo>
                  <a:pt x="998" y="70"/>
                  <a:pt x="971" y="79"/>
                  <a:pt x="977" y="83"/>
                </a:cubicBezTo>
                <a:cubicBezTo>
                  <a:pt x="960" y="86"/>
                  <a:pt x="944" y="79"/>
                  <a:pt x="966" y="74"/>
                </a:cubicBezTo>
                <a:cubicBezTo>
                  <a:pt x="971" y="83"/>
                  <a:pt x="966" y="74"/>
                  <a:pt x="982" y="72"/>
                </a:cubicBezTo>
                <a:moveTo>
                  <a:pt x="1144" y="33"/>
                </a:moveTo>
                <a:cubicBezTo>
                  <a:pt x="1176" y="35"/>
                  <a:pt x="1127" y="38"/>
                  <a:pt x="1111" y="42"/>
                </a:cubicBezTo>
                <a:cubicBezTo>
                  <a:pt x="1111" y="40"/>
                  <a:pt x="1111" y="39"/>
                  <a:pt x="1106" y="36"/>
                </a:cubicBezTo>
                <a:cubicBezTo>
                  <a:pt x="1117" y="29"/>
                  <a:pt x="1149" y="42"/>
                  <a:pt x="1144" y="33"/>
                </a:cubicBezTo>
                <a:moveTo>
                  <a:pt x="993" y="62"/>
                </a:moveTo>
                <a:cubicBezTo>
                  <a:pt x="982" y="67"/>
                  <a:pt x="950" y="59"/>
                  <a:pt x="955" y="67"/>
                </a:cubicBezTo>
                <a:cubicBezTo>
                  <a:pt x="928" y="69"/>
                  <a:pt x="944" y="62"/>
                  <a:pt x="960" y="60"/>
                </a:cubicBezTo>
                <a:cubicBezTo>
                  <a:pt x="950" y="57"/>
                  <a:pt x="939" y="62"/>
                  <a:pt x="928" y="56"/>
                </a:cubicBezTo>
                <a:cubicBezTo>
                  <a:pt x="939" y="53"/>
                  <a:pt x="950" y="56"/>
                  <a:pt x="939" y="57"/>
                </a:cubicBezTo>
                <a:cubicBezTo>
                  <a:pt x="966" y="60"/>
                  <a:pt x="971" y="52"/>
                  <a:pt x="987" y="53"/>
                </a:cubicBezTo>
                <a:cubicBezTo>
                  <a:pt x="993" y="56"/>
                  <a:pt x="971" y="57"/>
                  <a:pt x="993" y="62"/>
                </a:cubicBezTo>
                <a:moveTo>
                  <a:pt x="1047" y="25"/>
                </a:moveTo>
                <a:cubicBezTo>
                  <a:pt x="1063" y="23"/>
                  <a:pt x="1074" y="23"/>
                  <a:pt x="1084" y="22"/>
                </a:cubicBezTo>
                <a:cubicBezTo>
                  <a:pt x="1106" y="33"/>
                  <a:pt x="1052" y="28"/>
                  <a:pt x="1047" y="40"/>
                </a:cubicBezTo>
                <a:cubicBezTo>
                  <a:pt x="1025" y="40"/>
                  <a:pt x="1025" y="38"/>
                  <a:pt x="1025" y="32"/>
                </a:cubicBezTo>
                <a:cubicBezTo>
                  <a:pt x="1020" y="36"/>
                  <a:pt x="1014" y="36"/>
                  <a:pt x="1009" y="33"/>
                </a:cubicBezTo>
                <a:cubicBezTo>
                  <a:pt x="1025" y="32"/>
                  <a:pt x="1047" y="31"/>
                  <a:pt x="1063" y="29"/>
                </a:cubicBezTo>
                <a:cubicBezTo>
                  <a:pt x="1068" y="26"/>
                  <a:pt x="1057" y="28"/>
                  <a:pt x="1047" y="25"/>
                </a:cubicBezTo>
                <a:moveTo>
                  <a:pt x="998" y="43"/>
                </a:moveTo>
                <a:cubicBezTo>
                  <a:pt x="982" y="45"/>
                  <a:pt x="955" y="43"/>
                  <a:pt x="955" y="39"/>
                </a:cubicBezTo>
                <a:cubicBezTo>
                  <a:pt x="971" y="35"/>
                  <a:pt x="998" y="39"/>
                  <a:pt x="998" y="43"/>
                </a:cubicBezTo>
                <a:moveTo>
                  <a:pt x="912" y="48"/>
                </a:moveTo>
                <a:cubicBezTo>
                  <a:pt x="885" y="42"/>
                  <a:pt x="923" y="39"/>
                  <a:pt x="912" y="35"/>
                </a:cubicBezTo>
                <a:cubicBezTo>
                  <a:pt x="923" y="33"/>
                  <a:pt x="923" y="45"/>
                  <a:pt x="912" y="48"/>
                </a:cubicBezTo>
                <a:moveTo>
                  <a:pt x="647" y="89"/>
                </a:moveTo>
                <a:cubicBezTo>
                  <a:pt x="653" y="93"/>
                  <a:pt x="642" y="90"/>
                  <a:pt x="637" y="89"/>
                </a:cubicBezTo>
                <a:cubicBezTo>
                  <a:pt x="615" y="94"/>
                  <a:pt x="615" y="110"/>
                  <a:pt x="577" y="98"/>
                </a:cubicBezTo>
                <a:cubicBezTo>
                  <a:pt x="610" y="96"/>
                  <a:pt x="604" y="92"/>
                  <a:pt x="615" y="86"/>
                </a:cubicBezTo>
                <a:cubicBezTo>
                  <a:pt x="626" y="83"/>
                  <a:pt x="637" y="90"/>
                  <a:pt x="647" y="89"/>
                </a:cubicBezTo>
                <a:moveTo>
                  <a:pt x="739" y="62"/>
                </a:moveTo>
                <a:cubicBezTo>
                  <a:pt x="734" y="63"/>
                  <a:pt x="739" y="63"/>
                  <a:pt x="739" y="64"/>
                </a:cubicBezTo>
                <a:cubicBezTo>
                  <a:pt x="707" y="63"/>
                  <a:pt x="755" y="60"/>
                  <a:pt x="761" y="56"/>
                </a:cubicBezTo>
                <a:cubicBezTo>
                  <a:pt x="782" y="60"/>
                  <a:pt x="755" y="64"/>
                  <a:pt x="739" y="62"/>
                </a:cubicBezTo>
                <a:moveTo>
                  <a:pt x="863" y="40"/>
                </a:moveTo>
                <a:cubicBezTo>
                  <a:pt x="847" y="42"/>
                  <a:pt x="836" y="45"/>
                  <a:pt x="825" y="48"/>
                </a:cubicBezTo>
                <a:cubicBezTo>
                  <a:pt x="815" y="42"/>
                  <a:pt x="842" y="38"/>
                  <a:pt x="842" y="33"/>
                </a:cubicBezTo>
                <a:cubicBezTo>
                  <a:pt x="863" y="35"/>
                  <a:pt x="847" y="36"/>
                  <a:pt x="863" y="40"/>
                </a:cubicBezTo>
                <a:moveTo>
                  <a:pt x="637" y="76"/>
                </a:moveTo>
                <a:cubicBezTo>
                  <a:pt x="653" y="77"/>
                  <a:pt x="653" y="70"/>
                  <a:pt x="674" y="73"/>
                </a:cubicBezTo>
                <a:cubicBezTo>
                  <a:pt x="680" y="82"/>
                  <a:pt x="642" y="79"/>
                  <a:pt x="626" y="83"/>
                </a:cubicBezTo>
                <a:cubicBezTo>
                  <a:pt x="620" y="80"/>
                  <a:pt x="615" y="79"/>
                  <a:pt x="610" y="76"/>
                </a:cubicBezTo>
                <a:cubicBezTo>
                  <a:pt x="620" y="72"/>
                  <a:pt x="626" y="69"/>
                  <a:pt x="631" y="67"/>
                </a:cubicBezTo>
                <a:cubicBezTo>
                  <a:pt x="653" y="64"/>
                  <a:pt x="626" y="73"/>
                  <a:pt x="637" y="76"/>
                </a:cubicBezTo>
                <a:moveTo>
                  <a:pt x="669" y="50"/>
                </a:moveTo>
                <a:cubicBezTo>
                  <a:pt x="690" y="56"/>
                  <a:pt x="669" y="60"/>
                  <a:pt x="669" y="64"/>
                </a:cubicBezTo>
                <a:cubicBezTo>
                  <a:pt x="663" y="64"/>
                  <a:pt x="663" y="63"/>
                  <a:pt x="663" y="62"/>
                </a:cubicBezTo>
                <a:cubicBezTo>
                  <a:pt x="658" y="62"/>
                  <a:pt x="647" y="62"/>
                  <a:pt x="637" y="63"/>
                </a:cubicBezTo>
                <a:cubicBezTo>
                  <a:pt x="631" y="59"/>
                  <a:pt x="647" y="55"/>
                  <a:pt x="669" y="50"/>
                </a:cubicBezTo>
                <a:moveTo>
                  <a:pt x="583" y="72"/>
                </a:moveTo>
                <a:cubicBezTo>
                  <a:pt x="566" y="77"/>
                  <a:pt x="555" y="86"/>
                  <a:pt x="534" y="87"/>
                </a:cubicBezTo>
                <a:cubicBezTo>
                  <a:pt x="534" y="80"/>
                  <a:pt x="518" y="73"/>
                  <a:pt x="550" y="67"/>
                </a:cubicBezTo>
                <a:cubicBezTo>
                  <a:pt x="572" y="67"/>
                  <a:pt x="561" y="74"/>
                  <a:pt x="583" y="72"/>
                </a:cubicBezTo>
                <a:moveTo>
                  <a:pt x="793" y="21"/>
                </a:moveTo>
                <a:cubicBezTo>
                  <a:pt x="782" y="23"/>
                  <a:pt x="777" y="22"/>
                  <a:pt x="782" y="21"/>
                </a:cubicBezTo>
                <a:cubicBezTo>
                  <a:pt x="771" y="19"/>
                  <a:pt x="750" y="23"/>
                  <a:pt x="739" y="25"/>
                </a:cubicBezTo>
                <a:cubicBezTo>
                  <a:pt x="723" y="19"/>
                  <a:pt x="777" y="12"/>
                  <a:pt x="793" y="21"/>
                </a:cubicBezTo>
                <a:moveTo>
                  <a:pt x="723" y="26"/>
                </a:moveTo>
                <a:cubicBezTo>
                  <a:pt x="723" y="33"/>
                  <a:pt x="701" y="36"/>
                  <a:pt x="707" y="40"/>
                </a:cubicBezTo>
                <a:cubicBezTo>
                  <a:pt x="696" y="43"/>
                  <a:pt x="685" y="46"/>
                  <a:pt x="669" y="48"/>
                </a:cubicBezTo>
                <a:cubicBezTo>
                  <a:pt x="658" y="46"/>
                  <a:pt x="658" y="43"/>
                  <a:pt x="669" y="40"/>
                </a:cubicBezTo>
                <a:cubicBezTo>
                  <a:pt x="674" y="42"/>
                  <a:pt x="669" y="43"/>
                  <a:pt x="669" y="43"/>
                </a:cubicBezTo>
                <a:cubicBezTo>
                  <a:pt x="690" y="45"/>
                  <a:pt x="701" y="25"/>
                  <a:pt x="690" y="29"/>
                </a:cubicBezTo>
                <a:cubicBezTo>
                  <a:pt x="685" y="26"/>
                  <a:pt x="707" y="25"/>
                  <a:pt x="701" y="22"/>
                </a:cubicBezTo>
                <a:cubicBezTo>
                  <a:pt x="712" y="21"/>
                  <a:pt x="707" y="25"/>
                  <a:pt x="723" y="26"/>
                </a:cubicBezTo>
                <a:moveTo>
                  <a:pt x="647" y="33"/>
                </a:moveTo>
                <a:cubicBezTo>
                  <a:pt x="663" y="38"/>
                  <a:pt x="631" y="40"/>
                  <a:pt x="642" y="45"/>
                </a:cubicBezTo>
                <a:cubicBezTo>
                  <a:pt x="626" y="46"/>
                  <a:pt x="620" y="35"/>
                  <a:pt x="647" y="33"/>
                </a:cubicBezTo>
                <a:moveTo>
                  <a:pt x="572" y="48"/>
                </a:moveTo>
                <a:cubicBezTo>
                  <a:pt x="572" y="43"/>
                  <a:pt x="588" y="39"/>
                  <a:pt x="604" y="36"/>
                </a:cubicBezTo>
                <a:cubicBezTo>
                  <a:pt x="631" y="43"/>
                  <a:pt x="593" y="45"/>
                  <a:pt x="572" y="48"/>
                </a:cubicBezTo>
                <a:moveTo>
                  <a:pt x="242" y="77"/>
                </a:moveTo>
                <a:cubicBezTo>
                  <a:pt x="221" y="80"/>
                  <a:pt x="199" y="80"/>
                  <a:pt x="183" y="74"/>
                </a:cubicBezTo>
                <a:cubicBezTo>
                  <a:pt x="178" y="79"/>
                  <a:pt x="167" y="83"/>
                  <a:pt x="183" y="87"/>
                </a:cubicBezTo>
                <a:cubicBezTo>
                  <a:pt x="151" y="92"/>
                  <a:pt x="156" y="93"/>
                  <a:pt x="129" y="93"/>
                </a:cubicBezTo>
                <a:cubicBezTo>
                  <a:pt x="145" y="84"/>
                  <a:pt x="167" y="83"/>
                  <a:pt x="145" y="72"/>
                </a:cubicBezTo>
                <a:cubicBezTo>
                  <a:pt x="194" y="70"/>
                  <a:pt x="172" y="57"/>
                  <a:pt x="189" y="50"/>
                </a:cubicBezTo>
                <a:cubicBezTo>
                  <a:pt x="194" y="56"/>
                  <a:pt x="205" y="63"/>
                  <a:pt x="183" y="69"/>
                </a:cubicBezTo>
                <a:cubicBezTo>
                  <a:pt x="183" y="67"/>
                  <a:pt x="178" y="67"/>
                  <a:pt x="172" y="69"/>
                </a:cubicBezTo>
                <a:cubicBezTo>
                  <a:pt x="178" y="69"/>
                  <a:pt x="183" y="70"/>
                  <a:pt x="183" y="72"/>
                </a:cubicBezTo>
                <a:cubicBezTo>
                  <a:pt x="194" y="74"/>
                  <a:pt x="205" y="69"/>
                  <a:pt x="215" y="70"/>
                </a:cubicBezTo>
                <a:cubicBezTo>
                  <a:pt x="221" y="67"/>
                  <a:pt x="226" y="64"/>
                  <a:pt x="215" y="62"/>
                </a:cubicBezTo>
                <a:cubicBezTo>
                  <a:pt x="232" y="59"/>
                  <a:pt x="248" y="56"/>
                  <a:pt x="264" y="52"/>
                </a:cubicBezTo>
                <a:cubicBezTo>
                  <a:pt x="296" y="62"/>
                  <a:pt x="226" y="66"/>
                  <a:pt x="242" y="77"/>
                </a:cubicBezTo>
                <a:moveTo>
                  <a:pt x="345" y="69"/>
                </a:moveTo>
                <a:cubicBezTo>
                  <a:pt x="340" y="67"/>
                  <a:pt x="334" y="70"/>
                  <a:pt x="329" y="70"/>
                </a:cubicBezTo>
                <a:cubicBezTo>
                  <a:pt x="307" y="57"/>
                  <a:pt x="394" y="69"/>
                  <a:pt x="350" y="76"/>
                </a:cubicBezTo>
                <a:cubicBezTo>
                  <a:pt x="345" y="73"/>
                  <a:pt x="350" y="72"/>
                  <a:pt x="345" y="69"/>
                </a:cubicBezTo>
                <a:moveTo>
                  <a:pt x="523" y="40"/>
                </a:moveTo>
                <a:cubicBezTo>
                  <a:pt x="512" y="31"/>
                  <a:pt x="572" y="38"/>
                  <a:pt x="561" y="28"/>
                </a:cubicBezTo>
                <a:cubicBezTo>
                  <a:pt x="583" y="32"/>
                  <a:pt x="610" y="18"/>
                  <a:pt x="626" y="26"/>
                </a:cubicBezTo>
                <a:cubicBezTo>
                  <a:pt x="604" y="29"/>
                  <a:pt x="610" y="28"/>
                  <a:pt x="599" y="33"/>
                </a:cubicBezTo>
                <a:cubicBezTo>
                  <a:pt x="593" y="25"/>
                  <a:pt x="555" y="38"/>
                  <a:pt x="539" y="45"/>
                </a:cubicBezTo>
                <a:cubicBezTo>
                  <a:pt x="512" y="40"/>
                  <a:pt x="502" y="43"/>
                  <a:pt x="464" y="38"/>
                </a:cubicBezTo>
                <a:cubicBezTo>
                  <a:pt x="485" y="35"/>
                  <a:pt x="502" y="35"/>
                  <a:pt x="523" y="40"/>
                </a:cubicBezTo>
                <a:moveTo>
                  <a:pt x="431" y="62"/>
                </a:moveTo>
                <a:cubicBezTo>
                  <a:pt x="410" y="53"/>
                  <a:pt x="469" y="53"/>
                  <a:pt x="485" y="50"/>
                </a:cubicBezTo>
                <a:cubicBezTo>
                  <a:pt x="496" y="59"/>
                  <a:pt x="447" y="56"/>
                  <a:pt x="431" y="62"/>
                </a:cubicBezTo>
                <a:moveTo>
                  <a:pt x="453" y="45"/>
                </a:moveTo>
                <a:cubicBezTo>
                  <a:pt x="437" y="45"/>
                  <a:pt x="421" y="50"/>
                  <a:pt x="410" y="49"/>
                </a:cubicBezTo>
                <a:cubicBezTo>
                  <a:pt x="394" y="43"/>
                  <a:pt x="431" y="36"/>
                  <a:pt x="442" y="36"/>
                </a:cubicBezTo>
                <a:cubicBezTo>
                  <a:pt x="442" y="39"/>
                  <a:pt x="447" y="42"/>
                  <a:pt x="453" y="45"/>
                </a:cubicBezTo>
                <a:moveTo>
                  <a:pt x="491" y="18"/>
                </a:moveTo>
                <a:cubicBezTo>
                  <a:pt x="502" y="23"/>
                  <a:pt x="491" y="31"/>
                  <a:pt x="469" y="31"/>
                </a:cubicBezTo>
                <a:cubicBezTo>
                  <a:pt x="464" y="26"/>
                  <a:pt x="469" y="22"/>
                  <a:pt x="491" y="18"/>
                </a:cubicBezTo>
                <a:moveTo>
                  <a:pt x="372" y="79"/>
                </a:moveTo>
                <a:cubicBezTo>
                  <a:pt x="383" y="70"/>
                  <a:pt x="372" y="69"/>
                  <a:pt x="367" y="62"/>
                </a:cubicBezTo>
                <a:cubicBezTo>
                  <a:pt x="361" y="56"/>
                  <a:pt x="323" y="62"/>
                  <a:pt x="334" y="56"/>
                </a:cubicBezTo>
                <a:cubicBezTo>
                  <a:pt x="367" y="46"/>
                  <a:pt x="453" y="67"/>
                  <a:pt x="372" y="79"/>
                </a:cubicBezTo>
                <a:moveTo>
                  <a:pt x="388" y="45"/>
                </a:moveTo>
                <a:cubicBezTo>
                  <a:pt x="377" y="48"/>
                  <a:pt x="313" y="52"/>
                  <a:pt x="302" y="57"/>
                </a:cubicBezTo>
                <a:cubicBezTo>
                  <a:pt x="296" y="52"/>
                  <a:pt x="318" y="48"/>
                  <a:pt x="340" y="42"/>
                </a:cubicBezTo>
                <a:cubicBezTo>
                  <a:pt x="356" y="43"/>
                  <a:pt x="372" y="46"/>
                  <a:pt x="388" y="45"/>
                </a:cubicBezTo>
                <a:moveTo>
                  <a:pt x="410" y="35"/>
                </a:moveTo>
                <a:cubicBezTo>
                  <a:pt x="377" y="35"/>
                  <a:pt x="377" y="36"/>
                  <a:pt x="350" y="39"/>
                </a:cubicBezTo>
                <a:cubicBezTo>
                  <a:pt x="340" y="36"/>
                  <a:pt x="356" y="35"/>
                  <a:pt x="350" y="32"/>
                </a:cubicBezTo>
                <a:cubicBezTo>
                  <a:pt x="334" y="31"/>
                  <a:pt x="313" y="46"/>
                  <a:pt x="285" y="38"/>
                </a:cubicBezTo>
                <a:cubicBezTo>
                  <a:pt x="323" y="32"/>
                  <a:pt x="318" y="26"/>
                  <a:pt x="345" y="21"/>
                </a:cubicBezTo>
                <a:cubicBezTo>
                  <a:pt x="356" y="29"/>
                  <a:pt x="372" y="32"/>
                  <a:pt x="410" y="35"/>
                </a:cubicBezTo>
                <a:moveTo>
                  <a:pt x="269" y="35"/>
                </a:moveTo>
                <a:cubicBezTo>
                  <a:pt x="248" y="45"/>
                  <a:pt x="307" y="46"/>
                  <a:pt x="285" y="50"/>
                </a:cubicBezTo>
                <a:cubicBezTo>
                  <a:pt x="275" y="45"/>
                  <a:pt x="259" y="50"/>
                  <a:pt x="253" y="45"/>
                </a:cubicBezTo>
                <a:cubicBezTo>
                  <a:pt x="242" y="49"/>
                  <a:pt x="242" y="53"/>
                  <a:pt x="215" y="56"/>
                </a:cubicBezTo>
                <a:cubicBezTo>
                  <a:pt x="215" y="45"/>
                  <a:pt x="221" y="38"/>
                  <a:pt x="269" y="35"/>
                </a:cubicBezTo>
                <a:moveTo>
                  <a:pt x="334" y="18"/>
                </a:moveTo>
                <a:cubicBezTo>
                  <a:pt x="334" y="23"/>
                  <a:pt x="285" y="21"/>
                  <a:pt x="269" y="31"/>
                </a:cubicBezTo>
                <a:cubicBezTo>
                  <a:pt x="259" y="28"/>
                  <a:pt x="248" y="32"/>
                  <a:pt x="237" y="28"/>
                </a:cubicBezTo>
                <a:cubicBezTo>
                  <a:pt x="253" y="23"/>
                  <a:pt x="285" y="28"/>
                  <a:pt x="264" y="19"/>
                </a:cubicBezTo>
                <a:cubicBezTo>
                  <a:pt x="291" y="14"/>
                  <a:pt x="313" y="19"/>
                  <a:pt x="334" y="18"/>
                </a:cubicBezTo>
              </a:path>
            </a:pathLst>
          </a:custGeom>
          <a:solidFill>
            <a:srgbClr val="5F7797">
              <a:alpha val="100000"/>
            </a:srgbClr>
          </a:solidFill>
          <a:ln w="0" cap="flat">
            <a:noFill/>
            <a:prstDash val="solid"/>
            <a:miter lim="0"/>
          </a:ln>
        </p:spPr>
        <p:txBody>
          <a:bodyPr rtlCol="0"/>
          <a:lstStyle/>
          <a:p>
            <a:pPr algn="ctr"/>
            <a:endParaRPr lang="zh-CN" altLang="en-US"/>
          </a:p>
        </p:txBody>
      </p:sp>
      <p:pic>
        <p:nvPicPr>
          <p:cNvPr id="4" name="图片 3"/>
          <p:cNvPicPr>
            <a:picLocks noChangeAspect="1"/>
          </p:cNvPicPr>
          <p:nvPr/>
        </p:nvPicPr>
        <p:blipFill>
          <a:blip r:embed="rId9"/>
          <a:stretch>
            <a:fillRect/>
          </a:stretch>
        </p:blipFill>
        <p:spPr>
          <a:xfrm>
            <a:off x="8185150" y="4292600"/>
            <a:ext cx="160655" cy="152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textbox 192"/>
          <p:cNvSpPr/>
          <p:nvPr/>
        </p:nvSpPr>
        <p:spPr>
          <a:xfrm>
            <a:off x="303786" y="3681184"/>
            <a:ext cx="11638915" cy="223520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a:ea typeface="Arial" panose="020B0604020202020204"/>
              <a:cs typeface="Arial" panose="020B0604020202020204"/>
            </a:endParaRPr>
          </a:p>
          <a:p>
            <a:pPr marL="2526030" algn="l" rtl="0" eaLnBrk="0">
              <a:lnSpc>
                <a:spcPct val="80000"/>
              </a:lnSpc>
            </a:pPr>
            <a:r>
              <a:rPr sz="1800" kern="0" spc="-40" dirty="0">
                <a:solidFill>
                  <a:srgbClr val="000000">
                    <a:alpha val="100000"/>
                  </a:srgbClr>
                </a:solidFill>
                <a:latin typeface="Arial" panose="020B0604020202020204"/>
                <a:ea typeface="Arial" panose="020B0604020202020204"/>
                <a:cs typeface="Arial" panose="020B0604020202020204"/>
              </a:rPr>
              <a:t>1</a:t>
            </a:r>
            <a:r>
              <a:rPr sz="1800" kern="0" spc="10" dirty="0">
                <a:solidFill>
                  <a:srgbClr val="000000">
                    <a:alpha val="100000"/>
                  </a:srgbClr>
                </a:solidFill>
                <a:latin typeface="Arial" panose="020B0604020202020204"/>
                <a:ea typeface="Arial" panose="020B0604020202020204"/>
                <a:cs typeface="Arial" panose="020B0604020202020204"/>
              </a:rPr>
              <a:t>                           </a:t>
            </a:r>
            <a:r>
              <a:rPr sz="1800" kern="0" spc="-40" dirty="0">
                <a:solidFill>
                  <a:srgbClr val="000000">
                    <a:alpha val="100000"/>
                  </a:srgbClr>
                </a:solidFill>
                <a:latin typeface="Arial" panose="020B0604020202020204"/>
                <a:ea typeface="Arial" panose="020B0604020202020204"/>
                <a:cs typeface="Arial" panose="020B0604020202020204"/>
              </a:rPr>
              <a:t>4</a:t>
            </a:r>
            <a:r>
              <a:rPr sz="1800" kern="0" spc="10" dirty="0">
                <a:solidFill>
                  <a:srgbClr val="000000">
                    <a:alpha val="100000"/>
                  </a:srgbClr>
                </a:solidFill>
                <a:latin typeface="Arial" panose="020B0604020202020204"/>
                <a:ea typeface="Arial" panose="020B0604020202020204"/>
                <a:cs typeface="Arial" panose="020B0604020202020204"/>
              </a:rPr>
              <a:t>                                 </a:t>
            </a:r>
            <a:r>
              <a:rPr sz="1800" kern="0" spc="0" dirty="0">
                <a:solidFill>
                  <a:srgbClr val="000000">
                    <a:alpha val="100000"/>
                  </a:srgbClr>
                </a:solidFill>
                <a:latin typeface="Arial" panose="020B0604020202020204"/>
                <a:ea typeface="Arial" panose="020B0604020202020204"/>
                <a:cs typeface="Arial" panose="020B0604020202020204"/>
              </a:rPr>
              <a:t>   </a:t>
            </a:r>
            <a:r>
              <a:rPr sz="1800" kern="0" spc="-40" dirty="0">
                <a:solidFill>
                  <a:srgbClr val="000000">
                    <a:alpha val="100000"/>
                  </a:srgbClr>
                </a:solidFill>
                <a:latin typeface="Arial" panose="020B0604020202020204"/>
                <a:ea typeface="Arial" panose="020B0604020202020204"/>
                <a:cs typeface="Arial" panose="020B0604020202020204"/>
              </a:rPr>
              <a:t>7             </a:t>
            </a:r>
            <a:r>
              <a:rPr sz="1800" kern="0" spc="-50" dirty="0">
                <a:solidFill>
                  <a:srgbClr val="000000">
                    <a:alpha val="100000"/>
                  </a:srgbClr>
                </a:solidFill>
                <a:latin typeface="Arial" panose="020B0604020202020204"/>
                <a:ea typeface="Arial" panose="020B0604020202020204"/>
                <a:cs typeface="Arial" panose="020B0604020202020204"/>
              </a:rPr>
              <a:t>                10</a:t>
            </a:r>
            <a:endParaRPr sz="1800" dirty="0">
              <a:latin typeface="Arial" panose="020B0604020202020204"/>
              <a:ea typeface="Arial" panose="020B0604020202020204"/>
              <a:cs typeface="Arial" panose="020B0604020202020204"/>
            </a:endParaRPr>
          </a:p>
          <a:p>
            <a:pPr algn="l" rtl="0" eaLnBrk="0">
              <a:lnSpc>
                <a:spcPct val="161000"/>
              </a:lnSpc>
            </a:pPr>
            <a:endParaRPr sz="1000" dirty="0">
              <a:latin typeface="Arial" panose="020B0604020202020204"/>
              <a:ea typeface="Arial" panose="020B0604020202020204"/>
              <a:cs typeface="Arial" panose="020B0604020202020204"/>
            </a:endParaRPr>
          </a:p>
          <a:p>
            <a:pPr marL="481330" algn="l" rtl="0" eaLnBrk="0">
              <a:lnSpc>
                <a:spcPct val="89000"/>
              </a:lnSpc>
              <a:spcBef>
                <a:spcPts val="605"/>
              </a:spcBef>
            </a:pP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以</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[1,1]</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为例，其十进制转换</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结果为 </a:t>
            </a:r>
            <a:r>
              <a:rPr sz="2000" kern="0" spc="-20" dirty="0">
                <a:solidFill>
                  <a:srgbClr val="5F7797">
                    <a:alpha val="100000"/>
                  </a:srgbClr>
                </a:solidFill>
                <a:latin typeface="Times New Roman" panose="02020603050405020304"/>
                <a:ea typeface="Times New Roman" panose="02020603050405020304"/>
                <a:cs typeface="Times New Roman" panose="02020603050405020304"/>
              </a:rPr>
              <a:t>1*2^0 +</a:t>
            </a:r>
            <a:r>
              <a:rPr sz="2000" kern="0" spc="230" dirty="0">
                <a:solidFill>
                  <a:srgbClr val="5F7797">
                    <a:alpha val="100000"/>
                  </a:srgbClr>
                </a:solidFill>
                <a:latin typeface="Times New Roman" panose="02020603050405020304"/>
                <a:ea typeface="Times New Roman" panose="02020603050405020304"/>
                <a:cs typeface="Times New Roman" panose="02020603050405020304"/>
              </a:rPr>
              <a:t> </a:t>
            </a:r>
            <a:r>
              <a:rPr sz="2000" kern="0" spc="-20" dirty="0">
                <a:solidFill>
                  <a:srgbClr val="5F7797">
                    <a:alpha val="100000"/>
                  </a:srgbClr>
                </a:solidFill>
                <a:latin typeface="Times New Roman" panose="02020603050405020304"/>
                <a:ea typeface="Times New Roman" panose="02020603050405020304"/>
                <a:cs typeface="Times New Roman" panose="02020603050405020304"/>
              </a:rPr>
              <a:t>1</a:t>
            </a:r>
            <a:r>
              <a:rPr sz="2000" kern="0" spc="140" dirty="0">
                <a:solidFill>
                  <a:srgbClr val="5F7797">
                    <a:alpha val="100000"/>
                  </a:srgbClr>
                </a:solidFill>
                <a:latin typeface="Times New Roman" panose="02020603050405020304"/>
                <a:ea typeface="Times New Roman" panose="02020603050405020304"/>
                <a:cs typeface="Times New Roman" panose="02020603050405020304"/>
              </a:rPr>
              <a:t> </a:t>
            </a:r>
            <a:r>
              <a:rPr sz="2000" kern="0" spc="-20" dirty="0">
                <a:solidFill>
                  <a:srgbClr val="5F7797">
                    <a:alpha val="100000"/>
                  </a:srgbClr>
                </a:solidFill>
                <a:latin typeface="Times New Roman" panose="02020603050405020304"/>
                <a:ea typeface="Times New Roman" panose="02020603050405020304"/>
                <a:cs typeface="Times New Roman" panose="02020603050405020304"/>
              </a:rPr>
              <a:t>* 2^1 = 3.</a:t>
            </a:r>
            <a:endParaRPr sz="2000" dirty="0">
              <a:latin typeface="Times New Roman" panose="02020603050405020304"/>
              <a:ea typeface="Times New Roman" panose="02020603050405020304"/>
              <a:cs typeface="Times New Roman" panose="02020603050405020304"/>
            </a:endParaRPr>
          </a:p>
          <a:p>
            <a:pPr marL="472440" algn="l" rtl="0" eaLnBrk="0">
              <a:lnSpc>
                <a:spcPts val="3600"/>
              </a:lnSpc>
            </a:pP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对应表示的数值为：</a:t>
            </a:r>
            <a:r>
              <a:rPr sz="2000" kern="0" spc="-31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30" dirty="0">
                <a:solidFill>
                  <a:srgbClr val="5F7797">
                    <a:alpha val="100000"/>
                  </a:srgbClr>
                </a:solidFill>
                <a:latin typeface="Times New Roman" panose="02020603050405020304"/>
                <a:ea typeface="Times New Roman" panose="02020603050405020304"/>
                <a:cs typeface="Times New Roman" panose="02020603050405020304"/>
              </a:rPr>
              <a:t>10 =</a:t>
            </a:r>
            <a:r>
              <a:rPr sz="2000" kern="0" spc="240" dirty="0">
                <a:solidFill>
                  <a:srgbClr val="5F7797">
                    <a:alpha val="100000"/>
                  </a:srgbClr>
                </a:solidFill>
                <a:latin typeface="Times New Roman" panose="02020603050405020304"/>
                <a:ea typeface="Times New Roman" panose="02020603050405020304"/>
                <a:cs typeface="Times New Roman" panose="02020603050405020304"/>
              </a:rPr>
              <a:t> </a:t>
            </a:r>
            <a:r>
              <a:rPr sz="2000" kern="0" spc="-30" dirty="0">
                <a:solidFill>
                  <a:srgbClr val="5F7797">
                    <a:alpha val="100000"/>
                  </a:srgbClr>
                </a:solidFill>
                <a:latin typeface="Times New Roman" panose="02020603050405020304"/>
                <a:ea typeface="Times New Roman" panose="02020603050405020304"/>
                <a:cs typeface="Times New Roman" panose="02020603050405020304"/>
              </a:rPr>
              <a:t>1 + 3</a:t>
            </a:r>
            <a:r>
              <a:rPr sz="2000" kern="0" spc="140" dirty="0">
                <a:solidFill>
                  <a:srgbClr val="5F7797">
                    <a:alpha val="100000"/>
                  </a:srgbClr>
                </a:solidFill>
                <a:latin typeface="Times New Roman" panose="02020603050405020304"/>
                <a:ea typeface="Times New Roman" panose="02020603050405020304"/>
                <a:cs typeface="Times New Roman" panose="02020603050405020304"/>
              </a:rPr>
              <a:t> </a:t>
            </a:r>
            <a:r>
              <a:rPr sz="2000" kern="0" spc="-30" dirty="0">
                <a:solidFill>
                  <a:srgbClr val="5F7797">
                    <a:alpha val="100000"/>
                  </a:srgbClr>
                </a:solidFill>
                <a:latin typeface="Times New Roman" panose="02020603050405020304"/>
                <a:ea typeface="Times New Roman" panose="02020603050405020304"/>
                <a:cs typeface="Times New Roman" panose="02020603050405020304"/>
              </a:rPr>
              <a:t>* 3</a:t>
            </a:r>
            <a:endParaRPr sz="2000" dirty="0">
              <a:latin typeface="Times New Roman" panose="02020603050405020304"/>
              <a:ea typeface="Times New Roman" panose="02020603050405020304"/>
              <a:cs typeface="Times New Roman" panose="02020603050405020304"/>
            </a:endParaRPr>
          </a:p>
          <a:p>
            <a:pPr algn="l" rtl="0" eaLnBrk="0">
              <a:lnSpc>
                <a:spcPct val="100000"/>
              </a:lnSpc>
            </a:pPr>
            <a:endParaRPr sz="600" dirty="0">
              <a:latin typeface="Arial" panose="020B0604020202020204"/>
              <a:ea typeface="Arial" panose="020B0604020202020204"/>
              <a:cs typeface="Arial" panose="020B0604020202020204"/>
            </a:endParaRPr>
          </a:p>
          <a:p>
            <a:pPr marL="12700" indent="460375" algn="l" rtl="0" eaLnBrk="0">
              <a:lnSpc>
                <a:spcPct val="139000"/>
              </a:lnSpc>
              <a:spcBef>
                <a:spcPts val="5"/>
              </a:spcBef>
            </a:pPr>
            <a:r>
              <a:rPr sz="2000"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一般的，区间范围为</a:t>
            </a:r>
            <a:r>
              <a:rPr sz="2000" kern="0" spc="0" dirty="0">
                <a:solidFill>
                  <a:srgbClr val="FF0000">
                    <a:alpha val="100000"/>
                  </a:srgbClr>
                </a:solidFill>
                <a:latin typeface="Times New Roman" panose="02020603050405020304"/>
                <a:ea typeface="Times New Roman" panose="02020603050405020304"/>
                <a:cs typeface="Times New Roman" panose="02020603050405020304"/>
              </a:rPr>
              <a:t>[a,b]</a:t>
            </a:r>
            <a:r>
              <a:rPr sz="2000"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，区间长度为</a:t>
            </a:r>
            <a:r>
              <a:rPr sz="2000" kern="0" spc="0" dirty="0">
                <a:solidFill>
                  <a:srgbClr val="FF0000">
                    <a:alpha val="100000"/>
                  </a:srgbClr>
                </a:solidFill>
                <a:latin typeface="Times New Roman" panose="02020603050405020304"/>
                <a:ea typeface="Times New Roman" panose="02020603050405020304"/>
                <a:cs typeface="Times New Roman" panose="02020603050405020304"/>
              </a:rPr>
              <a:t>L</a:t>
            </a:r>
            <a:r>
              <a:rPr sz="2000"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，即</a:t>
            </a:r>
            <a:r>
              <a:rPr sz="2000" kern="0" spc="0" dirty="0">
                <a:solidFill>
                  <a:srgbClr val="FF0000">
                    <a:alpha val="100000"/>
                  </a:srgbClr>
                </a:solidFill>
                <a:latin typeface="Times New Roman" panose="02020603050405020304"/>
                <a:ea typeface="Times New Roman" panose="02020603050405020304"/>
                <a:cs typeface="Times New Roman" panose="02020603050405020304"/>
              </a:rPr>
              <a:t>L = b - a </a:t>
            </a:r>
            <a:r>
              <a:rPr sz="2000"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 串长为 </a:t>
            </a:r>
            <a:r>
              <a:rPr sz="2000" kern="0" spc="0" dirty="0">
                <a:solidFill>
                  <a:srgbClr val="FF0000">
                    <a:alpha val="100000"/>
                  </a:srgbClr>
                </a:solidFill>
                <a:latin typeface="Times New Roman" panose="02020603050405020304"/>
                <a:ea typeface="Times New Roman" panose="02020603050405020304"/>
                <a:cs typeface="Times New Roman" panose="02020603050405020304"/>
              </a:rPr>
              <a:t>n</a:t>
            </a:r>
            <a:r>
              <a:rPr sz="2000"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，当前串对应十进制为</a:t>
            </a:r>
            <a:r>
              <a:rPr sz="2000" kern="0" spc="0" dirty="0">
                <a:solidFill>
                  <a:srgbClr val="FF0000">
                    <a:alpha val="100000"/>
                  </a:srgbClr>
                </a:solidFill>
                <a:latin typeface="Times New Roman" panose="02020603050405020304"/>
                <a:ea typeface="Times New Roman" panose="02020603050405020304"/>
                <a:cs typeface="Times New Roman" panose="02020603050405020304"/>
              </a:rPr>
              <a:t>T</a:t>
            </a:r>
            <a:r>
              <a:rPr sz="2000"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，则该串对</a:t>
            </a:r>
            <a:r>
              <a:rPr sz="2000" kern="0" spc="40" dirty="0">
                <a:solidFill>
                  <a:srgbClr val="FF0000">
                    <a:alpha val="100000"/>
                  </a:srgbClr>
                </a:solidFill>
                <a:latin typeface="微软雅黑" panose="020B0503020204020204" charset="-122"/>
                <a:ea typeface="微软雅黑" panose="020B0503020204020204" charset="-122"/>
                <a:cs typeface="微软雅黑" panose="020B0503020204020204" charset="-122"/>
              </a:rPr>
              <a:t> </a:t>
            </a:r>
            <a:r>
              <a:rPr sz="2000" kern="0" spc="-50" dirty="0">
                <a:solidFill>
                  <a:srgbClr val="FF0000">
                    <a:alpha val="100000"/>
                  </a:srgbClr>
                </a:solidFill>
                <a:latin typeface="微软雅黑" panose="020B0503020204020204" charset="-122"/>
                <a:ea typeface="微软雅黑" panose="020B0503020204020204" charset="-122"/>
                <a:cs typeface="微软雅黑" panose="020B0503020204020204" charset="-122"/>
              </a:rPr>
              <a:t>应实值解为：</a:t>
            </a:r>
            <a:endParaRPr sz="2000" dirty="0">
              <a:latin typeface="微软雅黑" panose="020B0503020204020204" charset="-122"/>
              <a:ea typeface="微软雅黑" panose="020B0503020204020204" charset="-122"/>
              <a:cs typeface="微软雅黑" panose="020B0503020204020204" charset="-122"/>
            </a:endParaRPr>
          </a:p>
        </p:txBody>
      </p:sp>
      <p:sp>
        <p:nvSpPr>
          <p:cNvPr id="194" name="textbox 194"/>
          <p:cNvSpPr/>
          <p:nvPr/>
        </p:nvSpPr>
        <p:spPr>
          <a:xfrm>
            <a:off x="763581" y="1479010"/>
            <a:ext cx="8869044" cy="171196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6510" algn="l" rtl="0" eaLnBrk="0">
              <a:lnSpc>
                <a:spcPct val="89000"/>
              </a:lnSpc>
            </a:pP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二进制串的索引：就是</a:t>
            </a: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在问当前串是第几个串。可以使用二进制转十进制得到。</a:t>
            </a:r>
            <a:endParaRPr sz="2000" dirty="0">
              <a:latin typeface="微软雅黑" panose="020B0503020204020204" charset="-122"/>
              <a:ea typeface="微软雅黑" panose="020B0503020204020204" charset="-122"/>
              <a:cs typeface="微软雅黑" panose="020B0503020204020204" charset="-122"/>
            </a:endParaRPr>
          </a:p>
          <a:p>
            <a:pPr marL="21590" algn="l" rtl="0" eaLnBrk="0">
              <a:lnSpc>
                <a:spcPts val="3600"/>
              </a:lnSpc>
            </a:pP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以</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[1,0]</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为例，其十进制转换</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结果为 </a:t>
            </a:r>
            <a:r>
              <a:rPr sz="2000" kern="0" spc="-20" dirty="0">
                <a:solidFill>
                  <a:srgbClr val="5F7797">
                    <a:alpha val="100000"/>
                  </a:srgbClr>
                </a:solidFill>
                <a:latin typeface="Times New Roman" panose="02020603050405020304"/>
                <a:ea typeface="Times New Roman" panose="02020603050405020304"/>
                <a:cs typeface="Times New Roman" panose="02020603050405020304"/>
              </a:rPr>
              <a:t>0*2^0 +</a:t>
            </a:r>
            <a:r>
              <a:rPr sz="2000" kern="0" spc="230" dirty="0">
                <a:solidFill>
                  <a:srgbClr val="5F7797">
                    <a:alpha val="100000"/>
                  </a:srgbClr>
                </a:solidFill>
                <a:latin typeface="Times New Roman" panose="02020603050405020304"/>
                <a:ea typeface="Times New Roman" panose="02020603050405020304"/>
                <a:cs typeface="Times New Roman" panose="02020603050405020304"/>
              </a:rPr>
              <a:t> </a:t>
            </a:r>
            <a:r>
              <a:rPr sz="2000" kern="0" spc="-20" dirty="0">
                <a:solidFill>
                  <a:srgbClr val="5F7797">
                    <a:alpha val="100000"/>
                  </a:srgbClr>
                </a:solidFill>
                <a:latin typeface="Times New Roman" panose="02020603050405020304"/>
                <a:ea typeface="Times New Roman" panose="02020603050405020304"/>
                <a:cs typeface="Times New Roman" panose="02020603050405020304"/>
              </a:rPr>
              <a:t>1</a:t>
            </a:r>
            <a:r>
              <a:rPr sz="2000" kern="0" spc="150" dirty="0">
                <a:solidFill>
                  <a:srgbClr val="5F7797">
                    <a:alpha val="100000"/>
                  </a:srgbClr>
                </a:solidFill>
                <a:latin typeface="Times New Roman" panose="02020603050405020304"/>
                <a:ea typeface="Times New Roman" panose="02020603050405020304"/>
                <a:cs typeface="Times New Roman" panose="02020603050405020304"/>
              </a:rPr>
              <a:t> </a:t>
            </a:r>
            <a:r>
              <a:rPr sz="2000" kern="0" spc="-20" dirty="0">
                <a:solidFill>
                  <a:srgbClr val="5F7797">
                    <a:alpha val="100000"/>
                  </a:srgbClr>
                </a:solidFill>
                <a:latin typeface="Times New Roman" panose="02020603050405020304"/>
                <a:ea typeface="Times New Roman" panose="02020603050405020304"/>
                <a:cs typeface="Times New Roman" panose="02020603050405020304"/>
              </a:rPr>
              <a:t>* 2^1 = 2</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a:p>
            <a:pPr marL="12700" algn="l" rtl="0" eaLnBrk="0">
              <a:lnSpc>
                <a:spcPct val="97000"/>
              </a:lnSpc>
              <a:spcBef>
                <a:spcPts val="1465"/>
              </a:spcBef>
            </a:pP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对应表示的数值为：</a:t>
            </a:r>
            <a:r>
              <a:rPr sz="2000" kern="0" spc="-20" dirty="0">
                <a:solidFill>
                  <a:srgbClr val="5F7797">
                    <a:alpha val="100000"/>
                  </a:srgbClr>
                </a:solidFill>
                <a:latin typeface="Times New Roman" panose="02020603050405020304"/>
                <a:ea typeface="Times New Roman" panose="02020603050405020304"/>
                <a:cs typeface="Times New Roman" panose="02020603050405020304"/>
              </a:rPr>
              <a:t>7 =</a:t>
            </a:r>
            <a:r>
              <a:rPr sz="2000" kern="0" spc="290" dirty="0">
                <a:solidFill>
                  <a:srgbClr val="5F7797">
                    <a:alpha val="100000"/>
                  </a:srgbClr>
                </a:solidFill>
                <a:latin typeface="Times New Roman" panose="02020603050405020304"/>
                <a:ea typeface="Times New Roman" panose="02020603050405020304"/>
                <a:cs typeface="Times New Roman" panose="02020603050405020304"/>
              </a:rPr>
              <a:t> </a:t>
            </a:r>
            <a:r>
              <a:rPr sz="2000" kern="0" spc="-20" dirty="0">
                <a:solidFill>
                  <a:srgbClr val="5F7797">
                    <a:alpha val="100000"/>
                  </a:srgbClr>
                </a:solidFill>
                <a:latin typeface="Times New Roman" panose="02020603050405020304"/>
                <a:ea typeface="Times New Roman" panose="02020603050405020304"/>
                <a:cs typeface="Times New Roman" panose="02020603050405020304"/>
              </a:rPr>
              <a:t>1 + 2</a:t>
            </a:r>
            <a:r>
              <a:rPr sz="2000" kern="0" spc="140" dirty="0">
                <a:solidFill>
                  <a:srgbClr val="5F7797">
                    <a:alpha val="100000"/>
                  </a:srgbClr>
                </a:solidFill>
                <a:latin typeface="Times New Roman" panose="02020603050405020304"/>
                <a:ea typeface="Times New Roman" panose="02020603050405020304"/>
                <a:cs typeface="Times New Roman" panose="02020603050405020304"/>
              </a:rPr>
              <a:t> </a:t>
            </a:r>
            <a:r>
              <a:rPr sz="2000" kern="0" spc="-20" dirty="0">
                <a:solidFill>
                  <a:srgbClr val="5F7797">
                    <a:alpha val="100000"/>
                  </a:srgbClr>
                </a:solidFill>
                <a:latin typeface="Times New Roman" panose="02020603050405020304"/>
                <a:ea typeface="Times New Roman" panose="02020603050405020304"/>
                <a:cs typeface="Times New Roman" panose="02020603050405020304"/>
              </a:rPr>
              <a:t>* 3</a:t>
            </a:r>
            <a:endParaRPr sz="2000" dirty="0">
              <a:latin typeface="Times New Roman" panose="02020603050405020304"/>
              <a:ea typeface="Times New Roman" panose="02020603050405020304"/>
              <a:cs typeface="Times New Roman" panose="02020603050405020304"/>
            </a:endParaRPr>
          </a:p>
          <a:p>
            <a:pPr algn="l" rtl="0" eaLnBrk="0">
              <a:lnSpc>
                <a:spcPct val="107000"/>
              </a:lnSpc>
            </a:pPr>
            <a:endParaRPr sz="12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917065" algn="l" rtl="0" eaLnBrk="0">
              <a:lnSpc>
                <a:spcPts val="2200"/>
              </a:lnSpc>
            </a:pPr>
            <a:r>
              <a:rPr sz="2700" kern="0" spc="0" baseline="-2000" dirty="0">
                <a:solidFill>
                  <a:srgbClr val="000000">
                    <a:alpha val="100000"/>
                  </a:srgbClr>
                </a:solidFill>
                <a:latin typeface="Arial" panose="020B0604020202020204"/>
                <a:ea typeface="Arial" panose="020B0604020202020204"/>
                <a:cs typeface="Arial" panose="020B0604020202020204"/>
              </a:rPr>
              <a:t>[0,0]</a:t>
            </a:r>
            <a:r>
              <a:rPr sz="1700" kern="0" spc="0" dirty="0">
                <a:solidFill>
                  <a:srgbClr val="000000">
                    <a:alpha val="100000"/>
                  </a:srgbClr>
                </a:solidFill>
                <a:latin typeface="Arial" panose="020B0604020202020204"/>
                <a:ea typeface="Arial" panose="020B0604020202020204"/>
                <a:cs typeface="Arial" panose="020B0604020202020204"/>
              </a:rPr>
              <a:t>         </a:t>
            </a:r>
            <a:r>
              <a:rPr sz="1700" kern="0" spc="-10" dirty="0">
                <a:solidFill>
                  <a:srgbClr val="000000">
                    <a:alpha val="100000"/>
                  </a:srgbClr>
                </a:solidFill>
                <a:latin typeface="Arial" panose="020B0604020202020204"/>
                <a:ea typeface="Arial" panose="020B0604020202020204"/>
                <a:cs typeface="Arial" panose="020B0604020202020204"/>
              </a:rPr>
              <a:t>               </a:t>
            </a:r>
            <a:r>
              <a:rPr sz="1800" kern="0" spc="-10" dirty="0">
                <a:solidFill>
                  <a:srgbClr val="000000">
                    <a:alpha val="100000"/>
                  </a:srgbClr>
                </a:solidFill>
                <a:latin typeface="Arial" panose="020B0604020202020204"/>
                <a:ea typeface="Arial" panose="020B0604020202020204"/>
                <a:cs typeface="Arial" panose="020B0604020202020204"/>
              </a:rPr>
              <a:t>[0,1]                                [1,0]                       </a:t>
            </a:r>
            <a:r>
              <a:rPr sz="2700" kern="0" spc="-10" baseline="15000" dirty="0">
                <a:solidFill>
                  <a:srgbClr val="000000">
                    <a:alpha val="100000"/>
                  </a:srgbClr>
                </a:solidFill>
                <a:latin typeface="Arial" panose="020B0604020202020204"/>
                <a:ea typeface="Arial" panose="020B0604020202020204"/>
                <a:cs typeface="Arial" panose="020B0604020202020204"/>
              </a:rPr>
              <a:t>[1,1]</a:t>
            </a:r>
            <a:endParaRPr sz="2700" baseline="15000" dirty="0">
              <a:latin typeface="Arial" panose="020B0604020202020204"/>
              <a:ea typeface="Arial" panose="020B0604020202020204"/>
              <a:cs typeface="Arial" panose="020B0604020202020204"/>
            </a:endParaRPr>
          </a:p>
        </p:txBody>
      </p:sp>
      <p:sp>
        <p:nvSpPr>
          <p:cNvPr id="196" name="textbox 196"/>
          <p:cNvSpPr/>
          <p:nvPr/>
        </p:nvSpPr>
        <p:spPr>
          <a:xfrm>
            <a:off x="276402" y="178383"/>
            <a:ext cx="7357744" cy="91693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5000"/>
              </a:lnSpc>
            </a:pPr>
            <a:endParaRPr sz="16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algn="r" rtl="0" eaLnBrk="0">
              <a:lnSpc>
                <a:spcPct val="97000"/>
              </a:lnSpc>
            </a:pPr>
            <a:r>
              <a:rPr sz="3000" b="1" kern="0" spc="-10" dirty="0">
                <a:solidFill>
                  <a:srgbClr val="5F7797">
                    <a:alpha val="100000"/>
                  </a:srgbClr>
                </a:solidFill>
                <a:latin typeface="Arial" panose="020B0604020202020204"/>
                <a:ea typeface="Arial" panose="020B0604020202020204"/>
                <a:cs typeface="Arial" panose="020B0604020202020204"/>
              </a:rPr>
              <a:t>2.1 </a:t>
            </a:r>
            <a:r>
              <a:rPr sz="3000" b="1"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基本原理</a:t>
            </a:r>
            <a:r>
              <a:rPr sz="3000" b="1" kern="0" spc="-10" dirty="0">
                <a:solidFill>
                  <a:srgbClr val="5F7797">
                    <a:alpha val="100000"/>
                  </a:srgbClr>
                </a:solidFill>
                <a:latin typeface="Arial" panose="020B0604020202020204"/>
                <a:ea typeface="Arial" panose="020B0604020202020204"/>
                <a:cs typeface="Arial" panose="020B0604020202020204"/>
              </a:rPr>
              <a:t>-</a:t>
            </a:r>
            <a:r>
              <a:rPr sz="3000" b="1"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解码</a:t>
            </a:r>
            <a:endParaRPr sz="3000" dirty="0">
              <a:latin typeface="微软雅黑" panose="020B0503020204020204" charset="-122"/>
              <a:ea typeface="微软雅黑" panose="020B0503020204020204" charset="-122"/>
              <a:cs typeface="微软雅黑" panose="020B0503020204020204" charset="-122"/>
            </a:endParaRPr>
          </a:p>
        </p:txBody>
      </p:sp>
      <p:pic>
        <p:nvPicPr>
          <p:cNvPr id="198" name="picture 198"/>
          <p:cNvPicPr>
            <a:picLocks noChangeAspect="1"/>
          </p:cNvPicPr>
          <p:nvPr/>
        </p:nvPicPr>
        <p:blipFill>
          <a:blip r:embed="rId3"/>
          <a:stretch>
            <a:fillRect/>
          </a:stretch>
        </p:blipFill>
        <p:spPr>
          <a:xfrm rot="21600000">
            <a:off x="2124455" y="3231641"/>
            <a:ext cx="7942961" cy="402844"/>
          </a:xfrm>
          <a:prstGeom prst="rect">
            <a:avLst/>
          </a:prstGeom>
        </p:spPr>
      </p:pic>
      <p:grpSp>
        <p:nvGrpSpPr>
          <p:cNvPr id="12" name="group 12"/>
          <p:cNvGrpSpPr/>
          <p:nvPr/>
        </p:nvGrpSpPr>
        <p:grpSpPr>
          <a:xfrm rot="21600000">
            <a:off x="11045006" y="6024838"/>
            <a:ext cx="921774" cy="822622"/>
            <a:chOff x="0" y="0"/>
            <a:chExt cx="921774" cy="822622"/>
          </a:xfrm>
        </p:grpSpPr>
        <p:pic>
          <p:nvPicPr>
            <p:cNvPr id="200" name="picture 200"/>
            <p:cNvPicPr>
              <a:picLocks noChangeAspect="1"/>
            </p:cNvPicPr>
            <p:nvPr/>
          </p:nvPicPr>
          <p:blipFill>
            <a:blip r:embed="rId4"/>
            <a:stretch>
              <a:fillRect/>
            </a:stretch>
          </p:blipFill>
          <p:spPr>
            <a:xfrm rot="21600000">
              <a:off x="0" y="0"/>
              <a:ext cx="921774" cy="822622"/>
            </a:xfrm>
            <a:prstGeom prst="rect">
              <a:avLst/>
            </a:prstGeom>
          </p:spPr>
        </p:pic>
        <p:sp>
          <p:nvSpPr>
            <p:cNvPr id="202" name="textbox 202"/>
            <p:cNvSpPr/>
            <p:nvPr/>
          </p:nvSpPr>
          <p:spPr>
            <a:xfrm>
              <a:off x="-12700" y="-12700"/>
              <a:ext cx="947419" cy="906144"/>
            </a:xfrm>
            <a:prstGeom prst="rect">
              <a:avLst/>
            </a:prstGeom>
            <a:noFill/>
            <a:ln w="0" cap="flat">
              <a:no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377190" algn="l" rtl="0" eaLnBrk="0">
                <a:lnSpc>
                  <a:spcPct val="80000"/>
                </a:lnSpc>
                <a:spcBef>
                  <a:spcPts val="5"/>
                </a:spcBef>
              </a:pPr>
              <a:r>
                <a:rPr sz="2000" b="1" kern="0" spc="-90" dirty="0">
                  <a:solidFill>
                    <a:srgbClr val="5F7797">
                      <a:alpha val="100000"/>
                    </a:srgbClr>
                  </a:solidFill>
                  <a:latin typeface="Arial" panose="020B0604020202020204"/>
                  <a:ea typeface="Arial" panose="020B0604020202020204"/>
                  <a:cs typeface="Arial" panose="020B0604020202020204"/>
                </a:rPr>
                <a:t>10</a:t>
              </a:r>
              <a:endParaRPr sz="2000" dirty="0">
                <a:latin typeface="Arial" panose="020B0604020202020204"/>
                <a:ea typeface="Arial" panose="020B0604020202020204"/>
                <a:cs typeface="Arial" panose="020B0604020202020204"/>
              </a:endParaRPr>
            </a:p>
          </p:txBody>
        </p:sp>
      </p:grpSp>
      <p:sp>
        <p:nvSpPr>
          <p:cNvPr id="204" name="textbox 204"/>
          <p:cNvSpPr/>
          <p:nvPr/>
        </p:nvSpPr>
        <p:spPr>
          <a:xfrm>
            <a:off x="5584574" y="6095924"/>
            <a:ext cx="1607185" cy="44767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3320"/>
              </a:lnSpc>
              <a:tabLst>
                <a:tab pos="159385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p:txBody>
      </p:sp>
      <p:pic>
        <p:nvPicPr>
          <p:cNvPr id="206" name="picture 206"/>
          <p:cNvPicPr>
            <a:picLocks noChangeAspect="1"/>
          </p:cNvPicPr>
          <p:nvPr/>
        </p:nvPicPr>
        <p:blipFill>
          <a:blip r:embed="rId5"/>
          <a:stretch>
            <a:fillRect/>
          </a:stretch>
        </p:blipFill>
        <p:spPr>
          <a:xfrm rot="21600000">
            <a:off x="5597274" y="6108624"/>
            <a:ext cx="1581484" cy="422019"/>
          </a:xfrm>
          <a:prstGeom prst="rect">
            <a:avLst/>
          </a:prstGeom>
        </p:spPr>
      </p:pic>
      <p:sp>
        <p:nvSpPr>
          <p:cNvPr id="208" name="path 208"/>
          <p:cNvSpPr/>
          <p:nvPr/>
        </p:nvSpPr>
        <p:spPr>
          <a:xfrm>
            <a:off x="4870703" y="1118616"/>
            <a:ext cx="2450592" cy="85343"/>
          </a:xfrm>
          <a:custGeom>
            <a:avLst/>
            <a:gdLst/>
            <a:ahLst/>
            <a:cxnLst/>
            <a:rect l="0" t="0" r="0" b="0"/>
            <a:pathLst>
              <a:path w="3859" h="134">
                <a:moveTo>
                  <a:pt x="102" y="23"/>
                </a:moveTo>
                <a:cubicBezTo>
                  <a:pt x="113" y="26"/>
                  <a:pt x="124" y="19"/>
                  <a:pt x="135" y="22"/>
                </a:cubicBezTo>
                <a:cubicBezTo>
                  <a:pt x="129" y="23"/>
                  <a:pt x="135" y="25"/>
                  <a:pt x="129" y="26"/>
                </a:cubicBezTo>
                <a:cubicBezTo>
                  <a:pt x="102" y="23"/>
                  <a:pt x="102" y="31"/>
                  <a:pt x="75" y="32"/>
                </a:cubicBezTo>
                <a:cubicBezTo>
                  <a:pt x="86" y="36"/>
                  <a:pt x="107" y="31"/>
                  <a:pt x="107" y="39"/>
                </a:cubicBezTo>
                <a:cubicBezTo>
                  <a:pt x="145" y="35"/>
                  <a:pt x="156" y="18"/>
                  <a:pt x="183" y="22"/>
                </a:cubicBezTo>
                <a:cubicBezTo>
                  <a:pt x="178" y="23"/>
                  <a:pt x="189" y="26"/>
                  <a:pt x="183" y="28"/>
                </a:cubicBezTo>
                <a:cubicBezTo>
                  <a:pt x="167" y="32"/>
                  <a:pt x="151" y="36"/>
                  <a:pt x="172" y="40"/>
                </a:cubicBezTo>
                <a:cubicBezTo>
                  <a:pt x="183" y="39"/>
                  <a:pt x="189" y="36"/>
                  <a:pt x="199" y="35"/>
                </a:cubicBezTo>
                <a:cubicBezTo>
                  <a:pt x="194" y="28"/>
                  <a:pt x="189" y="22"/>
                  <a:pt x="205" y="16"/>
                </a:cubicBezTo>
                <a:cubicBezTo>
                  <a:pt x="210" y="23"/>
                  <a:pt x="215" y="23"/>
                  <a:pt x="237" y="31"/>
                </a:cubicBezTo>
                <a:cubicBezTo>
                  <a:pt x="215" y="36"/>
                  <a:pt x="205" y="36"/>
                  <a:pt x="199" y="45"/>
                </a:cubicBezTo>
                <a:cubicBezTo>
                  <a:pt x="183" y="38"/>
                  <a:pt x="183" y="46"/>
                  <a:pt x="183" y="49"/>
                </a:cubicBezTo>
                <a:cubicBezTo>
                  <a:pt x="178" y="46"/>
                  <a:pt x="172" y="45"/>
                  <a:pt x="167" y="43"/>
                </a:cubicBezTo>
                <a:cubicBezTo>
                  <a:pt x="135" y="52"/>
                  <a:pt x="162" y="59"/>
                  <a:pt x="135" y="64"/>
                </a:cubicBezTo>
                <a:cubicBezTo>
                  <a:pt x="140" y="63"/>
                  <a:pt x="151" y="63"/>
                  <a:pt x="162" y="63"/>
                </a:cubicBezTo>
                <a:cubicBezTo>
                  <a:pt x="145" y="66"/>
                  <a:pt x="151" y="67"/>
                  <a:pt x="140" y="70"/>
                </a:cubicBezTo>
                <a:cubicBezTo>
                  <a:pt x="129" y="60"/>
                  <a:pt x="107" y="72"/>
                  <a:pt x="91" y="67"/>
                </a:cubicBezTo>
                <a:cubicBezTo>
                  <a:pt x="107" y="57"/>
                  <a:pt x="113" y="48"/>
                  <a:pt x="135" y="40"/>
                </a:cubicBezTo>
                <a:cubicBezTo>
                  <a:pt x="118" y="39"/>
                  <a:pt x="97" y="42"/>
                  <a:pt x="86" y="38"/>
                </a:cubicBezTo>
                <a:cubicBezTo>
                  <a:pt x="64" y="42"/>
                  <a:pt x="54" y="46"/>
                  <a:pt x="54" y="50"/>
                </a:cubicBezTo>
                <a:cubicBezTo>
                  <a:pt x="70" y="52"/>
                  <a:pt x="64" y="42"/>
                  <a:pt x="86" y="45"/>
                </a:cubicBezTo>
                <a:cubicBezTo>
                  <a:pt x="97" y="49"/>
                  <a:pt x="75" y="50"/>
                  <a:pt x="81" y="53"/>
                </a:cubicBezTo>
                <a:cubicBezTo>
                  <a:pt x="86" y="53"/>
                  <a:pt x="97" y="52"/>
                  <a:pt x="97" y="53"/>
                </a:cubicBezTo>
                <a:cubicBezTo>
                  <a:pt x="37" y="62"/>
                  <a:pt x="37" y="74"/>
                  <a:pt x="0" y="84"/>
                </a:cubicBezTo>
                <a:cubicBezTo>
                  <a:pt x="32" y="80"/>
                  <a:pt x="64" y="74"/>
                  <a:pt x="91" y="80"/>
                </a:cubicBezTo>
                <a:cubicBezTo>
                  <a:pt x="102" y="74"/>
                  <a:pt x="43" y="73"/>
                  <a:pt x="70" y="66"/>
                </a:cubicBezTo>
                <a:cubicBezTo>
                  <a:pt x="75" y="73"/>
                  <a:pt x="118" y="70"/>
                  <a:pt x="135" y="79"/>
                </a:cubicBezTo>
                <a:cubicBezTo>
                  <a:pt x="118" y="82"/>
                  <a:pt x="102" y="86"/>
                  <a:pt x="86" y="89"/>
                </a:cubicBezTo>
                <a:cubicBezTo>
                  <a:pt x="64" y="83"/>
                  <a:pt x="37" y="90"/>
                  <a:pt x="16" y="90"/>
                </a:cubicBezTo>
                <a:cubicBezTo>
                  <a:pt x="32" y="94"/>
                  <a:pt x="10" y="101"/>
                  <a:pt x="37" y="98"/>
                </a:cubicBezTo>
                <a:cubicBezTo>
                  <a:pt x="37" y="90"/>
                  <a:pt x="129" y="90"/>
                  <a:pt x="140" y="98"/>
                </a:cubicBezTo>
                <a:cubicBezTo>
                  <a:pt x="151" y="96"/>
                  <a:pt x="167" y="93"/>
                  <a:pt x="183" y="90"/>
                </a:cubicBezTo>
                <a:cubicBezTo>
                  <a:pt x="194" y="98"/>
                  <a:pt x="215" y="90"/>
                  <a:pt x="232" y="94"/>
                </a:cubicBezTo>
                <a:cubicBezTo>
                  <a:pt x="232" y="104"/>
                  <a:pt x="215" y="97"/>
                  <a:pt x="194" y="100"/>
                </a:cubicBezTo>
                <a:cubicBezTo>
                  <a:pt x="189" y="103"/>
                  <a:pt x="189" y="106"/>
                  <a:pt x="199" y="110"/>
                </a:cubicBezTo>
                <a:cubicBezTo>
                  <a:pt x="221" y="103"/>
                  <a:pt x="237" y="106"/>
                  <a:pt x="259" y="100"/>
                </a:cubicBezTo>
                <a:cubicBezTo>
                  <a:pt x="248" y="96"/>
                  <a:pt x="226" y="84"/>
                  <a:pt x="269" y="84"/>
                </a:cubicBezTo>
                <a:cubicBezTo>
                  <a:pt x="259" y="80"/>
                  <a:pt x="237" y="76"/>
                  <a:pt x="253" y="72"/>
                </a:cubicBezTo>
                <a:cubicBezTo>
                  <a:pt x="280" y="74"/>
                  <a:pt x="280" y="62"/>
                  <a:pt x="302" y="64"/>
                </a:cubicBezTo>
                <a:cubicBezTo>
                  <a:pt x="291" y="67"/>
                  <a:pt x="302" y="69"/>
                  <a:pt x="296" y="70"/>
                </a:cubicBezTo>
                <a:cubicBezTo>
                  <a:pt x="291" y="72"/>
                  <a:pt x="275" y="70"/>
                  <a:pt x="280" y="74"/>
                </a:cubicBezTo>
                <a:cubicBezTo>
                  <a:pt x="302" y="74"/>
                  <a:pt x="269" y="97"/>
                  <a:pt x="264" y="106"/>
                </a:cubicBezTo>
                <a:cubicBezTo>
                  <a:pt x="296" y="106"/>
                  <a:pt x="307" y="96"/>
                  <a:pt x="318" y="107"/>
                </a:cubicBezTo>
                <a:cubicBezTo>
                  <a:pt x="334" y="98"/>
                  <a:pt x="367" y="100"/>
                  <a:pt x="350" y="92"/>
                </a:cubicBezTo>
                <a:cubicBezTo>
                  <a:pt x="334" y="92"/>
                  <a:pt x="329" y="93"/>
                  <a:pt x="323" y="96"/>
                </a:cubicBezTo>
                <a:cubicBezTo>
                  <a:pt x="323" y="93"/>
                  <a:pt x="285" y="93"/>
                  <a:pt x="302" y="89"/>
                </a:cubicBezTo>
                <a:cubicBezTo>
                  <a:pt x="334" y="87"/>
                  <a:pt x="329" y="86"/>
                  <a:pt x="334" y="79"/>
                </a:cubicBezTo>
                <a:cubicBezTo>
                  <a:pt x="345" y="82"/>
                  <a:pt x="361" y="76"/>
                  <a:pt x="372" y="82"/>
                </a:cubicBezTo>
                <a:cubicBezTo>
                  <a:pt x="334" y="87"/>
                  <a:pt x="361" y="90"/>
                  <a:pt x="383" y="89"/>
                </a:cubicBezTo>
                <a:cubicBezTo>
                  <a:pt x="361" y="94"/>
                  <a:pt x="356" y="101"/>
                  <a:pt x="350" y="107"/>
                </a:cubicBezTo>
                <a:cubicBezTo>
                  <a:pt x="388" y="110"/>
                  <a:pt x="404" y="90"/>
                  <a:pt x="442" y="103"/>
                </a:cubicBezTo>
                <a:cubicBezTo>
                  <a:pt x="437" y="106"/>
                  <a:pt x="421" y="104"/>
                  <a:pt x="426" y="107"/>
                </a:cubicBezTo>
                <a:cubicBezTo>
                  <a:pt x="437" y="106"/>
                  <a:pt x="431" y="108"/>
                  <a:pt x="437" y="111"/>
                </a:cubicBezTo>
                <a:cubicBezTo>
                  <a:pt x="458" y="103"/>
                  <a:pt x="480" y="101"/>
                  <a:pt x="496" y="92"/>
                </a:cubicBezTo>
                <a:cubicBezTo>
                  <a:pt x="512" y="93"/>
                  <a:pt x="529" y="89"/>
                  <a:pt x="545" y="90"/>
                </a:cubicBezTo>
                <a:cubicBezTo>
                  <a:pt x="518" y="94"/>
                  <a:pt x="523" y="101"/>
                  <a:pt x="512" y="107"/>
                </a:cubicBezTo>
                <a:cubicBezTo>
                  <a:pt x="502" y="108"/>
                  <a:pt x="469" y="104"/>
                  <a:pt x="475" y="110"/>
                </a:cubicBezTo>
                <a:cubicBezTo>
                  <a:pt x="485" y="107"/>
                  <a:pt x="491" y="114"/>
                  <a:pt x="502" y="113"/>
                </a:cubicBezTo>
                <a:cubicBezTo>
                  <a:pt x="512" y="111"/>
                  <a:pt x="523" y="108"/>
                  <a:pt x="534" y="107"/>
                </a:cubicBezTo>
                <a:cubicBezTo>
                  <a:pt x="550" y="111"/>
                  <a:pt x="534" y="113"/>
                  <a:pt x="555" y="114"/>
                </a:cubicBezTo>
                <a:cubicBezTo>
                  <a:pt x="577" y="111"/>
                  <a:pt x="583" y="110"/>
                  <a:pt x="583" y="104"/>
                </a:cubicBezTo>
                <a:cubicBezTo>
                  <a:pt x="620" y="106"/>
                  <a:pt x="593" y="110"/>
                  <a:pt x="631" y="115"/>
                </a:cubicBezTo>
                <a:cubicBezTo>
                  <a:pt x="653" y="108"/>
                  <a:pt x="669" y="115"/>
                  <a:pt x="690" y="108"/>
                </a:cubicBezTo>
                <a:cubicBezTo>
                  <a:pt x="696" y="110"/>
                  <a:pt x="690" y="113"/>
                  <a:pt x="707" y="115"/>
                </a:cubicBezTo>
                <a:cubicBezTo>
                  <a:pt x="723" y="114"/>
                  <a:pt x="744" y="113"/>
                  <a:pt x="761" y="114"/>
                </a:cubicBezTo>
                <a:cubicBezTo>
                  <a:pt x="744" y="110"/>
                  <a:pt x="782" y="103"/>
                  <a:pt x="798" y="107"/>
                </a:cubicBezTo>
                <a:cubicBezTo>
                  <a:pt x="798" y="114"/>
                  <a:pt x="755" y="106"/>
                  <a:pt x="771" y="114"/>
                </a:cubicBezTo>
                <a:cubicBezTo>
                  <a:pt x="831" y="111"/>
                  <a:pt x="885" y="118"/>
                  <a:pt x="950" y="114"/>
                </a:cubicBezTo>
                <a:cubicBezTo>
                  <a:pt x="923" y="110"/>
                  <a:pt x="944" y="106"/>
                  <a:pt x="950" y="101"/>
                </a:cubicBezTo>
                <a:cubicBezTo>
                  <a:pt x="944" y="111"/>
                  <a:pt x="1009" y="127"/>
                  <a:pt x="1009" y="113"/>
                </a:cubicBezTo>
                <a:cubicBezTo>
                  <a:pt x="982" y="117"/>
                  <a:pt x="993" y="101"/>
                  <a:pt x="971" y="100"/>
                </a:cubicBezTo>
                <a:cubicBezTo>
                  <a:pt x="977" y="98"/>
                  <a:pt x="982" y="96"/>
                  <a:pt x="982" y="94"/>
                </a:cubicBezTo>
                <a:cubicBezTo>
                  <a:pt x="982" y="100"/>
                  <a:pt x="993" y="98"/>
                  <a:pt x="1009" y="100"/>
                </a:cubicBezTo>
                <a:cubicBezTo>
                  <a:pt x="977" y="106"/>
                  <a:pt x="1020" y="111"/>
                  <a:pt x="1036" y="108"/>
                </a:cubicBezTo>
                <a:cubicBezTo>
                  <a:pt x="1025" y="111"/>
                  <a:pt x="1020" y="114"/>
                  <a:pt x="1036" y="117"/>
                </a:cubicBezTo>
                <a:cubicBezTo>
                  <a:pt x="1041" y="117"/>
                  <a:pt x="1047" y="115"/>
                  <a:pt x="1052" y="117"/>
                </a:cubicBezTo>
                <a:cubicBezTo>
                  <a:pt x="1057" y="106"/>
                  <a:pt x="1101" y="107"/>
                  <a:pt x="1095" y="92"/>
                </a:cubicBezTo>
                <a:cubicBezTo>
                  <a:pt x="1095" y="93"/>
                  <a:pt x="1101" y="94"/>
                  <a:pt x="1106" y="93"/>
                </a:cubicBezTo>
                <a:cubicBezTo>
                  <a:pt x="1101" y="96"/>
                  <a:pt x="1101" y="100"/>
                  <a:pt x="1122" y="104"/>
                </a:cubicBezTo>
                <a:cubicBezTo>
                  <a:pt x="1138" y="101"/>
                  <a:pt x="1192" y="101"/>
                  <a:pt x="1176" y="108"/>
                </a:cubicBezTo>
                <a:cubicBezTo>
                  <a:pt x="1155" y="101"/>
                  <a:pt x="1127" y="110"/>
                  <a:pt x="1084" y="107"/>
                </a:cubicBezTo>
                <a:cubicBezTo>
                  <a:pt x="1074" y="110"/>
                  <a:pt x="1079" y="113"/>
                  <a:pt x="1074" y="114"/>
                </a:cubicBezTo>
                <a:cubicBezTo>
                  <a:pt x="1106" y="121"/>
                  <a:pt x="1144" y="115"/>
                  <a:pt x="1176" y="118"/>
                </a:cubicBezTo>
                <a:cubicBezTo>
                  <a:pt x="1171" y="117"/>
                  <a:pt x="1165" y="115"/>
                  <a:pt x="1176" y="113"/>
                </a:cubicBezTo>
                <a:cubicBezTo>
                  <a:pt x="1225" y="108"/>
                  <a:pt x="1214" y="128"/>
                  <a:pt x="1214" y="128"/>
                </a:cubicBezTo>
                <a:cubicBezTo>
                  <a:pt x="1230" y="124"/>
                  <a:pt x="1263" y="120"/>
                  <a:pt x="1225" y="120"/>
                </a:cubicBezTo>
                <a:cubicBezTo>
                  <a:pt x="1230" y="114"/>
                  <a:pt x="1257" y="110"/>
                  <a:pt x="1268" y="121"/>
                </a:cubicBezTo>
                <a:cubicBezTo>
                  <a:pt x="1327" y="117"/>
                  <a:pt x="1365" y="124"/>
                  <a:pt x="1419" y="115"/>
                </a:cubicBezTo>
                <a:cubicBezTo>
                  <a:pt x="1425" y="122"/>
                  <a:pt x="1473" y="121"/>
                  <a:pt x="1500" y="120"/>
                </a:cubicBezTo>
                <a:cubicBezTo>
                  <a:pt x="1505" y="111"/>
                  <a:pt x="1516" y="114"/>
                  <a:pt x="1505" y="110"/>
                </a:cubicBezTo>
                <a:cubicBezTo>
                  <a:pt x="1516" y="108"/>
                  <a:pt x="1522" y="106"/>
                  <a:pt x="1532" y="104"/>
                </a:cubicBezTo>
                <a:cubicBezTo>
                  <a:pt x="1532" y="108"/>
                  <a:pt x="1543" y="111"/>
                  <a:pt x="1559" y="107"/>
                </a:cubicBezTo>
                <a:cubicBezTo>
                  <a:pt x="1559" y="101"/>
                  <a:pt x="1549" y="104"/>
                  <a:pt x="1532" y="101"/>
                </a:cubicBezTo>
                <a:cubicBezTo>
                  <a:pt x="1543" y="98"/>
                  <a:pt x="1538" y="96"/>
                  <a:pt x="1554" y="93"/>
                </a:cubicBezTo>
                <a:cubicBezTo>
                  <a:pt x="1554" y="101"/>
                  <a:pt x="1586" y="113"/>
                  <a:pt x="1543" y="121"/>
                </a:cubicBezTo>
                <a:cubicBezTo>
                  <a:pt x="1559" y="128"/>
                  <a:pt x="1559" y="114"/>
                  <a:pt x="1575" y="124"/>
                </a:cubicBezTo>
                <a:cubicBezTo>
                  <a:pt x="1597" y="122"/>
                  <a:pt x="1597" y="114"/>
                  <a:pt x="1608" y="117"/>
                </a:cubicBezTo>
                <a:cubicBezTo>
                  <a:pt x="1619" y="128"/>
                  <a:pt x="1624" y="115"/>
                  <a:pt x="1657" y="117"/>
                </a:cubicBezTo>
                <a:cubicBezTo>
                  <a:pt x="1662" y="120"/>
                  <a:pt x="1651" y="121"/>
                  <a:pt x="1646" y="122"/>
                </a:cubicBezTo>
                <a:cubicBezTo>
                  <a:pt x="1700" y="131"/>
                  <a:pt x="1662" y="108"/>
                  <a:pt x="1705" y="104"/>
                </a:cubicBezTo>
                <a:cubicBezTo>
                  <a:pt x="1667" y="94"/>
                  <a:pt x="1667" y="121"/>
                  <a:pt x="1624" y="111"/>
                </a:cubicBezTo>
                <a:cubicBezTo>
                  <a:pt x="1667" y="113"/>
                  <a:pt x="1657" y="96"/>
                  <a:pt x="1700" y="98"/>
                </a:cubicBezTo>
                <a:cubicBezTo>
                  <a:pt x="1705" y="93"/>
                  <a:pt x="1711" y="87"/>
                  <a:pt x="1727" y="82"/>
                </a:cubicBezTo>
                <a:cubicBezTo>
                  <a:pt x="1743" y="87"/>
                  <a:pt x="1705" y="94"/>
                  <a:pt x="1743" y="93"/>
                </a:cubicBezTo>
                <a:cubicBezTo>
                  <a:pt x="1727" y="98"/>
                  <a:pt x="1716" y="93"/>
                  <a:pt x="1705" y="94"/>
                </a:cubicBezTo>
                <a:cubicBezTo>
                  <a:pt x="1748" y="106"/>
                  <a:pt x="1667" y="114"/>
                  <a:pt x="1705" y="125"/>
                </a:cubicBezTo>
                <a:cubicBezTo>
                  <a:pt x="1727" y="121"/>
                  <a:pt x="1743" y="115"/>
                  <a:pt x="1732" y="110"/>
                </a:cubicBezTo>
                <a:cubicBezTo>
                  <a:pt x="1754" y="104"/>
                  <a:pt x="1770" y="107"/>
                  <a:pt x="1786" y="108"/>
                </a:cubicBezTo>
                <a:cubicBezTo>
                  <a:pt x="1759" y="111"/>
                  <a:pt x="1781" y="115"/>
                  <a:pt x="1759" y="120"/>
                </a:cubicBezTo>
                <a:cubicBezTo>
                  <a:pt x="1754" y="117"/>
                  <a:pt x="1748" y="114"/>
                  <a:pt x="1743" y="115"/>
                </a:cubicBezTo>
                <a:cubicBezTo>
                  <a:pt x="1759" y="122"/>
                  <a:pt x="1737" y="118"/>
                  <a:pt x="1743" y="125"/>
                </a:cubicBezTo>
                <a:cubicBezTo>
                  <a:pt x="1765" y="124"/>
                  <a:pt x="1797" y="125"/>
                  <a:pt x="1802" y="121"/>
                </a:cubicBezTo>
                <a:cubicBezTo>
                  <a:pt x="1797" y="117"/>
                  <a:pt x="1786" y="118"/>
                  <a:pt x="1775" y="118"/>
                </a:cubicBezTo>
                <a:cubicBezTo>
                  <a:pt x="1808" y="118"/>
                  <a:pt x="1792" y="110"/>
                  <a:pt x="1808" y="113"/>
                </a:cubicBezTo>
                <a:cubicBezTo>
                  <a:pt x="1813" y="115"/>
                  <a:pt x="1813" y="120"/>
                  <a:pt x="1813" y="124"/>
                </a:cubicBezTo>
                <a:cubicBezTo>
                  <a:pt x="1937" y="122"/>
                  <a:pt x="2061" y="127"/>
                  <a:pt x="2185" y="124"/>
                </a:cubicBezTo>
                <a:cubicBezTo>
                  <a:pt x="2159" y="115"/>
                  <a:pt x="2202" y="111"/>
                  <a:pt x="2213" y="111"/>
                </a:cubicBezTo>
                <a:cubicBezTo>
                  <a:pt x="2218" y="118"/>
                  <a:pt x="2196" y="118"/>
                  <a:pt x="2185" y="124"/>
                </a:cubicBezTo>
                <a:cubicBezTo>
                  <a:pt x="2202" y="131"/>
                  <a:pt x="2223" y="124"/>
                  <a:pt x="2234" y="120"/>
                </a:cubicBezTo>
                <a:cubicBezTo>
                  <a:pt x="2256" y="121"/>
                  <a:pt x="2240" y="127"/>
                  <a:pt x="2261" y="120"/>
                </a:cubicBezTo>
                <a:cubicBezTo>
                  <a:pt x="2261" y="131"/>
                  <a:pt x="2310" y="120"/>
                  <a:pt x="2331" y="127"/>
                </a:cubicBezTo>
                <a:cubicBezTo>
                  <a:pt x="2331" y="125"/>
                  <a:pt x="2364" y="122"/>
                  <a:pt x="2369" y="117"/>
                </a:cubicBezTo>
                <a:cubicBezTo>
                  <a:pt x="2374" y="120"/>
                  <a:pt x="2385" y="120"/>
                  <a:pt x="2391" y="121"/>
                </a:cubicBezTo>
                <a:cubicBezTo>
                  <a:pt x="2385" y="124"/>
                  <a:pt x="2358" y="120"/>
                  <a:pt x="2364" y="125"/>
                </a:cubicBezTo>
                <a:cubicBezTo>
                  <a:pt x="2380" y="124"/>
                  <a:pt x="2369" y="128"/>
                  <a:pt x="2380" y="131"/>
                </a:cubicBezTo>
                <a:cubicBezTo>
                  <a:pt x="2417" y="124"/>
                  <a:pt x="2482" y="134"/>
                  <a:pt x="2504" y="125"/>
                </a:cubicBezTo>
                <a:cubicBezTo>
                  <a:pt x="2493" y="120"/>
                  <a:pt x="2417" y="125"/>
                  <a:pt x="2407" y="117"/>
                </a:cubicBezTo>
                <a:cubicBezTo>
                  <a:pt x="2450" y="122"/>
                  <a:pt x="2499" y="118"/>
                  <a:pt x="2547" y="117"/>
                </a:cubicBezTo>
                <a:cubicBezTo>
                  <a:pt x="2536" y="118"/>
                  <a:pt x="2531" y="120"/>
                  <a:pt x="2520" y="122"/>
                </a:cubicBezTo>
                <a:cubicBezTo>
                  <a:pt x="2531" y="125"/>
                  <a:pt x="2542" y="128"/>
                  <a:pt x="2547" y="131"/>
                </a:cubicBezTo>
                <a:cubicBezTo>
                  <a:pt x="2580" y="128"/>
                  <a:pt x="2547" y="121"/>
                  <a:pt x="2569" y="118"/>
                </a:cubicBezTo>
                <a:cubicBezTo>
                  <a:pt x="2574" y="120"/>
                  <a:pt x="2563" y="121"/>
                  <a:pt x="2574" y="124"/>
                </a:cubicBezTo>
                <a:cubicBezTo>
                  <a:pt x="2617" y="117"/>
                  <a:pt x="2585" y="101"/>
                  <a:pt x="2617" y="100"/>
                </a:cubicBezTo>
                <a:cubicBezTo>
                  <a:pt x="2601" y="107"/>
                  <a:pt x="2623" y="117"/>
                  <a:pt x="2585" y="124"/>
                </a:cubicBezTo>
                <a:cubicBezTo>
                  <a:pt x="2617" y="134"/>
                  <a:pt x="2623" y="120"/>
                  <a:pt x="2650" y="131"/>
                </a:cubicBezTo>
                <a:cubicBezTo>
                  <a:pt x="2666" y="127"/>
                  <a:pt x="2677" y="130"/>
                  <a:pt x="2693" y="124"/>
                </a:cubicBezTo>
                <a:cubicBezTo>
                  <a:pt x="2698" y="131"/>
                  <a:pt x="2758" y="134"/>
                  <a:pt x="2769" y="125"/>
                </a:cubicBezTo>
                <a:cubicBezTo>
                  <a:pt x="2790" y="130"/>
                  <a:pt x="2828" y="134"/>
                  <a:pt x="2849" y="124"/>
                </a:cubicBezTo>
                <a:cubicBezTo>
                  <a:pt x="2855" y="131"/>
                  <a:pt x="2892" y="131"/>
                  <a:pt x="2892" y="122"/>
                </a:cubicBezTo>
                <a:cubicBezTo>
                  <a:pt x="2903" y="125"/>
                  <a:pt x="2909" y="128"/>
                  <a:pt x="2909" y="130"/>
                </a:cubicBezTo>
                <a:cubicBezTo>
                  <a:pt x="2941" y="118"/>
                  <a:pt x="3065" y="128"/>
                  <a:pt x="3038" y="108"/>
                </a:cubicBezTo>
                <a:cubicBezTo>
                  <a:pt x="3049" y="107"/>
                  <a:pt x="3055" y="111"/>
                  <a:pt x="3060" y="114"/>
                </a:cubicBezTo>
                <a:cubicBezTo>
                  <a:pt x="3076" y="111"/>
                  <a:pt x="3065" y="108"/>
                  <a:pt x="3071" y="107"/>
                </a:cubicBezTo>
                <a:cubicBezTo>
                  <a:pt x="3082" y="107"/>
                  <a:pt x="3098" y="103"/>
                  <a:pt x="3109" y="107"/>
                </a:cubicBezTo>
                <a:cubicBezTo>
                  <a:pt x="3087" y="111"/>
                  <a:pt x="3076" y="114"/>
                  <a:pt x="3082" y="122"/>
                </a:cubicBezTo>
                <a:cubicBezTo>
                  <a:pt x="3060" y="121"/>
                  <a:pt x="3038" y="127"/>
                  <a:pt x="3022" y="127"/>
                </a:cubicBezTo>
                <a:cubicBezTo>
                  <a:pt x="3082" y="131"/>
                  <a:pt x="3190" y="132"/>
                  <a:pt x="3254" y="118"/>
                </a:cubicBezTo>
                <a:cubicBezTo>
                  <a:pt x="3265" y="127"/>
                  <a:pt x="3287" y="111"/>
                  <a:pt x="3303" y="115"/>
                </a:cubicBezTo>
                <a:cubicBezTo>
                  <a:pt x="3281" y="120"/>
                  <a:pt x="3260" y="124"/>
                  <a:pt x="3260" y="130"/>
                </a:cubicBezTo>
                <a:cubicBezTo>
                  <a:pt x="3270" y="128"/>
                  <a:pt x="3287" y="125"/>
                  <a:pt x="3297" y="130"/>
                </a:cubicBezTo>
                <a:cubicBezTo>
                  <a:pt x="3335" y="122"/>
                  <a:pt x="3319" y="108"/>
                  <a:pt x="3362" y="110"/>
                </a:cubicBezTo>
                <a:cubicBezTo>
                  <a:pt x="3368" y="104"/>
                  <a:pt x="3357" y="90"/>
                  <a:pt x="3400" y="90"/>
                </a:cubicBezTo>
                <a:cubicBezTo>
                  <a:pt x="3378" y="106"/>
                  <a:pt x="3405" y="115"/>
                  <a:pt x="3324" y="127"/>
                </a:cubicBezTo>
                <a:cubicBezTo>
                  <a:pt x="3362" y="134"/>
                  <a:pt x="3422" y="125"/>
                  <a:pt x="3449" y="115"/>
                </a:cubicBezTo>
                <a:cubicBezTo>
                  <a:pt x="3438" y="110"/>
                  <a:pt x="3422" y="115"/>
                  <a:pt x="3416" y="110"/>
                </a:cubicBezTo>
                <a:cubicBezTo>
                  <a:pt x="3422" y="110"/>
                  <a:pt x="3416" y="107"/>
                  <a:pt x="3422" y="107"/>
                </a:cubicBezTo>
                <a:cubicBezTo>
                  <a:pt x="3459" y="108"/>
                  <a:pt x="3513" y="107"/>
                  <a:pt x="3535" y="96"/>
                </a:cubicBezTo>
                <a:cubicBezTo>
                  <a:pt x="3557" y="100"/>
                  <a:pt x="3540" y="104"/>
                  <a:pt x="3524" y="108"/>
                </a:cubicBezTo>
                <a:cubicBezTo>
                  <a:pt x="3519" y="106"/>
                  <a:pt x="3524" y="103"/>
                  <a:pt x="3508" y="106"/>
                </a:cubicBezTo>
                <a:cubicBezTo>
                  <a:pt x="3497" y="114"/>
                  <a:pt x="3519" y="110"/>
                  <a:pt x="3535" y="114"/>
                </a:cubicBezTo>
                <a:cubicBezTo>
                  <a:pt x="3519" y="115"/>
                  <a:pt x="3508" y="122"/>
                  <a:pt x="3497" y="118"/>
                </a:cubicBezTo>
                <a:cubicBezTo>
                  <a:pt x="3481" y="115"/>
                  <a:pt x="3502" y="113"/>
                  <a:pt x="3492" y="110"/>
                </a:cubicBezTo>
                <a:cubicBezTo>
                  <a:pt x="3432" y="111"/>
                  <a:pt x="3476" y="121"/>
                  <a:pt x="3449" y="128"/>
                </a:cubicBezTo>
                <a:cubicBezTo>
                  <a:pt x="3481" y="131"/>
                  <a:pt x="3535" y="117"/>
                  <a:pt x="3557" y="110"/>
                </a:cubicBezTo>
                <a:cubicBezTo>
                  <a:pt x="3567" y="111"/>
                  <a:pt x="3573" y="110"/>
                  <a:pt x="3584" y="114"/>
                </a:cubicBezTo>
                <a:cubicBezTo>
                  <a:pt x="3600" y="103"/>
                  <a:pt x="3632" y="94"/>
                  <a:pt x="3664" y="87"/>
                </a:cubicBezTo>
                <a:cubicBezTo>
                  <a:pt x="3648" y="80"/>
                  <a:pt x="3638" y="86"/>
                  <a:pt x="3627" y="90"/>
                </a:cubicBezTo>
                <a:cubicBezTo>
                  <a:pt x="3594" y="80"/>
                  <a:pt x="3632" y="73"/>
                  <a:pt x="3664" y="70"/>
                </a:cubicBezTo>
                <a:cubicBezTo>
                  <a:pt x="3675" y="76"/>
                  <a:pt x="3632" y="73"/>
                  <a:pt x="3659" y="82"/>
                </a:cubicBezTo>
                <a:cubicBezTo>
                  <a:pt x="3670" y="79"/>
                  <a:pt x="3675" y="80"/>
                  <a:pt x="3686" y="77"/>
                </a:cubicBezTo>
                <a:cubicBezTo>
                  <a:pt x="3675" y="64"/>
                  <a:pt x="3735" y="55"/>
                  <a:pt x="3702" y="40"/>
                </a:cubicBezTo>
                <a:cubicBezTo>
                  <a:pt x="3718" y="38"/>
                  <a:pt x="3729" y="38"/>
                  <a:pt x="3735" y="42"/>
                </a:cubicBezTo>
                <a:cubicBezTo>
                  <a:pt x="3713" y="45"/>
                  <a:pt x="3740" y="49"/>
                  <a:pt x="3751" y="49"/>
                </a:cubicBezTo>
                <a:cubicBezTo>
                  <a:pt x="3735" y="52"/>
                  <a:pt x="3718" y="55"/>
                  <a:pt x="3729" y="59"/>
                </a:cubicBezTo>
                <a:cubicBezTo>
                  <a:pt x="3756" y="57"/>
                  <a:pt x="3762" y="50"/>
                  <a:pt x="3794" y="45"/>
                </a:cubicBezTo>
                <a:cubicBezTo>
                  <a:pt x="3805" y="48"/>
                  <a:pt x="3810" y="50"/>
                  <a:pt x="3821" y="50"/>
                </a:cubicBezTo>
                <a:cubicBezTo>
                  <a:pt x="3837" y="46"/>
                  <a:pt x="3853" y="49"/>
                  <a:pt x="3859" y="43"/>
                </a:cubicBezTo>
                <a:cubicBezTo>
                  <a:pt x="3848" y="35"/>
                  <a:pt x="3832" y="46"/>
                  <a:pt x="3826" y="42"/>
                </a:cubicBezTo>
                <a:cubicBezTo>
                  <a:pt x="3832" y="39"/>
                  <a:pt x="3848" y="36"/>
                  <a:pt x="3842" y="32"/>
                </a:cubicBezTo>
                <a:cubicBezTo>
                  <a:pt x="3805" y="33"/>
                  <a:pt x="3772" y="45"/>
                  <a:pt x="3740" y="43"/>
                </a:cubicBezTo>
                <a:cubicBezTo>
                  <a:pt x="3762" y="35"/>
                  <a:pt x="3718" y="36"/>
                  <a:pt x="3702" y="33"/>
                </a:cubicBezTo>
                <a:cubicBezTo>
                  <a:pt x="3708" y="32"/>
                  <a:pt x="3713" y="31"/>
                  <a:pt x="3708" y="29"/>
                </a:cubicBezTo>
                <a:cubicBezTo>
                  <a:pt x="3681" y="38"/>
                  <a:pt x="3697" y="48"/>
                  <a:pt x="3691" y="56"/>
                </a:cubicBezTo>
                <a:cubicBezTo>
                  <a:pt x="3670" y="57"/>
                  <a:pt x="3648" y="70"/>
                  <a:pt x="3616" y="60"/>
                </a:cubicBezTo>
                <a:cubicBezTo>
                  <a:pt x="3638" y="57"/>
                  <a:pt x="3616" y="53"/>
                  <a:pt x="3611" y="49"/>
                </a:cubicBezTo>
                <a:cubicBezTo>
                  <a:pt x="3578" y="56"/>
                  <a:pt x="3589" y="64"/>
                  <a:pt x="3584" y="73"/>
                </a:cubicBezTo>
                <a:cubicBezTo>
                  <a:pt x="3600" y="72"/>
                  <a:pt x="3594" y="63"/>
                  <a:pt x="3616" y="66"/>
                </a:cubicBezTo>
                <a:cubicBezTo>
                  <a:pt x="3621" y="73"/>
                  <a:pt x="3600" y="72"/>
                  <a:pt x="3578" y="77"/>
                </a:cubicBezTo>
                <a:cubicBezTo>
                  <a:pt x="3578" y="82"/>
                  <a:pt x="3611" y="79"/>
                  <a:pt x="3594" y="83"/>
                </a:cubicBezTo>
                <a:cubicBezTo>
                  <a:pt x="3540" y="90"/>
                  <a:pt x="3513" y="96"/>
                  <a:pt x="3465" y="101"/>
                </a:cubicBezTo>
                <a:cubicBezTo>
                  <a:pt x="3465" y="98"/>
                  <a:pt x="3481" y="94"/>
                  <a:pt x="3481" y="92"/>
                </a:cubicBezTo>
                <a:cubicBezTo>
                  <a:pt x="3508" y="90"/>
                  <a:pt x="3578" y="84"/>
                  <a:pt x="3573" y="79"/>
                </a:cubicBezTo>
                <a:cubicBezTo>
                  <a:pt x="3535" y="77"/>
                  <a:pt x="3530" y="83"/>
                  <a:pt x="3492" y="82"/>
                </a:cubicBezTo>
                <a:cubicBezTo>
                  <a:pt x="3508" y="73"/>
                  <a:pt x="3530" y="77"/>
                  <a:pt x="3557" y="73"/>
                </a:cubicBezTo>
                <a:cubicBezTo>
                  <a:pt x="3584" y="66"/>
                  <a:pt x="3573" y="53"/>
                  <a:pt x="3562" y="49"/>
                </a:cubicBezTo>
                <a:cubicBezTo>
                  <a:pt x="3573" y="49"/>
                  <a:pt x="3584" y="48"/>
                  <a:pt x="3600" y="45"/>
                </a:cubicBezTo>
                <a:cubicBezTo>
                  <a:pt x="3605" y="49"/>
                  <a:pt x="3616" y="49"/>
                  <a:pt x="3632" y="46"/>
                </a:cubicBezTo>
                <a:cubicBezTo>
                  <a:pt x="3621" y="40"/>
                  <a:pt x="3578" y="46"/>
                  <a:pt x="3584" y="39"/>
                </a:cubicBezTo>
                <a:cubicBezTo>
                  <a:pt x="3600" y="40"/>
                  <a:pt x="3621" y="43"/>
                  <a:pt x="3638" y="42"/>
                </a:cubicBezTo>
                <a:cubicBezTo>
                  <a:pt x="3632" y="38"/>
                  <a:pt x="3627" y="33"/>
                  <a:pt x="3632" y="29"/>
                </a:cubicBezTo>
                <a:cubicBezTo>
                  <a:pt x="3611" y="36"/>
                  <a:pt x="3594" y="32"/>
                  <a:pt x="3578" y="31"/>
                </a:cubicBezTo>
                <a:cubicBezTo>
                  <a:pt x="3562" y="33"/>
                  <a:pt x="3573" y="36"/>
                  <a:pt x="3551" y="39"/>
                </a:cubicBezTo>
                <a:cubicBezTo>
                  <a:pt x="3557" y="40"/>
                  <a:pt x="3567" y="42"/>
                  <a:pt x="3573" y="42"/>
                </a:cubicBezTo>
                <a:cubicBezTo>
                  <a:pt x="3540" y="42"/>
                  <a:pt x="3562" y="50"/>
                  <a:pt x="3540" y="55"/>
                </a:cubicBezTo>
                <a:cubicBezTo>
                  <a:pt x="3519" y="46"/>
                  <a:pt x="3546" y="48"/>
                  <a:pt x="3513" y="42"/>
                </a:cubicBezTo>
                <a:cubicBezTo>
                  <a:pt x="3481" y="45"/>
                  <a:pt x="3443" y="46"/>
                  <a:pt x="3432" y="35"/>
                </a:cubicBezTo>
                <a:cubicBezTo>
                  <a:pt x="3427" y="36"/>
                  <a:pt x="3416" y="36"/>
                  <a:pt x="3411" y="38"/>
                </a:cubicBezTo>
                <a:cubicBezTo>
                  <a:pt x="3405" y="43"/>
                  <a:pt x="3427" y="45"/>
                  <a:pt x="3427" y="49"/>
                </a:cubicBezTo>
                <a:cubicBezTo>
                  <a:pt x="3395" y="46"/>
                  <a:pt x="3351" y="63"/>
                  <a:pt x="3297" y="55"/>
                </a:cubicBezTo>
                <a:cubicBezTo>
                  <a:pt x="3324" y="57"/>
                  <a:pt x="3330" y="42"/>
                  <a:pt x="3362" y="45"/>
                </a:cubicBezTo>
                <a:cubicBezTo>
                  <a:pt x="3357" y="46"/>
                  <a:pt x="3346" y="48"/>
                  <a:pt x="3351" y="49"/>
                </a:cubicBezTo>
                <a:cubicBezTo>
                  <a:pt x="3362" y="48"/>
                  <a:pt x="3368" y="52"/>
                  <a:pt x="3384" y="48"/>
                </a:cubicBezTo>
                <a:cubicBezTo>
                  <a:pt x="3373" y="31"/>
                  <a:pt x="3459" y="33"/>
                  <a:pt x="3459" y="28"/>
                </a:cubicBezTo>
                <a:cubicBezTo>
                  <a:pt x="3416" y="33"/>
                  <a:pt x="3373" y="26"/>
                  <a:pt x="3330" y="31"/>
                </a:cubicBezTo>
                <a:cubicBezTo>
                  <a:pt x="3335" y="32"/>
                  <a:pt x="3324" y="33"/>
                  <a:pt x="3319" y="35"/>
                </a:cubicBezTo>
                <a:cubicBezTo>
                  <a:pt x="3324" y="38"/>
                  <a:pt x="3330" y="39"/>
                  <a:pt x="3324" y="42"/>
                </a:cubicBezTo>
                <a:cubicBezTo>
                  <a:pt x="3303" y="43"/>
                  <a:pt x="3297" y="52"/>
                  <a:pt x="3292" y="49"/>
                </a:cubicBezTo>
                <a:cubicBezTo>
                  <a:pt x="3292" y="46"/>
                  <a:pt x="3308" y="43"/>
                  <a:pt x="3292" y="40"/>
                </a:cubicBezTo>
                <a:cubicBezTo>
                  <a:pt x="3287" y="40"/>
                  <a:pt x="3281" y="43"/>
                  <a:pt x="3276" y="42"/>
                </a:cubicBezTo>
                <a:cubicBezTo>
                  <a:pt x="3254" y="46"/>
                  <a:pt x="3260" y="55"/>
                  <a:pt x="3227" y="52"/>
                </a:cubicBezTo>
                <a:cubicBezTo>
                  <a:pt x="3222" y="48"/>
                  <a:pt x="3260" y="46"/>
                  <a:pt x="3249" y="42"/>
                </a:cubicBezTo>
                <a:cubicBezTo>
                  <a:pt x="3227" y="48"/>
                  <a:pt x="3216" y="39"/>
                  <a:pt x="3200" y="45"/>
                </a:cubicBezTo>
                <a:cubicBezTo>
                  <a:pt x="3211" y="49"/>
                  <a:pt x="3222" y="52"/>
                  <a:pt x="3200" y="55"/>
                </a:cubicBezTo>
                <a:cubicBezTo>
                  <a:pt x="3206" y="42"/>
                  <a:pt x="3162" y="53"/>
                  <a:pt x="3195" y="40"/>
                </a:cubicBezTo>
                <a:cubicBezTo>
                  <a:pt x="3227" y="45"/>
                  <a:pt x="3270" y="32"/>
                  <a:pt x="3303" y="40"/>
                </a:cubicBezTo>
                <a:cubicBezTo>
                  <a:pt x="3324" y="39"/>
                  <a:pt x="3297" y="28"/>
                  <a:pt x="3292" y="31"/>
                </a:cubicBezTo>
                <a:cubicBezTo>
                  <a:pt x="3292" y="33"/>
                  <a:pt x="3254" y="33"/>
                  <a:pt x="3249" y="36"/>
                </a:cubicBezTo>
                <a:cubicBezTo>
                  <a:pt x="3238" y="33"/>
                  <a:pt x="3249" y="32"/>
                  <a:pt x="3249" y="29"/>
                </a:cubicBezTo>
                <a:cubicBezTo>
                  <a:pt x="3243" y="29"/>
                  <a:pt x="3243" y="31"/>
                  <a:pt x="3238" y="29"/>
                </a:cubicBezTo>
                <a:cubicBezTo>
                  <a:pt x="3232" y="29"/>
                  <a:pt x="3227" y="29"/>
                  <a:pt x="3222" y="29"/>
                </a:cubicBezTo>
                <a:cubicBezTo>
                  <a:pt x="3227" y="32"/>
                  <a:pt x="3243" y="35"/>
                  <a:pt x="3232" y="38"/>
                </a:cubicBezTo>
                <a:cubicBezTo>
                  <a:pt x="3227" y="35"/>
                  <a:pt x="3222" y="38"/>
                  <a:pt x="3211" y="36"/>
                </a:cubicBezTo>
                <a:cubicBezTo>
                  <a:pt x="3200" y="33"/>
                  <a:pt x="3211" y="32"/>
                  <a:pt x="3200" y="29"/>
                </a:cubicBezTo>
                <a:cubicBezTo>
                  <a:pt x="3179" y="28"/>
                  <a:pt x="3190" y="32"/>
                  <a:pt x="3168" y="35"/>
                </a:cubicBezTo>
                <a:cubicBezTo>
                  <a:pt x="3179" y="26"/>
                  <a:pt x="3076" y="29"/>
                  <a:pt x="3125" y="33"/>
                </a:cubicBezTo>
                <a:cubicBezTo>
                  <a:pt x="3119" y="35"/>
                  <a:pt x="3109" y="38"/>
                  <a:pt x="3103" y="39"/>
                </a:cubicBezTo>
                <a:cubicBezTo>
                  <a:pt x="3087" y="31"/>
                  <a:pt x="3060" y="38"/>
                  <a:pt x="3044" y="35"/>
                </a:cubicBezTo>
                <a:cubicBezTo>
                  <a:pt x="3038" y="33"/>
                  <a:pt x="3049" y="32"/>
                  <a:pt x="3044" y="29"/>
                </a:cubicBezTo>
                <a:cubicBezTo>
                  <a:pt x="3028" y="29"/>
                  <a:pt x="3011" y="36"/>
                  <a:pt x="2995" y="29"/>
                </a:cubicBezTo>
                <a:cubicBezTo>
                  <a:pt x="2974" y="31"/>
                  <a:pt x="2984" y="39"/>
                  <a:pt x="2968" y="36"/>
                </a:cubicBezTo>
                <a:cubicBezTo>
                  <a:pt x="2974" y="25"/>
                  <a:pt x="2876" y="25"/>
                  <a:pt x="2849" y="36"/>
                </a:cubicBezTo>
                <a:cubicBezTo>
                  <a:pt x="2822" y="38"/>
                  <a:pt x="2855" y="28"/>
                  <a:pt x="2833" y="31"/>
                </a:cubicBezTo>
                <a:cubicBezTo>
                  <a:pt x="2844" y="33"/>
                  <a:pt x="2806" y="36"/>
                  <a:pt x="2806" y="33"/>
                </a:cubicBezTo>
                <a:cubicBezTo>
                  <a:pt x="2812" y="31"/>
                  <a:pt x="2801" y="28"/>
                  <a:pt x="2801" y="26"/>
                </a:cubicBezTo>
                <a:cubicBezTo>
                  <a:pt x="2774" y="28"/>
                  <a:pt x="2812" y="32"/>
                  <a:pt x="2785" y="35"/>
                </a:cubicBezTo>
                <a:cubicBezTo>
                  <a:pt x="2785" y="32"/>
                  <a:pt x="2774" y="33"/>
                  <a:pt x="2774" y="32"/>
                </a:cubicBezTo>
                <a:cubicBezTo>
                  <a:pt x="2795" y="31"/>
                  <a:pt x="2774" y="22"/>
                  <a:pt x="2779" y="28"/>
                </a:cubicBezTo>
                <a:cubicBezTo>
                  <a:pt x="2763" y="29"/>
                  <a:pt x="2769" y="38"/>
                  <a:pt x="2747" y="35"/>
                </a:cubicBezTo>
                <a:cubicBezTo>
                  <a:pt x="2742" y="31"/>
                  <a:pt x="2763" y="25"/>
                  <a:pt x="2736" y="23"/>
                </a:cubicBezTo>
                <a:cubicBezTo>
                  <a:pt x="2731" y="32"/>
                  <a:pt x="2688" y="40"/>
                  <a:pt x="2671" y="32"/>
                </a:cubicBezTo>
                <a:cubicBezTo>
                  <a:pt x="2661" y="36"/>
                  <a:pt x="2661" y="48"/>
                  <a:pt x="2634" y="42"/>
                </a:cubicBezTo>
                <a:cubicBezTo>
                  <a:pt x="2644" y="40"/>
                  <a:pt x="2650" y="39"/>
                  <a:pt x="2639" y="36"/>
                </a:cubicBezTo>
                <a:cubicBezTo>
                  <a:pt x="2634" y="38"/>
                  <a:pt x="2628" y="39"/>
                  <a:pt x="2623" y="38"/>
                </a:cubicBezTo>
                <a:cubicBezTo>
                  <a:pt x="2628" y="25"/>
                  <a:pt x="2698" y="35"/>
                  <a:pt x="2698" y="23"/>
                </a:cubicBezTo>
                <a:cubicBezTo>
                  <a:pt x="2666" y="28"/>
                  <a:pt x="2639" y="22"/>
                  <a:pt x="2612" y="28"/>
                </a:cubicBezTo>
                <a:cubicBezTo>
                  <a:pt x="2601" y="29"/>
                  <a:pt x="2607" y="32"/>
                  <a:pt x="2601" y="33"/>
                </a:cubicBezTo>
                <a:cubicBezTo>
                  <a:pt x="2580" y="28"/>
                  <a:pt x="2574" y="48"/>
                  <a:pt x="2542" y="36"/>
                </a:cubicBezTo>
                <a:cubicBezTo>
                  <a:pt x="2580" y="36"/>
                  <a:pt x="2563" y="29"/>
                  <a:pt x="2601" y="26"/>
                </a:cubicBezTo>
                <a:cubicBezTo>
                  <a:pt x="2563" y="21"/>
                  <a:pt x="2525" y="28"/>
                  <a:pt x="2488" y="26"/>
                </a:cubicBezTo>
                <a:cubicBezTo>
                  <a:pt x="2499" y="33"/>
                  <a:pt x="2515" y="23"/>
                  <a:pt x="2520" y="31"/>
                </a:cubicBezTo>
                <a:cubicBezTo>
                  <a:pt x="2515" y="31"/>
                  <a:pt x="2515" y="33"/>
                  <a:pt x="2515" y="33"/>
                </a:cubicBezTo>
                <a:cubicBezTo>
                  <a:pt x="2493" y="29"/>
                  <a:pt x="2455" y="32"/>
                  <a:pt x="2472" y="22"/>
                </a:cubicBezTo>
                <a:cubicBezTo>
                  <a:pt x="2466" y="23"/>
                  <a:pt x="2461" y="23"/>
                  <a:pt x="2461" y="22"/>
                </a:cubicBezTo>
                <a:cubicBezTo>
                  <a:pt x="2450" y="23"/>
                  <a:pt x="2445" y="22"/>
                  <a:pt x="2439" y="23"/>
                </a:cubicBezTo>
                <a:cubicBezTo>
                  <a:pt x="2450" y="26"/>
                  <a:pt x="2445" y="28"/>
                  <a:pt x="2434" y="31"/>
                </a:cubicBezTo>
                <a:cubicBezTo>
                  <a:pt x="2455" y="33"/>
                  <a:pt x="2455" y="36"/>
                  <a:pt x="2428" y="42"/>
                </a:cubicBezTo>
                <a:cubicBezTo>
                  <a:pt x="2428" y="38"/>
                  <a:pt x="2423" y="36"/>
                  <a:pt x="2407" y="35"/>
                </a:cubicBezTo>
                <a:cubicBezTo>
                  <a:pt x="2434" y="33"/>
                  <a:pt x="2417" y="29"/>
                  <a:pt x="2423" y="26"/>
                </a:cubicBezTo>
                <a:cubicBezTo>
                  <a:pt x="2407" y="22"/>
                  <a:pt x="2396" y="18"/>
                  <a:pt x="2374" y="23"/>
                </a:cubicBezTo>
                <a:cubicBezTo>
                  <a:pt x="2385" y="31"/>
                  <a:pt x="2396" y="26"/>
                  <a:pt x="2407" y="28"/>
                </a:cubicBezTo>
                <a:cubicBezTo>
                  <a:pt x="2380" y="29"/>
                  <a:pt x="2417" y="33"/>
                  <a:pt x="2391" y="36"/>
                </a:cubicBezTo>
                <a:cubicBezTo>
                  <a:pt x="2391" y="32"/>
                  <a:pt x="2396" y="26"/>
                  <a:pt x="2374" y="29"/>
                </a:cubicBezTo>
                <a:cubicBezTo>
                  <a:pt x="2380" y="35"/>
                  <a:pt x="2337" y="32"/>
                  <a:pt x="2342" y="39"/>
                </a:cubicBezTo>
                <a:cubicBezTo>
                  <a:pt x="2315" y="29"/>
                  <a:pt x="2315" y="45"/>
                  <a:pt x="2294" y="39"/>
                </a:cubicBezTo>
                <a:cubicBezTo>
                  <a:pt x="2304" y="35"/>
                  <a:pt x="2283" y="31"/>
                  <a:pt x="2299" y="28"/>
                </a:cubicBezTo>
                <a:cubicBezTo>
                  <a:pt x="2294" y="31"/>
                  <a:pt x="2304" y="35"/>
                  <a:pt x="2321" y="35"/>
                </a:cubicBezTo>
                <a:cubicBezTo>
                  <a:pt x="2337" y="28"/>
                  <a:pt x="2347" y="33"/>
                  <a:pt x="2369" y="25"/>
                </a:cubicBezTo>
                <a:cubicBezTo>
                  <a:pt x="2326" y="22"/>
                  <a:pt x="2277" y="22"/>
                  <a:pt x="2250" y="26"/>
                </a:cubicBezTo>
                <a:cubicBezTo>
                  <a:pt x="2229" y="16"/>
                  <a:pt x="2142" y="16"/>
                  <a:pt x="2126" y="32"/>
                </a:cubicBezTo>
                <a:cubicBezTo>
                  <a:pt x="2126" y="23"/>
                  <a:pt x="2110" y="32"/>
                  <a:pt x="2099" y="29"/>
                </a:cubicBezTo>
                <a:cubicBezTo>
                  <a:pt x="2083" y="23"/>
                  <a:pt x="2121" y="25"/>
                  <a:pt x="2115" y="21"/>
                </a:cubicBezTo>
                <a:cubicBezTo>
                  <a:pt x="2083" y="21"/>
                  <a:pt x="2077" y="33"/>
                  <a:pt x="2045" y="31"/>
                </a:cubicBezTo>
                <a:cubicBezTo>
                  <a:pt x="2045" y="26"/>
                  <a:pt x="2067" y="28"/>
                  <a:pt x="2067" y="21"/>
                </a:cubicBezTo>
                <a:cubicBezTo>
                  <a:pt x="2056" y="23"/>
                  <a:pt x="2045" y="22"/>
                  <a:pt x="2034" y="25"/>
                </a:cubicBezTo>
                <a:cubicBezTo>
                  <a:pt x="2040" y="28"/>
                  <a:pt x="2051" y="38"/>
                  <a:pt x="2024" y="35"/>
                </a:cubicBezTo>
                <a:cubicBezTo>
                  <a:pt x="2024" y="29"/>
                  <a:pt x="2040" y="23"/>
                  <a:pt x="2018" y="18"/>
                </a:cubicBezTo>
                <a:cubicBezTo>
                  <a:pt x="1997" y="22"/>
                  <a:pt x="1986" y="18"/>
                  <a:pt x="1964" y="21"/>
                </a:cubicBezTo>
                <a:cubicBezTo>
                  <a:pt x="1975" y="29"/>
                  <a:pt x="2018" y="19"/>
                  <a:pt x="2007" y="28"/>
                </a:cubicBezTo>
                <a:cubicBezTo>
                  <a:pt x="1997" y="26"/>
                  <a:pt x="1927" y="32"/>
                  <a:pt x="1970" y="32"/>
                </a:cubicBezTo>
                <a:cubicBezTo>
                  <a:pt x="1948" y="35"/>
                  <a:pt x="1953" y="45"/>
                  <a:pt x="1927" y="40"/>
                </a:cubicBezTo>
                <a:cubicBezTo>
                  <a:pt x="1959" y="35"/>
                  <a:pt x="1905" y="28"/>
                  <a:pt x="1959" y="22"/>
                </a:cubicBezTo>
                <a:cubicBezTo>
                  <a:pt x="1932" y="16"/>
                  <a:pt x="1900" y="21"/>
                  <a:pt x="1867" y="21"/>
                </a:cubicBezTo>
                <a:cubicBezTo>
                  <a:pt x="1883" y="26"/>
                  <a:pt x="1900" y="25"/>
                  <a:pt x="1921" y="28"/>
                </a:cubicBezTo>
                <a:cubicBezTo>
                  <a:pt x="1900" y="28"/>
                  <a:pt x="1910" y="29"/>
                  <a:pt x="1894" y="33"/>
                </a:cubicBezTo>
                <a:cubicBezTo>
                  <a:pt x="1900" y="23"/>
                  <a:pt x="1873" y="35"/>
                  <a:pt x="1862" y="32"/>
                </a:cubicBezTo>
                <a:cubicBezTo>
                  <a:pt x="1840" y="26"/>
                  <a:pt x="1867" y="23"/>
                  <a:pt x="1851" y="19"/>
                </a:cubicBezTo>
                <a:cubicBezTo>
                  <a:pt x="1824" y="18"/>
                  <a:pt x="1829" y="28"/>
                  <a:pt x="1802" y="26"/>
                </a:cubicBezTo>
                <a:cubicBezTo>
                  <a:pt x="1797" y="23"/>
                  <a:pt x="1808" y="21"/>
                  <a:pt x="1802" y="18"/>
                </a:cubicBezTo>
                <a:cubicBezTo>
                  <a:pt x="1786" y="26"/>
                  <a:pt x="1759" y="26"/>
                  <a:pt x="1748" y="16"/>
                </a:cubicBezTo>
                <a:cubicBezTo>
                  <a:pt x="1711" y="21"/>
                  <a:pt x="1711" y="16"/>
                  <a:pt x="1678" y="26"/>
                </a:cubicBezTo>
                <a:cubicBezTo>
                  <a:pt x="1678" y="21"/>
                  <a:pt x="1640" y="19"/>
                  <a:pt x="1624" y="16"/>
                </a:cubicBezTo>
                <a:cubicBezTo>
                  <a:pt x="1592" y="22"/>
                  <a:pt x="1597" y="26"/>
                  <a:pt x="1575" y="26"/>
                </a:cubicBezTo>
                <a:cubicBezTo>
                  <a:pt x="1603" y="21"/>
                  <a:pt x="1549" y="19"/>
                  <a:pt x="1559" y="15"/>
                </a:cubicBezTo>
                <a:cubicBezTo>
                  <a:pt x="1532" y="18"/>
                  <a:pt x="1511" y="23"/>
                  <a:pt x="1489" y="15"/>
                </a:cubicBezTo>
                <a:cubicBezTo>
                  <a:pt x="1468" y="21"/>
                  <a:pt x="1441" y="25"/>
                  <a:pt x="1419" y="18"/>
                </a:cubicBezTo>
                <a:cubicBezTo>
                  <a:pt x="1403" y="21"/>
                  <a:pt x="1392" y="23"/>
                  <a:pt x="1376" y="26"/>
                </a:cubicBezTo>
                <a:cubicBezTo>
                  <a:pt x="1365" y="19"/>
                  <a:pt x="1344" y="25"/>
                  <a:pt x="1333" y="21"/>
                </a:cubicBezTo>
                <a:cubicBezTo>
                  <a:pt x="1349" y="18"/>
                  <a:pt x="1381" y="22"/>
                  <a:pt x="1371" y="15"/>
                </a:cubicBezTo>
                <a:cubicBezTo>
                  <a:pt x="1333" y="14"/>
                  <a:pt x="1290" y="23"/>
                  <a:pt x="1252" y="14"/>
                </a:cubicBezTo>
                <a:cubicBezTo>
                  <a:pt x="1225" y="21"/>
                  <a:pt x="1214" y="25"/>
                  <a:pt x="1187" y="19"/>
                </a:cubicBezTo>
                <a:cubicBezTo>
                  <a:pt x="1203" y="18"/>
                  <a:pt x="1235" y="18"/>
                  <a:pt x="1225" y="11"/>
                </a:cubicBezTo>
                <a:cubicBezTo>
                  <a:pt x="1209" y="14"/>
                  <a:pt x="1187" y="12"/>
                  <a:pt x="1171" y="15"/>
                </a:cubicBezTo>
                <a:cubicBezTo>
                  <a:pt x="1171" y="23"/>
                  <a:pt x="1192" y="25"/>
                  <a:pt x="1198" y="28"/>
                </a:cubicBezTo>
                <a:cubicBezTo>
                  <a:pt x="1176" y="23"/>
                  <a:pt x="1149" y="32"/>
                  <a:pt x="1133" y="25"/>
                </a:cubicBezTo>
                <a:cubicBezTo>
                  <a:pt x="1144" y="23"/>
                  <a:pt x="1155" y="26"/>
                  <a:pt x="1171" y="22"/>
                </a:cubicBezTo>
                <a:cubicBezTo>
                  <a:pt x="1149" y="16"/>
                  <a:pt x="1155" y="14"/>
                  <a:pt x="1133" y="10"/>
                </a:cubicBezTo>
                <a:cubicBezTo>
                  <a:pt x="1117" y="14"/>
                  <a:pt x="1084" y="12"/>
                  <a:pt x="1052" y="14"/>
                </a:cubicBezTo>
                <a:cubicBezTo>
                  <a:pt x="1047" y="21"/>
                  <a:pt x="1031" y="28"/>
                  <a:pt x="993" y="28"/>
                </a:cubicBezTo>
                <a:cubicBezTo>
                  <a:pt x="1009" y="25"/>
                  <a:pt x="998" y="23"/>
                  <a:pt x="1014" y="23"/>
                </a:cubicBezTo>
                <a:cubicBezTo>
                  <a:pt x="1009" y="18"/>
                  <a:pt x="993" y="18"/>
                  <a:pt x="982" y="18"/>
                </a:cubicBezTo>
                <a:cubicBezTo>
                  <a:pt x="982" y="16"/>
                  <a:pt x="987" y="16"/>
                  <a:pt x="982" y="15"/>
                </a:cubicBezTo>
                <a:cubicBezTo>
                  <a:pt x="1004" y="15"/>
                  <a:pt x="1036" y="22"/>
                  <a:pt x="1041" y="12"/>
                </a:cubicBezTo>
                <a:cubicBezTo>
                  <a:pt x="1009" y="8"/>
                  <a:pt x="987" y="14"/>
                  <a:pt x="966" y="10"/>
                </a:cubicBezTo>
                <a:cubicBezTo>
                  <a:pt x="950" y="16"/>
                  <a:pt x="912" y="18"/>
                  <a:pt x="890" y="16"/>
                </a:cubicBezTo>
                <a:cubicBezTo>
                  <a:pt x="906" y="19"/>
                  <a:pt x="885" y="22"/>
                  <a:pt x="885" y="25"/>
                </a:cubicBezTo>
                <a:cubicBezTo>
                  <a:pt x="869" y="12"/>
                  <a:pt x="912" y="16"/>
                  <a:pt x="923" y="10"/>
                </a:cubicBezTo>
                <a:cubicBezTo>
                  <a:pt x="869" y="11"/>
                  <a:pt x="842" y="4"/>
                  <a:pt x="831" y="18"/>
                </a:cubicBezTo>
                <a:cubicBezTo>
                  <a:pt x="831" y="15"/>
                  <a:pt x="831" y="12"/>
                  <a:pt x="825" y="10"/>
                </a:cubicBezTo>
                <a:cubicBezTo>
                  <a:pt x="804" y="16"/>
                  <a:pt x="787" y="8"/>
                  <a:pt x="771" y="6"/>
                </a:cubicBezTo>
                <a:cubicBezTo>
                  <a:pt x="750" y="8"/>
                  <a:pt x="744" y="18"/>
                  <a:pt x="734" y="15"/>
                </a:cubicBezTo>
                <a:cubicBezTo>
                  <a:pt x="723" y="12"/>
                  <a:pt x="739" y="5"/>
                  <a:pt x="717" y="8"/>
                </a:cubicBezTo>
                <a:cubicBezTo>
                  <a:pt x="717" y="10"/>
                  <a:pt x="712" y="18"/>
                  <a:pt x="696" y="15"/>
                </a:cubicBezTo>
                <a:cubicBezTo>
                  <a:pt x="690" y="12"/>
                  <a:pt x="712" y="10"/>
                  <a:pt x="690" y="5"/>
                </a:cubicBezTo>
                <a:cubicBezTo>
                  <a:pt x="680" y="15"/>
                  <a:pt x="647" y="15"/>
                  <a:pt x="631" y="25"/>
                </a:cubicBezTo>
                <a:cubicBezTo>
                  <a:pt x="631" y="21"/>
                  <a:pt x="626" y="23"/>
                  <a:pt x="615" y="19"/>
                </a:cubicBezTo>
                <a:cubicBezTo>
                  <a:pt x="642" y="15"/>
                  <a:pt x="631" y="12"/>
                  <a:pt x="658" y="11"/>
                </a:cubicBezTo>
                <a:cubicBezTo>
                  <a:pt x="637" y="10"/>
                  <a:pt x="593" y="0"/>
                  <a:pt x="583" y="10"/>
                </a:cubicBezTo>
                <a:cubicBezTo>
                  <a:pt x="593" y="8"/>
                  <a:pt x="599" y="11"/>
                  <a:pt x="593" y="12"/>
                </a:cubicBezTo>
                <a:cubicBezTo>
                  <a:pt x="555" y="11"/>
                  <a:pt x="550" y="23"/>
                  <a:pt x="529" y="29"/>
                </a:cubicBezTo>
                <a:cubicBezTo>
                  <a:pt x="485" y="18"/>
                  <a:pt x="566" y="16"/>
                  <a:pt x="561" y="8"/>
                </a:cubicBezTo>
                <a:cubicBezTo>
                  <a:pt x="512" y="2"/>
                  <a:pt x="421" y="16"/>
                  <a:pt x="453" y="31"/>
                </a:cubicBezTo>
                <a:cubicBezTo>
                  <a:pt x="431" y="29"/>
                  <a:pt x="404" y="33"/>
                  <a:pt x="383" y="28"/>
                </a:cubicBezTo>
                <a:cubicBezTo>
                  <a:pt x="431" y="21"/>
                  <a:pt x="453" y="18"/>
                  <a:pt x="453" y="5"/>
                </a:cubicBezTo>
                <a:cubicBezTo>
                  <a:pt x="404" y="6"/>
                  <a:pt x="415" y="15"/>
                  <a:pt x="367" y="21"/>
                </a:cubicBezTo>
                <a:cubicBezTo>
                  <a:pt x="356" y="18"/>
                  <a:pt x="350" y="19"/>
                  <a:pt x="340" y="16"/>
                </a:cubicBezTo>
                <a:cubicBezTo>
                  <a:pt x="372" y="18"/>
                  <a:pt x="350" y="6"/>
                  <a:pt x="377" y="8"/>
                </a:cubicBezTo>
                <a:cubicBezTo>
                  <a:pt x="329" y="5"/>
                  <a:pt x="280" y="10"/>
                  <a:pt x="237" y="6"/>
                </a:cubicBezTo>
                <a:cubicBezTo>
                  <a:pt x="215" y="21"/>
                  <a:pt x="107" y="10"/>
                  <a:pt x="102" y="23"/>
                </a:cubicBezTo>
                <a:moveTo>
                  <a:pt x="3600" y="87"/>
                </a:moveTo>
                <a:cubicBezTo>
                  <a:pt x="3600" y="90"/>
                  <a:pt x="3600" y="92"/>
                  <a:pt x="3611" y="94"/>
                </a:cubicBezTo>
                <a:cubicBezTo>
                  <a:pt x="3600" y="94"/>
                  <a:pt x="3594" y="96"/>
                  <a:pt x="3589" y="97"/>
                </a:cubicBezTo>
                <a:cubicBezTo>
                  <a:pt x="3584" y="96"/>
                  <a:pt x="3578" y="94"/>
                  <a:pt x="3573" y="96"/>
                </a:cubicBezTo>
                <a:cubicBezTo>
                  <a:pt x="3562" y="93"/>
                  <a:pt x="3594" y="90"/>
                  <a:pt x="3600" y="87"/>
                </a:cubicBezTo>
                <a:moveTo>
                  <a:pt x="2126" y="124"/>
                </a:moveTo>
                <a:cubicBezTo>
                  <a:pt x="2115" y="118"/>
                  <a:pt x="2094" y="124"/>
                  <a:pt x="2094" y="117"/>
                </a:cubicBezTo>
                <a:cubicBezTo>
                  <a:pt x="2132" y="121"/>
                  <a:pt x="2159" y="115"/>
                  <a:pt x="2175" y="108"/>
                </a:cubicBezTo>
                <a:cubicBezTo>
                  <a:pt x="2180" y="115"/>
                  <a:pt x="2153" y="120"/>
                  <a:pt x="2126" y="124"/>
                </a:cubicBezTo>
                <a:moveTo>
                  <a:pt x="2229" y="108"/>
                </a:moveTo>
                <a:cubicBezTo>
                  <a:pt x="2223" y="103"/>
                  <a:pt x="2261" y="98"/>
                  <a:pt x="2272" y="104"/>
                </a:cubicBezTo>
                <a:cubicBezTo>
                  <a:pt x="2277" y="103"/>
                  <a:pt x="2272" y="101"/>
                  <a:pt x="2267" y="100"/>
                </a:cubicBezTo>
                <a:cubicBezTo>
                  <a:pt x="2283" y="94"/>
                  <a:pt x="2288" y="100"/>
                  <a:pt x="2304" y="97"/>
                </a:cubicBezTo>
                <a:cubicBezTo>
                  <a:pt x="2299" y="101"/>
                  <a:pt x="2277" y="103"/>
                  <a:pt x="2261" y="110"/>
                </a:cubicBezTo>
                <a:cubicBezTo>
                  <a:pt x="2250" y="108"/>
                  <a:pt x="2240" y="104"/>
                  <a:pt x="2229" y="108"/>
                </a:cubicBezTo>
                <a:moveTo>
                  <a:pt x="2299" y="93"/>
                </a:moveTo>
                <a:cubicBezTo>
                  <a:pt x="2310" y="92"/>
                  <a:pt x="2315" y="90"/>
                  <a:pt x="2326" y="89"/>
                </a:cubicBezTo>
                <a:cubicBezTo>
                  <a:pt x="2337" y="96"/>
                  <a:pt x="2304" y="94"/>
                  <a:pt x="2342" y="100"/>
                </a:cubicBezTo>
                <a:cubicBezTo>
                  <a:pt x="2342" y="100"/>
                  <a:pt x="2347" y="98"/>
                  <a:pt x="2353" y="98"/>
                </a:cubicBezTo>
                <a:cubicBezTo>
                  <a:pt x="2364" y="103"/>
                  <a:pt x="2337" y="98"/>
                  <a:pt x="2326" y="103"/>
                </a:cubicBezTo>
                <a:cubicBezTo>
                  <a:pt x="2331" y="98"/>
                  <a:pt x="2310" y="97"/>
                  <a:pt x="2315" y="103"/>
                </a:cubicBezTo>
                <a:cubicBezTo>
                  <a:pt x="2310" y="107"/>
                  <a:pt x="2310" y="96"/>
                  <a:pt x="2299" y="93"/>
                </a:cubicBezTo>
                <a:moveTo>
                  <a:pt x="2267" y="118"/>
                </a:moveTo>
                <a:cubicBezTo>
                  <a:pt x="2256" y="114"/>
                  <a:pt x="2277" y="110"/>
                  <a:pt x="2294" y="110"/>
                </a:cubicBezTo>
                <a:cubicBezTo>
                  <a:pt x="2304" y="114"/>
                  <a:pt x="2277" y="118"/>
                  <a:pt x="2267" y="118"/>
                </a:cubicBezTo>
                <a:moveTo>
                  <a:pt x="2342" y="115"/>
                </a:moveTo>
                <a:cubicBezTo>
                  <a:pt x="2342" y="113"/>
                  <a:pt x="2342" y="111"/>
                  <a:pt x="2337" y="108"/>
                </a:cubicBezTo>
                <a:cubicBezTo>
                  <a:pt x="2353" y="104"/>
                  <a:pt x="2364" y="107"/>
                  <a:pt x="2374" y="106"/>
                </a:cubicBezTo>
                <a:cubicBezTo>
                  <a:pt x="2385" y="110"/>
                  <a:pt x="2353" y="111"/>
                  <a:pt x="2342" y="115"/>
                </a:cubicBezTo>
                <a:moveTo>
                  <a:pt x="2472" y="79"/>
                </a:moveTo>
                <a:cubicBezTo>
                  <a:pt x="2461" y="73"/>
                  <a:pt x="2493" y="76"/>
                  <a:pt x="2499" y="76"/>
                </a:cubicBezTo>
                <a:cubicBezTo>
                  <a:pt x="2499" y="79"/>
                  <a:pt x="2493" y="82"/>
                  <a:pt x="2499" y="86"/>
                </a:cubicBezTo>
                <a:cubicBezTo>
                  <a:pt x="2493" y="94"/>
                  <a:pt x="2493" y="70"/>
                  <a:pt x="2472" y="79"/>
                </a:cubicBezTo>
                <a:moveTo>
                  <a:pt x="2536" y="64"/>
                </a:moveTo>
                <a:cubicBezTo>
                  <a:pt x="2553" y="70"/>
                  <a:pt x="2542" y="76"/>
                  <a:pt x="2536" y="80"/>
                </a:cubicBezTo>
                <a:cubicBezTo>
                  <a:pt x="2520" y="74"/>
                  <a:pt x="2509" y="69"/>
                  <a:pt x="2536" y="64"/>
                </a:cubicBezTo>
                <a:moveTo>
                  <a:pt x="2472" y="114"/>
                </a:moveTo>
                <a:cubicBezTo>
                  <a:pt x="2466" y="113"/>
                  <a:pt x="2488" y="107"/>
                  <a:pt x="2461" y="111"/>
                </a:cubicBezTo>
                <a:cubicBezTo>
                  <a:pt x="2461" y="103"/>
                  <a:pt x="2428" y="110"/>
                  <a:pt x="2445" y="103"/>
                </a:cubicBezTo>
                <a:cubicBezTo>
                  <a:pt x="2493" y="101"/>
                  <a:pt x="2482" y="104"/>
                  <a:pt x="2520" y="101"/>
                </a:cubicBezTo>
                <a:cubicBezTo>
                  <a:pt x="2531" y="100"/>
                  <a:pt x="2520" y="106"/>
                  <a:pt x="2536" y="104"/>
                </a:cubicBezTo>
                <a:cubicBezTo>
                  <a:pt x="2531" y="113"/>
                  <a:pt x="2477" y="101"/>
                  <a:pt x="2472" y="114"/>
                </a:cubicBezTo>
                <a:moveTo>
                  <a:pt x="2553" y="87"/>
                </a:moveTo>
                <a:cubicBezTo>
                  <a:pt x="2558" y="89"/>
                  <a:pt x="2553" y="90"/>
                  <a:pt x="2547" y="92"/>
                </a:cubicBezTo>
                <a:cubicBezTo>
                  <a:pt x="2553" y="92"/>
                  <a:pt x="2558" y="93"/>
                  <a:pt x="2569" y="94"/>
                </a:cubicBezTo>
                <a:cubicBezTo>
                  <a:pt x="2542" y="101"/>
                  <a:pt x="2520" y="90"/>
                  <a:pt x="2553" y="87"/>
                </a:cubicBezTo>
                <a:moveTo>
                  <a:pt x="2569" y="110"/>
                </a:moveTo>
                <a:cubicBezTo>
                  <a:pt x="2563" y="111"/>
                  <a:pt x="2547" y="110"/>
                  <a:pt x="2553" y="113"/>
                </a:cubicBezTo>
                <a:cubicBezTo>
                  <a:pt x="2531" y="117"/>
                  <a:pt x="2542" y="104"/>
                  <a:pt x="2553" y="110"/>
                </a:cubicBezTo>
                <a:cubicBezTo>
                  <a:pt x="2553" y="107"/>
                  <a:pt x="2553" y="94"/>
                  <a:pt x="2580" y="103"/>
                </a:cubicBezTo>
                <a:cubicBezTo>
                  <a:pt x="2574" y="104"/>
                  <a:pt x="2574" y="103"/>
                  <a:pt x="2569" y="101"/>
                </a:cubicBezTo>
                <a:cubicBezTo>
                  <a:pt x="2569" y="104"/>
                  <a:pt x="2569" y="107"/>
                  <a:pt x="2569" y="110"/>
                </a:cubicBezTo>
                <a:moveTo>
                  <a:pt x="2623" y="97"/>
                </a:moveTo>
                <a:cubicBezTo>
                  <a:pt x="2628" y="94"/>
                  <a:pt x="2639" y="93"/>
                  <a:pt x="2634" y="92"/>
                </a:cubicBezTo>
                <a:cubicBezTo>
                  <a:pt x="2661" y="87"/>
                  <a:pt x="2644" y="101"/>
                  <a:pt x="2666" y="97"/>
                </a:cubicBezTo>
                <a:cubicBezTo>
                  <a:pt x="2671" y="101"/>
                  <a:pt x="2628" y="103"/>
                  <a:pt x="2623" y="97"/>
                </a:cubicBezTo>
                <a:moveTo>
                  <a:pt x="2715" y="90"/>
                </a:moveTo>
                <a:cubicBezTo>
                  <a:pt x="2704" y="86"/>
                  <a:pt x="2698" y="82"/>
                  <a:pt x="2715" y="79"/>
                </a:cubicBezTo>
                <a:cubicBezTo>
                  <a:pt x="2731" y="83"/>
                  <a:pt x="2742" y="87"/>
                  <a:pt x="2715" y="90"/>
                </a:cubicBezTo>
                <a:moveTo>
                  <a:pt x="2849" y="62"/>
                </a:moveTo>
                <a:cubicBezTo>
                  <a:pt x="2855" y="70"/>
                  <a:pt x="2817" y="66"/>
                  <a:pt x="2806" y="66"/>
                </a:cubicBezTo>
                <a:cubicBezTo>
                  <a:pt x="2801" y="60"/>
                  <a:pt x="2839" y="64"/>
                  <a:pt x="2849" y="62"/>
                </a:cubicBezTo>
                <a:moveTo>
                  <a:pt x="2785" y="76"/>
                </a:moveTo>
                <a:cubicBezTo>
                  <a:pt x="2790" y="72"/>
                  <a:pt x="2822" y="73"/>
                  <a:pt x="2844" y="69"/>
                </a:cubicBezTo>
                <a:cubicBezTo>
                  <a:pt x="2855" y="76"/>
                  <a:pt x="2822" y="73"/>
                  <a:pt x="2806" y="79"/>
                </a:cubicBezTo>
                <a:cubicBezTo>
                  <a:pt x="2795" y="77"/>
                  <a:pt x="2790" y="74"/>
                  <a:pt x="2785" y="76"/>
                </a:cubicBezTo>
                <a:moveTo>
                  <a:pt x="2790" y="100"/>
                </a:moveTo>
                <a:cubicBezTo>
                  <a:pt x="2769" y="100"/>
                  <a:pt x="2779" y="103"/>
                  <a:pt x="2763" y="106"/>
                </a:cubicBezTo>
                <a:cubicBezTo>
                  <a:pt x="2758" y="104"/>
                  <a:pt x="2758" y="103"/>
                  <a:pt x="2752" y="100"/>
                </a:cubicBezTo>
                <a:cubicBezTo>
                  <a:pt x="2779" y="101"/>
                  <a:pt x="2752" y="94"/>
                  <a:pt x="2779" y="92"/>
                </a:cubicBezTo>
                <a:cubicBezTo>
                  <a:pt x="2774" y="92"/>
                  <a:pt x="2763" y="89"/>
                  <a:pt x="2758" y="86"/>
                </a:cubicBezTo>
                <a:cubicBezTo>
                  <a:pt x="2763" y="86"/>
                  <a:pt x="2774" y="86"/>
                  <a:pt x="2769" y="84"/>
                </a:cubicBezTo>
                <a:cubicBezTo>
                  <a:pt x="2779" y="83"/>
                  <a:pt x="2785" y="86"/>
                  <a:pt x="2790" y="84"/>
                </a:cubicBezTo>
                <a:cubicBezTo>
                  <a:pt x="2795" y="87"/>
                  <a:pt x="2785" y="87"/>
                  <a:pt x="2785" y="86"/>
                </a:cubicBezTo>
                <a:cubicBezTo>
                  <a:pt x="2795" y="92"/>
                  <a:pt x="2774" y="96"/>
                  <a:pt x="2790" y="100"/>
                </a:cubicBezTo>
                <a:moveTo>
                  <a:pt x="2720" y="107"/>
                </a:moveTo>
                <a:cubicBezTo>
                  <a:pt x="2682" y="113"/>
                  <a:pt x="2661" y="108"/>
                  <a:pt x="2634" y="114"/>
                </a:cubicBezTo>
                <a:cubicBezTo>
                  <a:pt x="2634" y="106"/>
                  <a:pt x="2693" y="104"/>
                  <a:pt x="2720" y="107"/>
                </a:cubicBezTo>
                <a:moveTo>
                  <a:pt x="2634" y="124"/>
                </a:moveTo>
                <a:cubicBezTo>
                  <a:pt x="2623" y="121"/>
                  <a:pt x="2639" y="120"/>
                  <a:pt x="2634" y="117"/>
                </a:cubicBezTo>
                <a:cubicBezTo>
                  <a:pt x="2655" y="118"/>
                  <a:pt x="2671" y="121"/>
                  <a:pt x="2693" y="120"/>
                </a:cubicBezTo>
                <a:cubicBezTo>
                  <a:pt x="2693" y="130"/>
                  <a:pt x="2655" y="118"/>
                  <a:pt x="2634" y="124"/>
                </a:cubicBezTo>
                <a:moveTo>
                  <a:pt x="2806" y="87"/>
                </a:moveTo>
                <a:cubicBezTo>
                  <a:pt x="2795" y="77"/>
                  <a:pt x="2822" y="86"/>
                  <a:pt x="2844" y="79"/>
                </a:cubicBezTo>
                <a:cubicBezTo>
                  <a:pt x="2844" y="84"/>
                  <a:pt x="2844" y="87"/>
                  <a:pt x="2866" y="90"/>
                </a:cubicBezTo>
                <a:cubicBezTo>
                  <a:pt x="2882" y="87"/>
                  <a:pt x="2887" y="84"/>
                  <a:pt x="2882" y="82"/>
                </a:cubicBezTo>
                <a:cubicBezTo>
                  <a:pt x="2903" y="80"/>
                  <a:pt x="2892" y="87"/>
                  <a:pt x="2892" y="90"/>
                </a:cubicBezTo>
                <a:cubicBezTo>
                  <a:pt x="2839" y="96"/>
                  <a:pt x="2849" y="86"/>
                  <a:pt x="2806" y="87"/>
                </a:cubicBezTo>
                <a:moveTo>
                  <a:pt x="2974" y="57"/>
                </a:moveTo>
                <a:cubicBezTo>
                  <a:pt x="2974" y="62"/>
                  <a:pt x="2963" y="64"/>
                  <a:pt x="2947" y="67"/>
                </a:cubicBezTo>
                <a:cubicBezTo>
                  <a:pt x="2941" y="66"/>
                  <a:pt x="2936" y="64"/>
                  <a:pt x="2930" y="63"/>
                </a:cubicBezTo>
                <a:cubicBezTo>
                  <a:pt x="2947" y="59"/>
                  <a:pt x="2957" y="62"/>
                  <a:pt x="2974" y="57"/>
                </a:cubicBezTo>
                <a:moveTo>
                  <a:pt x="3060" y="60"/>
                </a:moveTo>
                <a:cubicBezTo>
                  <a:pt x="3044" y="63"/>
                  <a:pt x="3028" y="64"/>
                  <a:pt x="3017" y="59"/>
                </a:cubicBezTo>
                <a:cubicBezTo>
                  <a:pt x="3033" y="55"/>
                  <a:pt x="3049" y="55"/>
                  <a:pt x="3060" y="60"/>
                </a:cubicBezTo>
                <a:moveTo>
                  <a:pt x="2742" y="120"/>
                </a:moveTo>
                <a:cubicBezTo>
                  <a:pt x="2752" y="111"/>
                  <a:pt x="2790" y="110"/>
                  <a:pt x="2806" y="103"/>
                </a:cubicBezTo>
                <a:cubicBezTo>
                  <a:pt x="2828" y="113"/>
                  <a:pt x="2763" y="111"/>
                  <a:pt x="2785" y="118"/>
                </a:cubicBezTo>
                <a:cubicBezTo>
                  <a:pt x="2769" y="124"/>
                  <a:pt x="2758" y="118"/>
                  <a:pt x="2742" y="120"/>
                </a:cubicBezTo>
                <a:moveTo>
                  <a:pt x="2925" y="84"/>
                </a:moveTo>
                <a:cubicBezTo>
                  <a:pt x="2963" y="80"/>
                  <a:pt x="2947" y="74"/>
                  <a:pt x="2974" y="70"/>
                </a:cubicBezTo>
                <a:cubicBezTo>
                  <a:pt x="2990" y="74"/>
                  <a:pt x="3011" y="74"/>
                  <a:pt x="3033" y="67"/>
                </a:cubicBezTo>
                <a:cubicBezTo>
                  <a:pt x="3055" y="80"/>
                  <a:pt x="3001" y="72"/>
                  <a:pt x="2974" y="77"/>
                </a:cubicBezTo>
                <a:cubicBezTo>
                  <a:pt x="2963" y="80"/>
                  <a:pt x="3001" y="80"/>
                  <a:pt x="3006" y="82"/>
                </a:cubicBezTo>
                <a:cubicBezTo>
                  <a:pt x="2995" y="86"/>
                  <a:pt x="3028" y="92"/>
                  <a:pt x="3001" y="96"/>
                </a:cubicBezTo>
                <a:cubicBezTo>
                  <a:pt x="2995" y="82"/>
                  <a:pt x="2963" y="86"/>
                  <a:pt x="2925" y="84"/>
                </a:cubicBezTo>
                <a:moveTo>
                  <a:pt x="3022" y="87"/>
                </a:moveTo>
                <a:cubicBezTo>
                  <a:pt x="3033" y="87"/>
                  <a:pt x="3038" y="86"/>
                  <a:pt x="3044" y="84"/>
                </a:cubicBezTo>
                <a:cubicBezTo>
                  <a:pt x="3055" y="89"/>
                  <a:pt x="3060" y="86"/>
                  <a:pt x="3060" y="90"/>
                </a:cubicBezTo>
                <a:cubicBezTo>
                  <a:pt x="3049" y="92"/>
                  <a:pt x="3033" y="92"/>
                  <a:pt x="3022" y="87"/>
                </a:cubicBezTo>
                <a:moveTo>
                  <a:pt x="2849" y="121"/>
                </a:moveTo>
                <a:cubicBezTo>
                  <a:pt x="2844" y="114"/>
                  <a:pt x="2839" y="117"/>
                  <a:pt x="2833" y="111"/>
                </a:cubicBezTo>
                <a:cubicBezTo>
                  <a:pt x="2871" y="115"/>
                  <a:pt x="2909" y="100"/>
                  <a:pt x="2941" y="93"/>
                </a:cubicBezTo>
                <a:cubicBezTo>
                  <a:pt x="2957" y="101"/>
                  <a:pt x="2903" y="103"/>
                  <a:pt x="2898" y="108"/>
                </a:cubicBezTo>
                <a:cubicBezTo>
                  <a:pt x="2909" y="113"/>
                  <a:pt x="2914" y="111"/>
                  <a:pt x="2925" y="113"/>
                </a:cubicBezTo>
                <a:cubicBezTo>
                  <a:pt x="2952" y="108"/>
                  <a:pt x="2952" y="104"/>
                  <a:pt x="2968" y="98"/>
                </a:cubicBezTo>
                <a:cubicBezTo>
                  <a:pt x="2995" y="106"/>
                  <a:pt x="2947" y="108"/>
                  <a:pt x="2979" y="115"/>
                </a:cubicBezTo>
                <a:cubicBezTo>
                  <a:pt x="2930" y="113"/>
                  <a:pt x="2903" y="120"/>
                  <a:pt x="2849" y="121"/>
                </a:cubicBezTo>
                <a:moveTo>
                  <a:pt x="2984" y="104"/>
                </a:moveTo>
                <a:cubicBezTo>
                  <a:pt x="3011" y="97"/>
                  <a:pt x="3017" y="100"/>
                  <a:pt x="3038" y="93"/>
                </a:cubicBezTo>
                <a:cubicBezTo>
                  <a:pt x="3049" y="96"/>
                  <a:pt x="3038" y="97"/>
                  <a:pt x="3028" y="100"/>
                </a:cubicBezTo>
                <a:cubicBezTo>
                  <a:pt x="3033" y="101"/>
                  <a:pt x="3038" y="100"/>
                  <a:pt x="3038" y="100"/>
                </a:cubicBezTo>
                <a:cubicBezTo>
                  <a:pt x="3038" y="101"/>
                  <a:pt x="2995" y="103"/>
                  <a:pt x="2995" y="111"/>
                </a:cubicBezTo>
                <a:cubicBezTo>
                  <a:pt x="2974" y="114"/>
                  <a:pt x="3006" y="106"/>
                  <a:pt x="2984" y="104"/>
                </a:cubicBezTo>
                <a:moveTo>
                  <a:pt x="3060" y="93"/>
                </a:moveTo>
                <a:cubicBezTo>
                  <a:pt x="3082" y="87"/>
                  <a:pt x="3109" y="89"/>
                  <a:pt x="3114" y="77"/>
                </a:cubicBezTo>
                <a:cubicBezTo>
                  <a:pt x="3119" y="83"/>
                  <a:pt x="3136" y="79"/>
                  <a:pt x="3146" y="79"/>
                </a:cubicBezTo>
                <a:cubicBezTo>
                  <a:pt x="3136" y="84"/>
                  <a:pt x="3103" y="96"/>
                  <a:pt x="3060" y="93"/>
                </a:cubicBezTo>
                <a:moveTo>
                  <a:pt x="3168" y="120"/>
                </a:moveTo>
                <a:cubicBezTo>
                  <a:pt x="3146" y="115"/>
                  <a:pt x="3173" y="113"/>
                  <a:pt x="3168" y="110"/>
                </a:cubicBezTo>
                <a:cubicBezTo>
                  <a:pt x="3152" y="107"/>
                  <a:pt x="3168" y="115"/>
                  <a:pt x="3141" y="117"/>
                </a:cubicBezTo>
                <a:cubicBezTo>
                  <a:pt x="3125" y="113"/>
                  <a:pt x="3136" y="110"/>
                  <a:pt x="3146" y="106"/>
                </a:cubicBezTo>
                <a:cubicBezTo>
                  <a:pt x="3168" y="107"/>
                  <a:pt x="3184" y="111"/>
                  <a:pt x="3206" y="115"/>
                </a:cubicBezTo>
                <a:cubicBezTo>
                  <a:pt x="3200" y="120"/>
                  <a:pt x="3184" y="118"/>
                  <a:pt x="3168" y="120"/>
                </a:cubicBezTo>
                <a:moveTo>
                  <a:pt x="3297" y="83"/>
                </a:moveTo>
                <a:cubicBezTo>
                  <a:pt x="3303" y="89"/>
                  <a:pt x="3297" y="94"/>
                  <a:pt x="3270" y="98"/>
                </a:cubicBezTo>
                <a:cubicBezTo>
                  <a:pt x="3265" y="94"/>
                  <a:pt x="3254" y="93"/>
                  <a:pt x="3238" y="94"/>
                </a:cubicBezTo>
                <a:cubicBezTo>
                  <a:pt x="3238" y="93"/>
                  <a:pt x="3281" y="89"/>
                  <a:pt x="3297" y="83"/>
                </a:cubicBezTo>
                <a:moveTo>
                  <a:pt x="3200" y="111"/>
                </a:moveTo>
                <a:cubicBezTo>
                  <a:pt x="3195" y="108"/>
                  <a:pt x="3206" y="106"/>
                  <a:pt x="3200" y="103"/>
                </a:cubicBezTo>
                <a:cubicBezTo>
                  <a:pt x="3211" y="101"/>
                  <a:pt x="3222" y="103"/>
                  <a:pt x="3227" y="107"/>
                </a:cubicBezTo>
                <a:cubicBezTo>
                  <a:pt x="3216" y="111"/>
                  <a:pt x="3211" y="110"/>
                  <a:pt x="3200" y="111"/>
                </a:cubicBezTo>
                <a:moveTo>
                  <a:pt x="3303" y="97"/>
                </a:moveTo>
                <a:cubicBezTo>
                  <a:pt x="3308" y="92"/>
                  <a:pt x="3324" y="87"/>
                  <a:pt x="3319" y="82"/>
                </a:cubicBezTo>
                <a:cubicBezTo>
                  <a:pt x="3324" y="80"/>
                  <a:pt x="3324" y="83"/>
                  <a:pt x="3324" y="83"/>
                </a:cubicBezTo>
                <a:cubicBezTo>
                  <a:pt x="3341" y="86"/>
                  <a:pt x="3362" y="82"/>
                  <a:pt x="3373" y="87"/>
                </a:cubicBezTo>
                <a:cubicBezTo>
                  <a:pt x="3346" y="87"/>
                  <a:pt x="3330" y="96"/>
                  <a:pt x="3303" y="97"/>
                </a:cubicBezTo>
                <a:moveTo>
                  <a:pt x="3346" y="104"/>
                </a:moveTo>
                <a:cubicBezTo>
                  <a:pt x="3324" y="110"/>
                  <a:pt x="3314" y="103"/>
                  <a:pt x="3292" y="110"/>
                </a:cubicBezTo>
                <a:cubicBezTo>
                  <a:pt x="3287" y="107"/>
                  <a:pt x="3287" y="104"/>
                  <a:pt x="3292" y="103"/>
                </a:cubicBezTo>
                <a:cubicBezTo>
                  <a:pt x="3308" y="101"/>
                  <a:pt x="3330" y="100"/>
                  <a:pt x="3346" y="104"/>
                </a:cubicBezTo>
                <a:moveTo>
                  <a:pt x="3465" y="87"/>
                </a:moveTo>
                <a:cubicBezTo>
                  <a:pt x="3449" y="89"/>
                  <a:pt x="3432" y="87"/>
                  <a:pt x="3416" y="92"/>
                </a:cubicBezTo>
                <a:cubicBezTo>
                  <a:pt x="3411" y="89"/>
                  <a:pt x="3422" y="87"/>
                  <a:pt x="3416" y="84"/>
                </a:cubicBezTo>
                <a:cubicBezTo>
                  <a:pt x="3432" y="82"/>
                  <a:pt x="3449" y="82"/>
                  <a:pt x="3465" y="87"/>
                </a:cubicBezTo>
                <a:moveTo>
                  <a:pt x="3557" y="57"/>
                </a:moveTo>
                <a:cubicBezTo>
                  <a:pt x="3524" y="59"/>
                  <a:pt x="3551" y="64"/>
                  <a:pt x="3524" y="69"/>
                </a:cubicBezTo>
                <a:cubicBezTo>
                  <a:pt x="3519" y="69"/>
                  <a:pt x="3513" y="67"/>
                  <a:pt x="3502" y="69"/>
                </a:cubicBezTo>
                <a:cubicBezTo>
                  <a:pt x="3497" y="62"/>
                  <a:pt x="3530" y="48"/>
                  <a:pt x="3557" y="57"/>
                </a:cubicBezTo>
                <a:moveTo>
                  <a:pt x="3486" y="49"/>
                </a:moveTo>
                <a:cubicBezTo>
                  <a:pt x="3486" y="55"/>
                  <a:pt x="3470" y="59"/>
                  <a:pt x="3449" y="63"/>
                </a:cubicBezTo>
                <a:cubicBezTo>
                  <a:pt x="3443" y="62"/>
                  <a:pt x="3449" y="60"/>
                  <a:pt x="3454" y="59"/>
                </a:cubicBezTo>
                <a:cubicBezTo>
                  <a:pt x="3459" y="56"/>
                  <a:pt x="3449" y="57"/>
                  <a:pt x="3443" y="53"/>
                </a:cubicBezTo>
                <a:cubicBezTo>
                  <a:pt x="3454" y="52"/>
                  <a:pt x="3449" y="49"/>
                  <a:pt x="3459" y="48"/>
                </a:cubicBezTo>
                <a:cubicBezTo>
                  <a:pt x="3470" y="48"/>
                  <a:pt x="3476" y="50"/>
                  <a:pt x="3486" y="49"/>
                </a:cubicBezTo>
                <a:moveTo>
                  <a:pt x="3470" y="60"/>
                </a:moveTo>
                <a:cubicBezTo>
                  <a:pt x="3470" y="73"/>
                  <a:pt x="3411" y="80"/>
                  <a:pt x="3357" y="79"/>
                </a:cubicBezTo>
                <a:cubicBezTo>
                  <a:pt x="3357" y="72"/>
                  <a:pt x="3405" y="77"/>
                  <a:pt x="3416" y="69"/>
                </a:cubicBezTo>
                <a:cubicBezTo>
                  <a:pt x="3411" y="66"/>
                  <a:pt x="3400" y="66"/>
                  <a:pt x="3389" y="66"/>
                </a:cubicBezTo>
                <a:cubicBezTo>
                  <a:pt x="3389" y="63"/>
                  <a:pt x="3395" y="60"/>
                  <a:pt x="3411" y="57"/>
                </a:cubicBezTo>
                <a:cubicBezTo>
                  <a:pt x="3416" y="64"/>
                  <a:pt x="3443" y="67"/>
                  <a:pt x="3470" y="60"/>
                </a:cubicBezTo>
                <a:moveTo>
                  <a:pt x="3351" y="59"/>
                </a:moveTo>
                <a:cubicBezTo>
                  <a:pt x="3384" y="64"/>
                  <a:pt x="3335" y="66"/>
                  <a:pt x="3357" y="72"/>
                </a:cubicBezTo>
                <a:cubicBezTo>
                  <a:pt x="3346" y="73"/>
                  <a:pt x="3330" y="72"/>
                  <a:pt x="3335" y="74"/>
                </a:cubicBezTo>
                <a:cubicBezTo>
                  <a:pt x="3330" y="76"/>
                  <a:pt x="3324" y="73"/>
                  <a:pt x="3319" y="72"/>
                </a:cubicBezTo>
                <a:cubicBezTo>
                  <a:pt x="3346" y="67"/>
                  <a:pt x="3319" y="63"/>
                  <a:pt x="3351" y="59"/>
                </a:cubicBezTo>
                <a:moveTo>
                  <a:pt x="3292" y="73"/>
                </a:moveTo>
                <a:cubicBezTo>
                  <a:pt x="3303" y="79"/>
                  <a:pt x="3265" y="79"/>
                  <a:pt x="3260" y="82"/>
                </a:cubicBezTo>
                <a:cubicBezTo>
                  <a:pt x="3238" y="73"/>
                  <a:pt x="3287" y="76"/>
                  <a:pt x="3292" y="73"/>
                </a:cubicBezTo>
                <a:moveTo>
                  <a:pt x="3206" y="94"/>
                </a:moveTo>
                <a:cubicBezTo>
                  <a:pt x="3211" y="93"/>
                  <a:pt x="3173" y="92"/>
                  <a:pt x="3168" y="103"/>
                </a:cubicBezTo>
                <a:cubicBezTo>
                  <a:pt x="3119" y="96"/>
                  <a:pt x="3227" y="80"/>
                  <a:pt x="3238" y="70"/>
                </a:cubicBezTo>
                <a:cubicBezTo>
                  <a:pt x="3249" y="79"/>
                  <a:pt x="3222" y="86"/>
                  <a:pt x="3206" y="94"/>
                </a:cubicBezTo>
                <a:moveTo>
                  <a:pt x="3281" y="66"/>
                </a:moveTo>
                <a:cubicBezTo>
                  <a:pt x="3276" y="72"/>
                  <a:pt x="3249" y="66"/>
                  <a:pt x="3260" y="70"/>
                </a:cubicBezTo>
                <a:cubicBezTo>
                  <a:pt x="3238" y="74"/>
                  <a:pt x="3254" y="60"/>
                  <a:pt x="3227" y="64"/>
                </a:cubicBezTo>
                <a:cubicBezTo>
                  <a:pt x="3216" y="60"/>
                  <a:pt x="3243" y="64"/>
                  <a:pt x="3254" y="59"/>
                </a:cubicBezTo>
                <a:cubicBezTo>
                  <a:pt x="3260" y="64"/>
                  <a:pt x="3270" y="62"/>
                  <a:pt x="3281" y="66"/>
                </a:cubicBezTo>
                <a:moveTo>
                  <a:pt x="3281" y="63"/>
                </a:moveTo>
                <a:cubicBezTo>
                  <a:pt x="3270" y="56"/>
                  <a:pt x="3265" y="57"/>
                  <a:pt x="3260" y="52"/>
                </a:cubicBezTo>
                <a:cubicBezTo>
                  <a:pt x="3276" y="50"/>
                  <a:pt x="3308" y="59"/>
                  <a:pt x="3281" y="63"/>
                </a:cubicBezTo>
                <a:moveTo>
                  <a:pt x="3184" y="79"/>
                </a:moveTo>
                <a:cubicBezTo>
                  <a:pt x="3157" y="73"/>
                  <a:pt x="3190" y="69"/>
                  <a:pt x="3173" y="63"/>
                </a:cubicBezTo>
                <a:cubicBezTo>
                  <a:pt x="3206" y="60"/>
                  <a:pt x="3206" y="74"/>
                  <a:pt x="3184" y="79"/>
                </a:cubicBezTo>
                <a:moveTo>
                  <a:pt x="3103" y="72"/>
                </a:moveTo>
                <a:cubicBezTo>
                  <a:pt x="3087" y="60"/>
                  <a:pt x="3141" y="67"/>
                  <a:pt x="3157" y="60"/>
                </a:cubicBezTo>
                <a:cubicBezTo>
                  <a:pt x="3168" y="72"/>
                  <a:pt x="3109" y="60"/>
                  <a:pt x="3103" y="72"/>
                </a:cubicBezTo>
                <a:moveTo>
                  <a:pt x="3114" y="56"/>
                </a:moveTo>
                <a:cubicBezTo>
                  <a:pt x="3162" y="53"/>
                  <a:pt x="3114" y="49"/>
                  <a:pt x="3146" y="43"/>
                </a:cubicBezTo>
                <a:cubicBezTo>
                  <a:pt x="3152" y="43"/>
                  <a:pt x="3157" y="45"/>
                  <a:pt x="3162" y="46"/>
                </a:cubicBezTo>
                <a:cubicBezTo>
                  <a:pt x="3157" y="52"/>
                  <a:pt x="3157" y="69"/>
                  <a:pt x="3114" y="56"/>
                </a:cubicBezTo>
                <a:moveTo>
                  <a:pt x="3157" y="35"/>
                </a:moveTo>
                <a:cubicBezTo>
                  <a:pt x="3184" y="40"/>
                  <a:pt x="3146" y="46"/>
                  <a:pt x="3136" y="39"/>
                </a:cubicBezTo>
                <a:cubicBezTo>
                  <a:pt x="3141" y="35"/>
                  <a:pt x="3141" y="38"/>
                  <a:pt x="3157" y="35"/>
                </a:cubicBezTo>
                <a:moveTo>
                  <a:pt x="3114" y="46"/>
                </a:moveTo>
                <a:cubicBezTo>
                  <a:pt x="3119" y="53"/>
                  <a:pt x="3092" y="56"/>
                  <a:pt x="3071" y="55"/>
                </a:cubicBezTo>
                <a:cubicBezTo>
                  <a:pt x="3082" y="49"/>
                  <a:pt x="3076" y="48"/>
                  <a:pt x="3098" y="40"/>
                </a:cubicBezTo>
                <a:cubicBezTo>
                  <a:pt x="3098" y="40"/>
                  <a:pt x="3098" y="49"/>
                  <a:pt x="3114" y="46"/>
                </a:cubicBezTo>
                <a:moveTo>
                  <a:pt x="3055" y="42"/>
                </a:moveTo>
                <a:cubicBezTo>
                  <a:pt x="3049" y="45"/>
                  <a:pt x="3060" y="49"/>
                  <a:pt x="3060" y="53"/>
                </a:cubicBezTo>
                <a:cubicBezTo>
                  <a:pt x="3044" y="57"/>
                  <a:pt x="3038" y="52"/>
                  <a:pt x="3022" y="55"/>
                </a:cubicBezTo>
                <a:cubicBezTo>
                  <a:pt x="3022" y="52"/>
                  <a:pt x="3022" y="50"/>
                  <a:pt x="3033" y="48"/>
                </a:cubicBezTo>
                <a:cubicBezTo>
                  <a:pt x="3022" y="48"/>
                  <a:pt x="3017" y="46"/>
                  <a:pt x="3006" y="43"/>
                </a:cubicBezTo>
                <a:cubicBezTo>
                  <a:pt x="2979" y="46"/>
                  <a:pt x="3001" y="50"/>
                  <a:pt x="2979" y="53"/>
                </a:cubicBezTo>
                <a:cubicBezTo>
                  <a:pt x="2952" y="32"/>
                  <a:pt x="3017" y="43"/>
                  <a:pt x="3055" y="42"/>
                </a:cubicBezTo>
                <a:moveTo>
                  <a:pt x="2936" y="32"/>
                </a:moveTo>
                <a:cubicBezTo>
                  <a:pt x="2963" y="29"/>
                  <a:pt x="2925" y="38"/>
                  <a:pt x="2914" y="39"/>
                </a:cubicBezTo>
                <a:cubicBezTo>
                  <a:pt x="2925" y="45"/>
                  <a:pt x="2941" y="36"/>
                  <a:pt x="2947" y="42"/>
                </a:cubicBezTo>
                <a:cubicBezTo>
                  <a:pt x="2914" y="46"/>
                  <a:pt x="2963" y="52"/>
                  <a:pt x="2936" y="55"/>
                </a:cubicBezTo>
                <a:cubicBezTo>
                  <a:pt x="2920" y="45"/>
                  <a:pt x="2898" y="39"/>
                  <a:pt x="2892" y="33"/>
                </a:cubicBezTo>
                <a:cubicBezTo>
                  <a:pt x="2909" y="28"/>
                  <a:pt x="2920" y="40"/>
                  <a:pt x="2936" y="32"/>
                </a:cubicBezTo>
                <a:moveTo>
                  <a:pt x="2860" y="39"/>
                </a:moveTo>
                <a:cubicBezTo>
                  <a:pt x="2849" y="43"/>
                  <a:pt x="2882" y="49"/>
                  <a:pt x="2855" y="53"/>
                </a:cubicBezTo>
                <a:cubicBezTo>
                  <a:pt x="2866" y="55"/>
                  <a:pt x="2871" y="52"/>
                  <a:pt x="2882" y="56"/>
                </a:cubicBezTo>
                <a:cubicBezTo>
                  <a:pt x="2892" y="55"/>
                  <a:pt x="2887" y="52"/>
                  <a:pt x="2882" y="50"/>
                </a:cubicBezTo>
                <a:cubicBezTo>
                  <a:pt x="2909" y="50"/>
                  <a:pt x="2898" y="57"/>
                  <a:pt x="2941" y="59"/>
                </a:cubicBezTo>
                <a:cubicBezTo>
                  <a:pt x="2920" y="63"/>
                  <a:pt x="2914" y="67"/>
                  <a:pt x="2930" y="72"/>
                </a:cubicBezTo>
                <a:cubicBezTo>
                  <a:pt x="2914" y="73"/>
                  <a:pt x="2898" y="76"/>
                  <a:pt x="2887" y="72"/>
                </a:cubicBezTo>
                <a:cubicBezTo>
                  <a:pt x="2909" y="69"/>
                  <a:pt x="2898" y="62"/>
                  <a:pt x="2920" y="63"/>
                </a:cubicBezTo>
                <a:cubicBezTo>
                  <a:pt x="2892" y="53"/>
                  <a:pt x="2855" y="67"/>
                  <a:pt x="2828" y="55"/>
                </a:cubicBezTo>
                <a:cubicBezTo>
                  <a:pt x="2855" y="49"/>
                  <a:pt x="2822" y="40"/>
                  <a:pt x="2860" y="39"/>
                </a:cubicBezTo>
                <a:moveTo>
                  <a:pt x="2801" y="46"/>
                </a:moveTo>
                <a:cubicBezTo>
                  <a:pt x="2806" y="56"/>
                  <a:pt x="2769" y="56"/>
                  <a:pt x="2758" y="66"/>
                </a:cubicBezTo>
                <a:cubicBezTo>
                  <a:pt x="2731" y="62"/>
                  <a:pt x="2763" y="57"/>
                  <a:pt x="2758" y="53"/>
                </a:cubicBezTo>
                <a:cubicBezTo>
                  <a:pt x="2790" y="55"/>
                  <a:pt x="2779" y="48"/>
                  <a:pt x="2801" y="46"/>
                </a:cubicBezTo>
                <a:moveTo>
                  <a:pt x="2725" y="59"/>
                </a:moveTo>
                <a:cubicBezTo>
                  <a:pt x="2709" y="67"/>
                  <a:pt x="2731" y="67"/>
                  <a:pt x="2709" y="73"/>
                </a:cubicBezTo>
                <a:cubicBezTo>
                  <a:pt x="2704" y="69"/>
                  <a:pt x="2720" y="62"/>
                  <a:pt x="2693" y="64"/>
                </a:cubicBezTo>
                <a:cubicBezTo>
                  <a:pt x="2666" y="62"/>
                  <a:pt x="2715" y="64"/>
                  <a:pt x="2725" y="59"/>
                </a:cubicBezTo>
                <a:moveTo>
                  <a:pt x="2655" y="76"/>
                </a:moveTo>
                <a:cubicBezTo>
                  <a:pt x="2677" y="70"/>
                  <a:pt x="2671" y="72"/>
                  <a:pt x="2698" y="67"/>
                </a:cubicBezTo>
                <a:cubicBezTo>
                  <a:pt x="2709" y="73"/>
                  <a:pt x="2671" y="77"/>
                  <a:pt x="2666" y="82"/>
                </a:cubicBezTo>
                <a:cubicBezTo>
                  <a:pt x="2661" y="79"/>
                  <a:pt x="2650" y="77"/>
                  <a:pt x="2639" y="80"/>
                </a:cubicBezTo>
                <a:cubicBezTo>
                  <a:pt x="2628" y="69"/>
                  <a:pt x="2612" y="76"/>
                  <a:pt x="2596" y="76"/>
                </a:cubicBezTo>
                <a:cubicBezTo>
                  <a:pt x="2574" y="69"/>
                  <a:pt x="2617" y="73"/>
                  <a:pt x="2628" y="66"/>
                </a:cubicBezTo>
                <a:cubicBezTo>
                  <a:pt x="2634" y="74"/>
                  <a:pt x="2655" y="69"/>
                  <a:pt x="2655" y="76"/>
                </a:cubicBezTo>
                <a:moveTo>
                  <a:pt x="2736" y="45"/>
                </a:moveTo>
                <a:cubicBezTo>
                  <a:pt x="2742" y="48"/>
                  <a:pt x="2725" y="48"/>
                  <a:pt x="2720" y="45"/>
                </a:cubicBezTo>
                <a:cubicBezTo>
                  <a:pt x="2720" y="49"/>
                  <a:pt x="2725" y="52"/>
                  <a:pt x="2704" y="52"/>
                </a:cubicBezTo>
                <a:cubicBezTo>
                  <a:pt x="2704" y="49"/>
                  <a:pt x="2709" y="48"/>
                  <a:pt x="2698" y="45"/>
                </a:cubicBezTo>
                <a:cubicBezTo>
                  <a:pt x="2715" y="39"/>
                  <a:pt x="2725" y="48"/>
                  <a:pt x="2736" y="45"/>
                </a:cubicBezTo>
                <a:moveTo>
                  <a:pt x="2617" y="40"/>
                </a:moveTo>
                <a:cubicBezTo>
                  <a:pt x="2639" y="45"/>
                  <a:pt x="2607" y="46"/>
                  <a:pt x="2612" y="50"/>
                </a:cubicBezTo>
                <a:cubicBezTo>
                  <a:pt x="2617" y="50"/>
                  <a:pt x="2634" y="52"/>
                  <a:pt x="2623" y="55"/>
                </a:cubicBezTo>
                <a:cubicBezTo>
                  <a:pt x="2650" y="56"/>
                  <a:pt x="2666" y="48"/>
                  <a:pt x="2698" y="55"/>
                </a:cubicBezTo>
                <a:cubicBezTo>
                  <a:pt x="2677" y="55"/>
                  <a:pt x="2639" y="59"/>
                  <a:pt x="2623" y="64"/>
                </a:cubicBezTo>
                <a:cubicBezTo>
                  <a:pt x="2601" y="59"/>
                  <a:pt x="2607" y="48"/>
                  <a:pt x="2569" y="50"/>
                </a:cubicBezTo>
                <a:cubicBezTo>
                  <a:pt x="2574" y="45"/>
                  <a:pt x="2607" y="49"/>
                  <a:pt x="2617" y="40"/>
                </a:cubicBezTo>
                <a:moveTo>
                  <a:pt x="2558" y="46"/>
                </a:moveTo>
                <a:cubicBezTo>
                  <a:pt x="2542" y="50"/>
                  <a:pt x="2525" y="50"/>
                  <a:pt x="2558" y="59"/>
                </a:cubicBezTo>
                <a:cubicBezTo>
                  <a:pt x="2547" y="64"/>
                  <a:pt x="2531" y="64"/>
                  <a:pt x="2509" y="60"/>
                </a:cubicBezTo>
                <a:cubicBezTo>
                  <a:pt x="2525" y="57"/>
                  <a:pt x="2520" y="56"/>
                  <a:pt x="2515" y="57"/>
                </a:cubicBezTo>
                <a:cubicBezTo>
                  <a:pt x="2520" y="52"/>
                  <a:pt x="2536" y="46"/>
                  <a:pt x="2531" y="40"/>
                </a:cubicBezTo>
                <a:cubicBezTo>
                  <a:pt x="2547" y="36"/>
                  <a:pt x="2536" y="49"/>
                  <a:pt x="2558" y="46"/>
                </a:cubicBezTo>
                <a:moveTo>
                  <a:pt x="2466" y="55"/>
                </a:moveTo>
                <a:cubicBezTo>
                  <a:pt x="2488" y="66"/>
                  <a:pt x="2423" y="60"/>
                  <a:pt x="2401" y="62"/>
                </a:cubicBezTo>
                <a:cubicBezTo>
                  <a:pt x="2401" y="52"/>
                  <a:pt x="2385" y="67"/>
                  <a:pt x="2364" y="59"/>
                </a:cubicBezTo>
                <a:cubicBezTo>
                  <a:pt x="2407" y="50"/>
                  <a:pt x="2428" y="66"/>
                  <a:pt x="2466" y="55"/>
                </a:cubicBezTo>
                <a:moveTo>
                  <a:pt x="2121" y="106"/>
                </a:moveTo>
                <a:cubicBezTo>
                  <a:pt x="2115" y="104"/>
                  <a:pt x="2110" y="103"/>
                  <a:pt x="2105" y="100"/>
                </a:cubicBezTo>
                <a:cubicBezTo>
                  <a:pt x="2105" y="107"/>
                  <a:pt x="2083" y="110"/>
                  <a:pt x="2061" y="111"/>
                </a:cubicBezTo>
                <a:cubicBezTo>
                  <a:pt x="2051" y="101"/>
                  <a:pt x="2115" y="103"/>
                  <a:pt x="2110" y="96"/>
                </a:cubicBezTo>
                <a:cubicBezTo>
                  <a:pt x="2132" y="94"/>
                  <a:pt x="2153" y="103"/>
                  <a:pt x="2121" y="106"/>
                </a:cubicBezTo>
                <a:moveTo>
                  <a:pt x="2272" y="70"/>
                </a:moveTo>
                <a:cubicBezTo>
                  <a:pt x="2250" y="79"/>
                  <a:pt x="2240" y="67"/>
                  <a:pt x="2218" y="73"/>
                </a:cubicBezTo>
                <a:cubicBezTo>
                  <a:pt x="2213" y="70"/>
                  <a:pt x="2223" y="67"/>
                  <a:pt x="2240" y="64"/>
                </a:cubicBezTo>
                <a:cubicBezTo>
                  <a:pt x="2261" y="66"/>
                  <a:pt x="2250" y="67"/>
                  <a:pt x="2272" y="70"/>
                </a:cubicBezTo>
                <a:moveTo>
                  <a:pt x="2380" y="42"/>
                </a:moveTo>
                <a:cubicBezTo>
                  <a:pt x="2391" y="48"/>
                  <a:pt x="2347" y="49"/>
                  <a:pt x="2342" y="52"/>
                </a:cubicBezTo>
                <a:cubicBezTo>
                  <a:pt x="2331" y="48"/>
                  <a:pt x="2331" y="43"/>
                  <a:pt x="2347" y="40"/>
                </a:cubicBezTo>
                <a:cubicBezTo>
                  <a:pt x="2337" y="49"/>
                  <a:pt x="2364" y="48"/>
                  <a:pt x="2380" y="42"/>
                </a:cubicBezTo>
                <a:moveTo>
                  <a:pt x="2024" y="111"/>
                </a:moveTo>
                <a:cubicBezTo>
                  <a:pt x="2024" y="115"/>
                  <a:pt x="1964" y="115"/>
                  <a:pt x="1970" y="110"/>
                </a:cubicBezTo>
                <a:cubicBezTo>
                  <a:pt x="1980" y="111"/>
                  <a:pt x="1997" y="111"/>
                  <a:pt x="2013" y="106"/>
                </a:cubicBezTo>
                <a:cubicBezTo>
                  <a:pt x="2024" y="107"/>
                  <a:pt x="2002" y="114"/>
                  <a:pt x="2024" y="111"/>
                </a:cubicBezTo>
                <a:moveTo>
                  <a:pt x="2099" y="83"/>
                </a:moveTo>
                <a:cubicBezTo>
                  <a:pt x="2094" y="80"/>
                  <a:pt x="2142" y="77"/>
                  <a:pt x="2110" y="76"/>
                </a:cubicBezTo>
                <a:cubicBezTo>
                  <a:pt x="2105" y="69"/>
                  <a:pt x="2137" y="77"/>
                  <a:pt x="2148" y="76"/>
                </a:cubicBezTo>
                <a:cubicBezTo>
                  <a:pt x="2159" y="70"/>
                  <a:pt x="2180" y="62"/>
                  <a:pt x="2202" y="67"/>
                </a:cubicBezTo>
                <a:cubicBezTo>
                  <a:pt x="2169" y="82"/>
                  <a:pt x="2142" y="74"/>
                  <a:pt x="2099" y="83"/>
                </a:cubicBezTo>
                <a:moveTo>
                  <a:pt x="2250" y="52"/>
                </a:moveTo>
                <a:cubicBezTo>
                  <a:pt x="2256" y="56"/>
                  <a:pt x="2218" y="60"/>
                  <a:pt x="2207" y="53"/>
                </a:cubicBezTo>
                <a:cubicBezTo>
                  <a:pt x="2223" y="49"/>
                  <a:pt x="2240" y="55"/>
                  <a:pt x="2250" y="52"/>
                </a:cubicBezTo>
                <a:moveTo>
                  <a:pt x="1932" y="107"/>
                </a:moveTo>
                <a:cubicBezTo>
                  <a:pt x="1932" y="108"/>
                  <a:pt x="1937" y="108"/>
                  <a:pt x="1943" y="107"/>
                </a:cubicBezTo>
                <a:cubicBezTo>
                  <a:pt x="1948" y="110"/>
                  <a:pt x="1937" y="110"/>
                  <a:pt x="1937" y="108"/>
                </a:cubicBezTo>
                <a:cubicBezTo>
                  <a:pt x="1921" y="111"/>
                  <a:pt x="1948" y="113"/>
                  <a:pt x="1953" y="113"/>
                </a:cubicBezTo>
                <a:cubicBezTo>
                  <a:pt x="1959" y="114"/>
                  <a:pt x="1948" y="117"/>
                  <a:pt x="1943" y="115"/>
                </a:cubicBezTo>
                <a:cubicBezTo>
                  <a:pt x="1937" y="115"/>
                  <a:pt x="1937" y="117"/>
                  <a:pt x="1943" y="118"/>
                </a:cubicBezTo>
                <a:cubicBezTo>
                  <a:pt x="1937" y="118"/>
                  <a:pt x="1932" y="117"/>
                  <a:pt x="1937" y="115"/>
                </a:cubicBezTo>
                <a:cubicBezTo>
                  <a:pt x="1927" y="113"/>
                  <a:pt x="1916" y="117"/>
                  <a:pt x="1905" y="113"/>
                </a:cubicBezTo>
                <a:cubicBezTo>
                  <a:pt x="1921" y="113"/>
                  <a:pt x="1927" y="110"/>
                  <a:pt x="1927" y="106"/>
                </a:cubicBezTo>
                <a:cubicBezTo>
                  <a:pt x="1932" y="104"/>
                  <a:pt x="1932" y="107"/>
                  <a:pt x="1932" y="107"/>
                </a:cubicBezTo>
                <a:moveTo>
                  <a:pt x="1943" y="87"/>
                </a:moveTo>
                <a:cubicBezTo>
                  <a:pt x="1943" y="84"/>
                  <a:pt x="1948" y="84"/>
                  <a:pt x="1964" y="80"/>
                </a:cubicBezTo>
                <a:cubicBezTo>
                  <a:pt x="1970" y="82"/>
                  <a:pt x="1964" y="83"/>
                  <a:pt x="1959" y="84"/>
                </a:cubicBezTo>
                <a:cubicBezTo>
                  <a:pt x="1986" y="83"/>
                  <a:pt x="1980" y="93"/>
                  <a:pt x="2013" y="89"/>
                </a:cubicBezTo>
                <a:cubicBezTo>
                  <a:pt x="1991" y="100"/>
                  <a:pt x="1975" y="80"/>
                  <a:pt x="1943" y="87"/>
                </a:cubicBezTo>
                <a:moveTo>
                  <a:pt x="2218" y="33"/>
                </a:moveTo>
                <a:cubicBezTo>
                  <a:pt x="2234" y="33"/>
                  <a:pt x="2250" y="33"/>
                  <a:pt x="2267" y="33"/>
                </a:cubicBezTo>
                <a:cubicBezTo>
                  <a:pt x="2267" y="46"/>
                  <a:pt x="2240" y="33"/>
                  <a:pt x="2218" y="36"/>
                </a:cubicBezTo>
                <a:cubicBezTo>
                  <a:pt x="2218" y="33"/>
                  <a:pt x="2207" y="31"/>
                  <a:pt x="2213" y="29"/>
                </a:cubicBezTo>
                <a:cubicBezTo>
                  <a:pt x="2207" y="22"/>
                  <a:pt x="2229" y="32"/>
                  <a:pt x="2218" y="33"/>
                </a:cubicBezTo>
                <a:moveTo>
                  <a:pt x="1862" y="101"/>
                </a:moveTo>
                <a:cubicBezTo>
                  <a:pt x="1878" y="107"/>
                  <a:pt x="1905" y="96"/>
                  <a:pt x="1921" y="101"/>
                </a:cubicBezTo>
                <a:cubicBezTo>
                  <a:pt x="1873" y="103"/>
                  <a:pt x="1883" y="115"/>
                  <a:pt x="1845" y="111"/>
                </a:cubicBezTo>
                <a:cubicBezTo>
                  <a:pt x="1851" y="108"/>
                  <a:pt x="1856" y="108"/>
                  <a:pt x="1862" y="111"/>
                </a:cubicBezTo>
                <a:cubicBezTo>
                  <a:pt x="1856" y="97"/>
                  <a:pt x="1797" y="107"/>
                  <a:pt x="1770" y="103"/>
                </a:cubicBezTo>
                <a:cubicBezTo>
                  <a:pt x="1819" y="97"/>
                  <a:pt x="1851" y="98"/>
                  <a:pt x="1873" y="94"/>
                </a:cubicBezTo>
                <a:cubicBezTo>
                  <a:pt x="1873" y="96"/>
                  <a:pt x="1867" y="98"/>
                  <a:pt x="1862" y="101"/>
                </a:cubicBezTo>
                <a:moveTo>
                  <a:pt x="1937" y="77"/>
                </a:moveTo>
                <a:cubicBezTo>
                  <a:pt x="1932" y="73"/>
                  <a:pt x="1916" y="69"/>
                  <a:pt x="1948" y="67"/>
                </a:cubicBezTo>
                <a:cubicBezTo>
                  <a:pt x="1964" y="72"/>
                  <a:pt x="1959" y="74"/>
                  <a:pt x="1937" y="77"/>
                </a:cubicBezTo>
                <a:moveTo>
                  <a:pt x="2067" y="45"/>
                </a:moveTo>
                <a:cubicBezTo>
                  <a:pt x="2072" y="52"/>
                  <a:pt x="2040" y="52"/>
                  <a:pt x="2029" y="49"/>
                </a:cubicBezTo>
                <a:cubicBezTo>
                  <a:pt x="2034" y="53"/>
                  <a:pt x="2002" y="56"/>
                  <a:pt x="2018" y="62"/>
                </a:cubicBezTo>
                <a:cubicBezTo>
                  <a:pt x="2007" y="62"/>
                  <a:pt x="2002" y="59"/>
                  <a:pt x="1991" y="62"/>
                </a:cubicBezTo>
                <a:cubicBezTo>
                  <a:pt x="2002" y="53"/>
                  <a:pt x="2029" y="45"/>
                  <a:pt x="2067" y="45"/>
                </a:cubicBezTo>
                <a:moveTo>
                  <a:pt x="1279" y="108"/>
                </a:moveTo>
                <a:cubicBezTo>
                  <a:pt x="1268" y="104"/>
                  <a:pt x="1300" y="107"/>
                  <a:pt x="1306" y="104"/>
                </a:cubicBezTo>
                <a:cubicBezTo>
                  <a:pt x="1317" y="108"/>
                  <a:pt x="1327" y="111"/>
                  <a:pt x="1306" y="114"/>
                </a:cubicBezTo>
                <a:cubicBezTo>
                  <a:pt x="1300" y="113"/>
                  <a:pt x="1290" y="106"/>
                  <a:pt x="1279" y="108"/>
                </a:cubicBezTo>
                <a:moveTo>
                  <a:pt x="1403" y="90"/>
                </a:moveTo>
                <a:cubicBezTo>
                  <a:pt x="1419" y="87"/>
                  <a:pt x="1430" y="84"/>
                  <a:pt x="1425" y="82"/>
                </a:cubicBezTo>
                <a:cubicBezTo>
                  <a:pt x="1452" y="83"/>
                  <a:pt x="1414" y="94"/>
                  <a:pt x="1408" y="98"/>
                </a:cubicBezTo>
                <a:cubicBezTo>
                  <a:pt x="1403" y="97"/>
                  <a:pt x="1397" y="96"/>
                  <a:pt x="1392" y="94"/>
                </a:cubicBezTo>
                <a:cubicBezTo>
                  <a:pt x="1403" y="93"/>
                  <a:pt x="1403" y="96"/>
                  <a:pt x="1408" y="96"/>
                </a:cubicBezTo>
                <a:cubicBezTo>
                  <a:pt x="1419" y="94"/>
                  <a:pt x="1408" y="93"/>
                  <a:pt x="1403" y="90"/>
                </a:cubicBezTo>
                <a:moveTo>
                  <a:pt x="1338" y="115"/>
                </a:moveTo>
                <a:cubicBezTo>
                  <a:pt x="1327" y="111"/>
                  <a:pt x="1344" y="108"/>
                  <a:pt x="1354" y="104"/>
                </a:cubicBezTo>
                <a:cubicBezTo>
                  <a:pt x="1371" y="111"/>
                  <a:pt x="1365" y="114"/>
                  <a:pt x="1338" y="115"/>
                </a:cubicBezTo>
                <a:moveTo>
                  <a:pt x="1468" y="90"/>
                </a:moveTo>
                <a:cubicBezTo>
                  <a:pt x="1441" y="83"/>
                  <a:pt x="1500" y="84"/>
                  <a:pt x="1484" y="82"/>
                </a:cubicBezTo>
                <a:cubicBezTo>
                  <a:pt x="1516" y="82"/>
                  <a:pt x="1489" y="90"/>
                  <a:pt x="1468" y="90"/>
                </a:cubicBezTo>
                <a:moveTo>
                  <a:pt x="1554" y="66"/>
                </a:moveTo>
                <a:cubicBezTo>
                  <a:pt x="1565" y="69"/>
                  <a:pt x="1581" y="69"/>
                  <a:pt x="1559" y="60"/>
                </a:cubicBezTo>
                <a:cubicBezTo>
                  <a:pt x="1581" y="59"/>
                  <a:pt x="1570" y="62"/>
                  <a:pt x="1581" y="66"/>
                </a:cubicBezTo>
                <a:cubicBezTo>
                  <a:pt x="1586" y="63"/>
                  <a:pt x="1581" y="62"/>
                  <a:pt x="1592" y="59"/>
                </a:cubicBezTo>
                <a:cubicBezTo>
                  <a:pt x="1586" y="64"/>
                  <a:pt x="1613" y="62"/>
                  <a:pt x="1624" y="67"/>
                </a:cubicBezTo>
                <a:cubicBezTo>
                  <a:pt x="1624" y="70"/>
                  <a:pt x="1619" y="72"/>
                  <a:pt x="1608" y="74"/>
                </a:cubicBezTo>
                <a:cubicBezTo>
                  <a:pt x="1624" y="63"/>
                  <a:pt x="1570" y="70"/>
                  <a:pt x="1570" y="74"/>
                </a:cubicBezTo>
                <a:cubicBezTo>
                  <a:pt x="1543" y="76"/>
                  <a:pt x="1565" y="69"/>
                  <a:pt x="1554" y="66"/>
                </a:cubicBezTo>
                <a:moveTo>
                  <a:pt x="1457" y="97"/>
                </a:moveTo>
                <a:cubicBezTo>
                  <a:pt x="1462" y="98"/>
                  <a:pt x="1457" y="100"/>
                  <a:pt x="1452" y="100"/>
                </a:cubicBezTo>
                <a:cubicBezTo>
                  <a:pt x="1457" y="101"/>
                  <a:pt x="1468" y="101"/>
                  <a:pt x="1473" y="104"/>
                </a:cubicBezTo>
                <a:cubicBezTo>
                  <a:pt x="1473" y="101"/>
                  <a:pt x="1479" y="100"/>
                  <a:pt x="1489" y="103"/>
                </a:cubicBezTo>
                <a:cubicBezTo>
                  <a:pt x="1462" y="107"/>
                  <a:pt x="1457" y="111"/>
                  <a:pt x="1441" y="115"/>
                </a:cubicBezTo>
                <a:cubicBezTo>
                  <a:pt x="1435" y="108"/>
                  <a:pt x="1441" y="103"/>
                  <a:pt x="1457" y="97"/>
                </a:cubicBezTo>
                <a:moveTo>
                  <a:pt x="1635" y="66"/>
                </a:moveTo>
                <a:cubicBezTo>
                  <a:pt x="1640" y="63"/>
                  <a:pt x="1651" y="63"/>
                  <a:pt x="1662" y="66"/>
                </a:cubicBezTo>
                <a:cubicBezTo>
                  <a:pt x="1657" y="67"/>
                  <a:pt x="1651" y="66"/>
                  <a:pt x="1651" y="64"/>
                </a:cubicBezTo>
                <a:cubicBezTo>
                  <a:pt x="1646" y="67"/>
                  <a:pt x="1678" y="73"/>
                  <a:pt x="1651" y="79"/>
                </a:cubicBezTo>
                <a:cubicBezTo>
                  <a:pt x="1630" y="73"/>
                  <a:pt x="1657" y="70"/>
                  <a:pt x="1635" y="66"/>
                </a:cubicBezTo>
                <a:moveTo>
                  <a:pt x="1775" y="45"/>
                </a:moveTo>
                <a:cubicBezTo>
                  <a:pt x="1786" y="48"/>
                  <a:pt x="1775" y="49"/>
                  <a:pt x="1770" y="50"/>
                </a:cubicBezTo>
                <a:cubicBezTo>
                  <a:pt x="1781" y="56"/>
                  <a:pt x="1792" y="53"/>
                  <a:pt x="1802" y="57"/>
                </a:cubicBezTo>
                <a:cubicBezTo>
                  <a:pt x="1775" y="59"/>
                  <a:pt x="1743" y="50"/>
                  <a:pt x="1775" y="45"/>
                </a:cubicBezTo>
                <a:moveTo>
                  <a:pt x="1759" y="66"/>
                </a:moveTo>
                <a:cubicBezTo>
                  <a:pt x="1705" y="69"/>
                  <a:pt x="1721" y="80"/>
                  <a:pt x="1694" y="87"/>
                </a:cubicBezTo>
                <a:cubicBezTo>
                  <a:pt x="1684" y="87"/>
                  <a:pt x="1684" y="86"/>
                  <a:pt x="1689" y="86"/>
                </a:cubicBezTo>
                <a:cubicBezTo>
                  <a:pt x="1684" y="84"/>
                  <a:pt x="1678" y="86"/>
                  <a:pt x="1673" y="86"/>
                </a:cubicBezTo>
                <a:cubicBezTo>
                  <a:pt x="1662" y="80"/>
                  <a:pt x="1700" y="77"/>
                  <a:pt x="1711" y="76"/>
                </a:cubicBezTo>
                <a:cubicBezTo>
                  <a:pt x="1700" y="74"/>
                  <a:pt x="1694" y="74"/>
                  <a:pt x="1684" y="76"/>
                </a:cubicBezTo>
                <a:cubicBezTo>
                  <a:pt x="1705" y="72"/>
                  <a:pt x="1721" y="55"/>
                  <a:pt x="1759" y="66"/>
                </a:cubicBezTo>
                <a:moveTo>
                  <a:pt x="1597" y="107"/>
                </a:moveTo>
                <a:cubicBezTo>
                  <a:pt x="1592" y="104"/>
                  <a:pt x="1603" y="106"/>
                  <a:pt x="1608" y="104"/>
                </a:cubicBezTo>
                <a:cubicBezTo>
                  <a:pt x="1586" y="103"/>
                  <a:pt x="1586" y="104"/>
                  <a:pt x="1581" y="97"/>
                </a:cubicBezTo>
                <a:cubicBezTo>
                  <a:pt x="1586" y="96"/>
                  <a:pt x="1592" y="98"/>
                  <a:pt x="1597" y="100"/>
                </a:cubicBezTo>
                <a:cubicBezTo>
                  <a:pt x="1603" y="98"/>
                  <a:pt x="1597" y="97"/>
                  <a:pt x="1597" y="97"/>
                </a:cubicBezTo>
                <a:cubicBezTo>
                  <a:pt x="1603" y="96"/>
                  <a:pt x="1613" y="98"/>
                  <a:pt x="1608" y="100"/>
                </a:cubicBezTo>
                <a:cubicBezTo>
                  <a:pt x="1608" y="101"/>
                  <a:pt x="1613" y="103"/>
                  <a:pt x="1619" y="101"/>
                </a:cubicBezTo>
                <a:cubicBezTo>
                  <a:pt x="1630" y="106"/>
                  <a:pt x="1603" y="107"/>
                  <a:pt x="1597" y="107"/>
                </a:cubicBezTo>
                <a:moveTo>
                  <a:pt x="1802" y="93"/>
                </a:moveTo>
                <a:cubicBezTo>
                  <a:pt x="1781" y="96"/>
                  <a:pt x="1765" y="96"/>
                  <a:pt x="1748" y="92"/>
                </a:cubicBezTo>
                <a:cubicBezTo>
                  <a:pt x="1765" y="89"/>
                  <a:pt x="1797" y="92"/>
                  <a:pt x="1781" y="83"/>
                </a:cubicBezTo>
                <a:cubicBezTo>
                  <a:pt x="1792" y="79"/>
                  <a:pt x="1797" y="87"/>
                  <a:pt x="1808" y="89"/>
                </a:cubicBezTo>
                <a:cubicBezTo>
                  <a:pt x="1802" y="90"/>
                  <a:pt x="1797" y="92"/>
                  <a:pt x="1802" y="93"/>
                </a:cubicBezTo>
                <a:moveTo>
                  <a:pt x="1873" y="76"/>
                </a:moveTo>
                <a:cubicBezTo>
                  <a:pt x="1862" y="70"/>
                  <a:pt x="1867" y="66"/>
                  <a:pt x="1862" y="62"/>
                </a:cubicBezTo>
                <a:cubicBezTo>
                  <a:pt x="1894" y="60"/>
                  <a:pt x="1894" y="70"/>
                  <a:pt x="1873" y="76"/>
                </a:cubicBezTo>
                <a:moveTo>
                  <a:pt x="1921" y="48"/>
                </a:moveTo>
                <a:cubicBezTo>
                  <a:pt x="1937" y="53"/>
                  <a:pt x="1916" y="56"/>
                  <a:pt x="1921" y="60"/>
                </a:cubicBezTo>
                <a:cubicBezTo>
                  <a:pt x="1910" y="62"/>
                  <a:pt x="1905" y="59"/>
                  <a:pt x="1900" y="57"/>
                </a:cubicBezTo>
                <a:cubicBezTo>
                  <a:pt x="1927" y="55"/>
                  <a:pt x="1900" y="50"/>
                  <a:pt x="1921" y="48"/>
                </a:cubicBezTo>
                <a:moveTo>
                  <a:pt x="1835" y="69"/>
                </a:moveTo>
                <a:cubicBezTo>
                  <a:pt x="1824" y="73"/>
                  <a:pt x="1808" y="77"/>
                  <a:pt x="1829" y="83"/>
                </a:cubicBezTo>
                <a:cubicBezTo>
                  <a:pt x="1802" y="83"/>
                  <a:pt x="1802" y="72"/>
                  <a:pt x="1802" y="67"/>
                </a:cubicBezTo>
                <a:cubicBezTo>
                  <a:pt x="1781" y="66"/>
                  <a:pt x="1781" y="67"/>
                  <a:pt x="1765" y="72"/>
                </a:cubicBezTo>
                <a:cubicBezTo>
                  <a:pt x="1759" y="69"/>
                  <a:pt x="1786" y="66"/>
                  <a:pt x="1775" y="62"/>
                </a:cubicBezTo>
                <a:cubicBezTo>
                  <a:pt x="1786" y="62"/>
                  <a:pt x="1819" y="70"/>
                  <a:pt x="1813" y="62"/>
                </a:cubicBezTo>
                <a:cubicBezTo>
                  <a:pt x="1829" y="59"/>
                  <a:pt x="1813" y="66"/>
                  <a:pt x="1835" y="69"/>
                </a:cubicBezTo>
                <a:moveTo>
                  <a:pt x="1878" y="40"/>
                </a:moveTo>
                <a:cubicBezTo>
                  <a:pt x="1873" y="48"/>
                  <a:pt x="1851" y="52"/>
                  <a:pt x="1824" y="57"/>
                </a:cubicBezTo>
                <a:cubicBezTo>
                  <a:pt x="1829" y="48"/>
                  <a:pt x="1851" y="42"/>
                  <a:pt x="1878" y="36"/>
                </a:cubicBezTo>
                <a:cubicBezTo>
                  <a:pt x="1883" y="39"/>
                  <a:pt x="1845" y="46"/>
                  <a:pt x="1878" y="40"/>
                </a:cubicBezTo>
                <a:moveTo>
                  <a:pt x="1792" y="52"/>
                </a:moveTo>
                <a:cubicBezTo>
                  <a:pt x="1786" y="42"/>
                  <a:pt x="1797" y="36"/>
                  <a:pt x="1813" y="32"/>
                </a:cubicBezTo>
                <a:cubicBezTo>
                  <a:pt x="1808" y="38"/>
                  <a:pt x="1824" y="43"/>
                  <a:pt x="1792" y="52"/>
                </a:cubicBezTo>
                <a:moveTo>
                  <a:pt x="1792" y="33"/>
                </a:moveTo>
                <a:cubicBezTo>
                  <a:pt x="1781" y="33"/>
                  <a:pt x="1775" y="35"/>
                  <a:pt x="1775" y="36"/>
                </a:cubicBezTo>
                <a:cubicBezTo>
                  <a:pt x="1770" y="38"/>
                  <a:pt x="1765" y="33"/>
                  <a:pt x="1754" y="36"/>
                </a:cubicBezTo>
                <a:cubicBezTo>
                  <a:pt x="1754" y="38"/>
                  <a:pt x="1754" y="39"/>
                  <a:pt x="1743" y="40"/>
                </a:cubicBezTo>
                <a:cubicBezTo>
                  <a:pt x="1732" y="36"/>
                  <a:pt x="1754" y="32"/>
                  <a:pt x="1759" y="28"/>
                </a:cubicBezTo>
                <a:cubicBezTo>
                  <a:pt x="1770" y="32"/>
                  <a:pt x="1781" y="29"/>
                  <a:pt x="1792" y="33"/>
                </a:cubicBezTo>
                <a:moveTo>
                  <a:pt x="1721" y="38"/>
                </a:moveTo>
                <a:cubicBezTo>
                  <a:pt x="1711" y="40"/>
                  <a:pt x="1705" y="39"/>
                  <a:pt x="1711" y="38"/>
                </a:cubicBezTo>
                <a:cubicBezTo>
                  <a:pt x="1711" y="35"/>
                  <a:pt x="1673" y="43"/>
                  <a:pt x="1694" y="40"/>
                </a:cubicBezTo>
                <a:cubicBezTo>
                  <a:pt x="1705" y="45"/>
                  <a:pt x="1673" y="43"/>
                  <a:pt x="1667" y="39"/>
                </a:cubicBezTo>
                <a:cubicBezTo>
                  <a:pt x="1689" y="33"/>
                  <a:pt x="1705" y="32"/>
                  <a:pt x="1721" y="38"/>
                </a:cubicBezTo>
                <a:moveTo>
                  <a:pt x="1640" y="42"/>
                </a:moveTo>
                <a:cubicBezTo>
                  <a:pt x="1630" y="52"/>
                  <a:pt x="1662" y="48"/>
                  <a:pt x="1667" y="56"/>
                </a:cubicBezTo>
                <a:cubicBezTo>
                  <a:pt x="1678" y="46"/>
                  <a:pt x="1705" y="50"/>
                  <a:pt x="1743" y="43"/>
                </a:cubicBezTo>
                <a:cubicBezTo>
                  <a:pt x="1743" y="46"/>
                  <a:pt x="1737" y="49"/>
                  <a:pt x="1743" y="50"/>
                </a:cubicBezTo>
                <a:cubicBezTo>
                  <a:pt x="1727" y="53"/>
                  <a:pt x="1689" y="49"/>
                  <a:pt x="1700" y="57"/>
                </a:cubicBezTo>
                <a:cubicBezTo>
                  <a:pt x="1694" y="59"/>
                  <a:pt x="1662" y="53"/>
                  <a:pt x="1667" y="59"/>
                </a:cubicBezTo>
                <a:cubicBezTo>
                  <a:pt x="1651" y="55"/>
                  <a:pt x="1630" y="59"/>
                  <a:pt x="1613" y="55"/>
                </a:cubicBezTo>
                <a:cubicBezTo>
                  <a:pt x="1640" y="50"/>
                  <a:pt x="1603" y="45"/>
                  <a:pt x="1640" y="42"/>
                </a:cubicBezTo>
                <a:moveTo>
                  <a:pt x="1500" y="70"/>
                </a:moveTo>
                <a:cubicBezTo>
                  <a:pt x="1489" y="70"/>
                  <a:pt x="1484" y="69"/>
                  <a:pt x="1473" y="66"/>
                </a:cubicBezTo>
                <a:cubicBezTo>
                  <a:pt x="1489" y="63"/>
                  <a:pt x="1495" y="64"/>
                  <a:pt x="1495" y="69"/>
                </a:cubicBezTo>
                <a:cubicBezTo>
                  <a:pt x="1495" y="59"/>
                  <a:pt x="1527" y="64"/>
                  <a:pt x="1532" y="62"/>
                </a:cubicBezTo>
                <a:cubicBezTo>
                  <a:pt x="1565" y="66"/>
                  <a:pt x="1522" y="64"/>
                  <a:pt x="1500" y="70"/>
                </a:cubicBezTo>
                <a:moveTo>
                  <a:pt x="1608" y="35"/>
                </a:moveTo>
                <a:cubicBezTo>
                  <a:pt x="1635" y="35"/>
                  <a:pt x="1592" y="45"/>
                  <a:pt x="1592" y="49"/>
                </a:cubicBezTo>
                <a:cubicBezTo>
                  <a:pt x="1575" y="48"/>
                  <a:pt x="1559" y="52"/>
                  <a:pt x="1543" y="46"/>
                </a:cubicBezTo>
                <a:cubicBezTo>
                  <a:pt x="1554" y="45"/>
                  <a:pt x="1559" y="43"/>
                  <a:pt x="1554" y="40"/>
                </a:cubicBezTo>
                <a:cubicBezTo>
                  <a:pt x="1575" y="49"/>
                  <a:pt x="1586" y="36"/>
                  <a:pt x="1608" y="35"/>
                </a:cubicBezTo>
                <a:moveTo>
                  <a:pt x="1468" y="66"/>
                </a:moveTo>
                <a:cubicBezTo>
                  <a:pt x="1452" y="72"/>
                  <a:pt x="1441" y="67"/>
                  <a:pt x="1430" y="70"/>
                </a:cubicBezTo>
                <a:cubicBezTo>
                  <a:pt x="1414" y="63"/>
                  <a:pt x="1457" y="62"/>
                  <a:pt x="1468" y="66"/>
                </a:cubicBezTo>
                <a:moveTo>
                  <a:pt x="1241" y="106"/>
                </a:moveTo>
                <a:cubicBezTo>
                  <a:pt x="1246" y="107"/>
                  <a:pt x="1241" y="107"/>
                  <a:pt x="1241" y="108"/>
                </a:cubicBezTo>
                <a:cubicBezTo>
                  <a:pt x="1235" y="108"/>
                  <a:pt x="1235" y="110"/>
                  <a:pt x="1241" y="111"/>
                </a:cubicBezTo>
                <a:cubicBezTo>
                  <a:pt x="1230" y="111"/>
                  <a:pt x="1209" y="100"/>
                  <a:pt x="1182" y="101"/>
                </a:cubicBezTo>
                <a:cubicBezTo>
                  <a:pt x="1182" y="94"/>
                  <a:pt x="1219" y="84"/>
                  <a:pt x="1241" y="93"/>
                </a:cubicBezTo>
                <a:cubicBezTo>
                  <a:pt x="1235" y="93"/>
                  <a:pt x="1230" y="92"/>
                  <a:pt x="1225" y="90"/>
                </a:cubicBezTo>
                <a:cubicBezTo>
                  <a:pt x="1219" y="92"/>
                  <a:pt x="1230" y="93"/>
                  <a:pt x="1230" y="94"/>
                </a:cubicBezTo>
                <a:cubicBezTo>
                  <a:pt x="1214" y="96"/>
                  <a:pt x="1203" y="94"/>
                  <a:pt x="1182" y="98"/>
                </a:cubicBezTo>
                <a:cubicBezTo>
                  <a:pt x="1192" y="101"/>
                  <a:pt x="1209" y="96"/>
                  <a:pt x="1219" y="97"/>
                </a:cubicBezTo>
                <a:cubicBezTo>
                  <a:pt x="1219" y="101"/>
                  <a:pt x="1214" y="108"/>
                  <a:pt x="1241" y="106"/>
                </a:cubicBezTo>
                <a:moveTo>
                  <a:pt x="1381" y="69"/>
                </a:moveTo>
                <a:cubicBezTo>
                  <a:pt x="1376" y="76"/>
                  <a:pt x="1371" y="66"/>
                  <a:pt x="1360" y="63"/>
                </a:cubicBezTo>
                <a:cubicBezTo>
                  <a:pt x="1376" y="59"/>
                  <a:pt x="1392" y="59"/>
                  <a:pt x="1408" y="63"/>
                </a:cubicBezTo>
                <a:cubicBezTo>
                  <a:pt x="1414" y="67"/>
                  <a:pt x="1397" y="63"/>
                  <a:pt x="1392" y="62"/>
                </a:cubicBezTo>
                <a:cubicBezTo>
                  <a:pt x="1381" y="64"/>
                  <a:pt x="1376" y="66"/>
                  <a:pt x="1381" y="69"/>
                </a:cubicBezTo>
                <a:moveTo>
                  <a:pt x="1511" y="39"/>
                </a:moveTo>
                <a:cubicBezTo>
                  <a:pt x="1538" y="25"/>
                  <a:pt x="1575" y="38"/>
                  <a:pt x="1511" y="39"/>
                </a:cubicBezTo>
                <a:moveTo>
                  <a:pt x="1495" y="31"/>
                </a:moveTo>
                <a:cubicBezTo>
                  <a:pt x="1511" y="29"/>
                  <a:pt x="1500" y="40"/>
                  <a:pt x="1500" y="45"/>
                </a:cubicBezTo>
                <a:cubicBezTo>
                  <a:pt x="1479" y="48"/>
                  <a:pt x="1495" y="39"/>
                  <a:pt x="1489" y="38"/>
                </a:cubicBezTo>
                <a:cubicBezTo>
                  <a:pt x="1468" y="33"/>
                  <a:pt x="1473" y="42"/>
                  <a:pt x="1457" y="43"/>
                </a:cubicBezTo>
                <a:cubicBezTo>
                  <a:pt x="1435" y="33"/>
                  <a:pt x="1495" y="35"/>
                  <a:pt x="1495" y="31"/>
                </a:cubicBezTo>
                <a:moveTo>
                  <a:pt x="1435" y="45"/>
                </a:moveTo>
                <a:cubicBezTo>
                  <a:pt x="1452" y="50"/>
                  <a:pt x="1441" y="56"/>
                  <a:pt x="1462" y="49"/>
                </a:cubicBezTo>
                <a:cubicBezTo>
                  <a:pt x="1479" y="57"/>
                  <a:pt x="1435" y="55"/>
                  <a:pt x="1419" y="56"/>
                </a:cubicBezTo>
                <a:cubicBezTo>
                  <a:pt x="1408" y="50"/>
                  <a:pt x="1403" y="53"/>
                  <a:pt x="1397" y="48"/>
                </a:cubicBezTo>
                <a:cubicBezTo>
                  <a:pt x="1414" y="46"/>
                  <a:pt x="1425" y="46"/>
                  <a:pt x="1435" y="45"/>
                </a:cubicBezTo>
                <a:moveTo>
                  <a:pt x="1333" y="57"/>
                </a:moveTo>
                <a:cubicBezTo>
                  <a:pt x="1344" y="62"/>
                  <a:pt x="1311" y="64"/>
                  <a:pt x="1317" y="69"/>
                </a:cubicBezTo>
                <a:cubicBezTo>
                  <a:pt x="1311" y="70"/>
                  <a:pt x="1306" y="67"/>
                  <a:pt x="1311" y="66"/>
                </a:cubicBezTo>
                <a:cubicBezTo>
                  <a:pt x="1306" y="64"/>
                  <a:pt x="1300" y="64"/>
                  <a:pt x="1300" y="66"/>
                </a:cubicBezTo>
                <a:cubicBezTo>
                  <a:pt x="1295" y="63"/>
                  <a:pt x="1300" y="63"/>
                  <a:pt x="1306" y="64"/>
                </a:cubicBezTo>
                <a:cubicBezTo>
                  <a:pt x="1327" y="62"/>
                  <a:pt x="1317" y="57"/>
                  <a:pt x="1333" y="57"/>
                </a:cubicBezTo>
                <a:moveTo>
                  <a:pt x="1031" y="103"/>
                </a:moveTo>
                <a:cubicBezTo>
                  <a:pt x="1025" y="97"/>
                  <a:pt x="1031" y="100"/>
                  <a:pt x="1014" y="104"/>
                </a:cubicBezTo>
                <a:cubicBezTo>
                  <a:pt x="1009" y="100"/>
                  <a:pt x="1009" y="97"/>
                  <a:pt x="1020" y="94"/>
                </a:cubicBezTo>
                <a:cubicBezTo>
                  <a:pt x="1041" y="94"/>
                  <a:pt x="1052" y="100"/>
                  <a:pt x="1031" y="103"/>
                </a:cubicBezTo>
                <a:moveTo>
                  <a:pt x="1160" y="74"/>
                </a:moveTo>
                <a:cubicBezTo>
                  <a:pt x="1155" y="76"/>
                  <a:pt x="1149" y="74"/>
                  <a:pt x="1149" y="73"/>
                </a:cubicBezTo>
                <a:cubicBezTo>
                  <a:pt x="1144" y="72"/>
                  <a:pt x="1138" y="73"/>
                  <a:pt x="1138" y="73"/>
                </a:cubicBezTo>
                <a:cubicBezTo>
                  <a:pt x="1122" y="72"/>
                  <a:pt x="1176" y="69"/>
                  <a:pt x="1144" y="69"/>
                </a:cubicBezTo>
                <a:cubicBezTo>
                  <a:pt x="1144" y="63"/>
                  <a:pt x="1192" y="67"/>
                  <a:pt x="1198" y="57"/>
                </a:cubicBezTo>
                <a:cubicBezTo>
                  <a:pt x="1209" y="63"/>
                  <a:pt x="1225" y="56"/>
                  <a:pt x="1235" y="63"/>
                </a:cubicBezTo>
                <a:cubicBezTo>
                  <a:pt x="1209" y="64"/>
                  <a:pt x="1160" y="64"/>
                  <a:pt x="1160" y="74"/>
                </a:cubicBezTo>
                <a:moveTo>
                  <a:pt x="1397" y="40"/>
                </a:moveTo>
                <a:cubicBezTo>
                  <a:pt x="1365" y="39"/>
                  <a:pt x="1365" y="52"/>
                  <a:pt x="1333" y="50"/>
                </a:cubicBezTo>
                <a:cubicBezTo>
                  <a:pt x="1327" y="48"/>
                  <a:pt x="1371" y="33"/>
                  <a:pt x="1371" y="40"/>
                </a:cubicBezTo>
                <a:cubicBezTo>
                  <a:pt x="1376" y="38"/>
                  <a:pt x="1387" y="35"/>
                  <a:pt x="1381" y="31"/>
                </a:cubicBezTo>
                <a:cubicBezTo>
                  <a:pt x="1408" y="29"/>
                  <a:pt x="1381" y="38"/>
                  <a:pt x="1397" y="40"/>
                </a:cubicBezTo>
                <a:moveTo>
                  <a:pt x="1273" y="40"/>
                </a:moveTo>
                <a:cubicBezTo>
                  <a:pt x="1290" y="46"/>
                  <a:pt x="1263" y="49"/>
                  <a:pt x="1279" y="55"/>
                </a:cubicBezTo>
                <a:cubicBezTo>
                  <a:pt x="1268" y="56"/>
                  <a:pt x="1268" y="53"/>
                  <a:pt x="1273" y="53"/>
                </a:cubicBezTo>
                <a:cubicBezTo>
                  <a:pt x="1263" y="49"/>
                  <a:pt x="1246" y="60"/>
                  <a:pt x="1241" y="52"/>
                </a:cubicBezTo>
                <a:cubicBezTo>
                  <a:pt x="1241" y="50"/>
                  <a:pt x="1246" y="52"/>
                  <a:pt x="1252" y="52"/>
                </a:cubicBezTo>
                <a:cubicBezTo>
                  <a:pt x="1279" y="49"/>
                  <a:pt x="1241" y="43"/>
                  <a:pt x="1273" y="40"/>
                </a:cubicBezTo>
                <a:moveTo>
                  <a:pt x="1095" y="76"/>
                </a:moveTo>
                <a:cubicBezTo>
                  <a:pt x="1095" y="80"/>
                  <a:pt x="1106" y="83"/>
                  <a:pt x="1106" y="87"/>
                </a:cubicBezTo>
                <a:cubicBezTo>
                  <a:pt x="1095" y="92"/>
                  <a:pt x="1068" y="82"/>
                  <a:pt x="1090" y="90"/>
                </a:cubicBezTo>
                <a:cubicBezTo>
                  <a:pt x="1079" y="92"/>
                  <a:pt x="1057" y="86"/>
                  <a:pt x="1079" y="93"/>
                </a:cubicBezTo>
                <a:cubicBezTo>
                  <a:pt x="1063" y="92"/>
                  <a:pt x="1036" y="93"/>
                  <a:pt x="1036" y="86"/>
                </a:cubicBezTo>
                <a:cubicBezTo>
                  <a:pt x="1074" y="92"/>
                  <a:pt x="1068" y="83"/>
                  <a:pt x="1095" y="76"/>
                </a:cubicBezTo>
                <a:moveTo>
                  <a:pt x="442" y="86"/>
                </a:moveTo>
                <a:cubicBezTo>
                  <a:pt x="410" y="84"/>
                  <a:pt x="442" y="73"/>
                  <a:pt x="404" y="83"/>
                </a:cubicBezTo>
                <a:cubicBezTo>
                  <a:pt x="399" y="77"/>
                  <a:pt x="447" y="72"/>
                  <a:pt x="480" y="66"/>
                </a:cubicBezTo>
                <a:cubicBezTo>
                  <a:pt x="485" y="70"/>
                  <a:pt x="485" y="73"/>
                  <a:pt x="491" y="76"/>
                </a:cubicBezTo>
                <a:cubicBezTo>
                  <a:pt x="458" y="77"/>
                  <a:pt x="447" y="77"/>
                  <a:pt x="442" y="86"/>
                </a:cubicBezTo>
                <a:moveTo>
                  <a:pt x="572" y="53"/>
                </a:moveTo>
                <a:cubicBezTo>
                  <a:pt x="593" y="49"/>
                  <a:pt x="572" y="62"/>
                  <a:pt x="588" y="57"/>
                </a:cubicBezTo>
                <a:cubicBezTo>
                  <a:pt x="593" y="60"/>
                  <a:pt x="577" y="62"/>
                  <a:pt x="572" y="63"/>
                </a:cubicBezTo>
                <a:cubicBezTo>
                  <a:pt x="550" y="60"/>
                  <a:pt x="577" y="57"/>
                  <a:pt x="572" y="53"/>
                </a:cubicBezTo>
                <a:moveTo>
                  <a:pt x="431" y="98"/>
                </a:moveTo>
                <a:cubicBezTo>
                  <a:pt x="404" y="94"/>
                  <a:pt x="464" y="87"/>
                  <a:pt x="475" y="94"/>
                </a:cubicBezTo>
                <a:cubicBezTo>
                  <a:pt x="458" y="98"/>
                  <a:pt x="447" y="92"/>
                  <a:pt x="431" y="98"/>
                </a:cubicBezTo>
                <a:moveTo>
                  <a:pt x="815" y="60"/>
                </a:moveTo>
                <a:cubicBezTo>
                  <a:pt x="842" y="53"/>
                  <a:pt x="815" y="53"/>
                  <a:pt x="858" y="52"/>
                </a:cubicBezTo>
                <a:cubicBezTo>
                  <a:pt x="858" y="53"/>
                  <a:pt x="852" y="53"/>
                  <a:pt x="852" y="53"/>
                </a:cubicBezTo>
                <a:cubicBezTo>
                  <a:pt x="842" y="55"/>
                  <a:pt x="852" y="56"/>
                  <a:pt x="858" y="59"/>
                </a:cubicBezTo>
                <a:cubicBezTo>
                  <a:pt x="842" y="63"/>
                  <a:pt x="831" y="57"/>
                  <a:pt x="815" y="60"/>
                </a:cubicBezTo>
                <a:moveTo>
                  <a:pt x="653" y="96"/>
                </a:moveTo>
                <a:cubicBezTo>
                  <a:pt x="663" y="97"/>
                  <a:pt x="669" y="100"/>
                  <a:pt x="674" y="101"/>
                </a:cubicBezTo>
                <a:cubicBezTo>
                  <a:pt x="653" y="107"/>
                  <a:pt x="626" y="98"/>
                  <a:pt x="653" y="96"/>
                </a:cubicBezTo>
                <a:moveTo>
                  <a:pt x="917" y="56"/>
                </a:moveTo>
                <a:cubicBezTo>
                  <a:pt x="928" y="63"/>
                  <a:pt x="917" y="63"/>
                  <a:pt x="890" y="67"/>
                </a:cubicBezTo>
                <a:cubicBezTo>
                  <a:pt x="869" y="62"/>
                  <a:pt x="912" y="60"/>
                  <a:pt x="917" y="56"/>
                </a:cubicBezTo>
                <a:moveTo>
                  <a:pt x="723" y="108"/>
                </a:moveTo>
                <a:cubicBezTo>
                  <a:pt x="712" y="106"/>
                  <a:pt x="717" y="104"/>
                  <a:pt x="712" y="101"/>
                </a:cubicBezTo>
                <a:cubicBezTo>
                  <a:pt x="723" y="101"/>
                  <a:pt x="728" y="100"/>
                  <a:pt x="739" y="98"/>
                </a:cubicBezTo>
                <a:cubicBezTo>
                  <a:pt x="755" y="101"/>
                  <a:pt x="750" y="103"/>
                  <a:pt x="755" y="106"/>
                </a:cubicBezTo>
                <a:cubicBezTo>
                  <a:pt x="744" y="108"/>
                  <a:pt x="734" y="106"/>
                  <a:pt x="723" y="108"/>
                </a:cubicBezTo>
                <a:moveTo>
                  <a:pt x="766" y="100"/>
                </a:moveTo>
                <a:cubicBezTo>
                  <a:pt x="766" y="92"/>
                  <a:pt x="787" y="100"/>
                  <a:pt x="820" y="94"/>
                </a:cubicBezTo>
                <a:cubicBezTo>
                  <a:pt x="809" y="94"/>
                  <a:pt x="798" y="96"/>
                  <a:pt x="793" y="93"/>
                </a:cubicBezTo>
                <a:cubicBezTo>
                  <a:pt x="804" y="90"/>
                  <a:pt x="815" y="90"/>
                  <a:pt x="825" y="93"/>
                </a:cubicBezTo>
                <a:cubicBezTo>
                  <a:pt x="820" y="101"/>
                  <a:pt x="787" y="96"/>
                  <a:pt x="766" y="100"/>
                </a:cubicBezTo>
                <a:moveTo>
                  <a:pt x="858" y="89"/>
                </a:moveTo>
                <a:cubicBezTo>
                  <a:pt x="852" y="86"/>
                  <a:pt x="874" y="89"/>
                  <a:pt x="869" y="84"/>
                </a:cubicBezTo>
                <a:cubicBezTo>
                  <a:pt x="890" y="90"/>
                  <a:pt x="869" y="97"/>
                  <a:pt x="874" y="104"/>
                </a:cubicBezTo>
                <a:cubicBezTo>
                  <a:pt x="858" y="100"/>
                  <a:pt x="869" y="90"/>
                  <a:pt x="858" y="89"/>
                </a:cubicBezTo>
                <a:moveTo>
                  <a:pt x="1052" y="52"/>
                </a:moveTo>
                <a:cubicBezTo>
                  <a:pt x="1031" y="48"/>
                  <a:pt x="1074" y="42"/>
                  <a:pt x="1084" y="43"/>
                </a:cubicBezTo>
                <a:cubicBezTo>
                  <a:pt x="1095" y="50"/>
                  <a:pt x="1068" y="48"/>
                  <a:pt x="1052" y="52"/>
                </a:cubicBezTo>
                <a:moveTo>
                  <a:pt x="1235" y="40"/>
                </a:moveTo>
                <a:cubicBezTo>
                  <a:pt x="1225" y="43"/>
                  <a:pt x="1214" y="40"/>
                  <a:pt x="1203" y="43"/>
                </a:cubicBezTo>
                <a:cubicBezTo>
                  <a:pt x="1192" y="46"/>
                  <a:pt x="1230" y="39"/>
                  <a:pt x="1209" y="35"/>
                </a:cubicBezTo>
                <a:cubicBezTo>
                  <a:pt x="1219" y="33"/>
                  <a:pt x="1230" y="31"/>
                  <a:pt x="1241" y="29"/>
                </a:cubicBezTo>
                <a:cubicBezTo>
                  <a:pt x="1225" y="29"/>
                  <a:pt x="1225" y="26"/>
                  <a:pt x="1235" y="25"/>
                </a:cubicBezTo>
                <a:cubicBezTo>
                  <a:pt x="1257" y="31"/>
                  <a:pt x="1219" y="35"/>
                  <a:pt x="1235" y="40"/>
                </a:cubicBezTo>
                <a:moveTo>
                  <a:pt x="982" y="72"/>
                </a:moveTo>
                <a:cubicBezTo>
                  <a:pt x="998" y="70"/>
                  <a:pt x="971" y="79"/>
                  <a:pt x="977" y="83"/>
                </a:cubicBezTo>
                <a:cubicBezTo>
                  <a:pt x="960" y="86"/>
                  <a:pt x="944" y="79"/>
                  <a:pt x="966" y="74"/>
                </a:cubicBezTo>
                <a:cubicBezTo>
                  <a:pt x="971" y="83"/>
                  <a:pt x="966" y="74"/>
                  <a:pt x="982" y="72"/>
                </a:cubicBezTo>
                <a:moveTo>
                  <a:pt x="1144" y="33"/>
                </a:moveTo>
                <a:cubicBezTo>
                  <a:pt x="1176" y="35"/>
                  <a:pt x="1127" y="38"/>
                  <a:pt x="1111" y="42"/>
                </a:cubicBezTo>
                <a:cubicBezTo>
                  <a:pt x="1111" y="40"/>
                  <a:pt x="1111" y="39"/>
                  <a:pt x="1106" y="36"/>
                </a:cubicBezTo>
                <a:cubicBezTo>
                  <a:pt x="1117" y="29"/>
                  <a:pt x="1149" y="42"/>
                  <a:pt x="1144" y="33"/>
                </a:cubicBezTo>
                <a:moveTo>
                  <a:pt x="993" y="62"/>
                </a:moveTo>
                <a:cubicBezTo>
                  <a:pt x="982" y="67"/>
                  <a:pt x="950" y="59"/>
                  <a:pt x="955" y="67"/>
                </a:cubicBezTo>
                <a:cubicBezTo>
                  <a:pt x="928" y="69"/>
                  <a:pt x="944" y="62"/>
                  <a:pt x="960" y="60"/>
                </a:cubicBezTo>
                <a:cubicBezTo>
                  <a:pt x="950" y="57"/>
                  <a:pt x="939" y="62"/>
                  <a:pt x="928" y="56"/>
                </a:cubicBezTo>
                <a:cubicBezTo>
                  <a:pt x="939" y="53"/>
                  <a:pt x="950" y="56"/>
                  <a:pt x="939" y="57"/>
                </a:cubicBezTo>
                <a:cubicBezTo>
                  <a:pt x="966" y="60"/>
                  <a:pt x="971" y="52"/>
                  <a:pt x="987" y="53"/>
                </a:cubicBezTo>
                <a:cubicBezTo>
                  <a:pt x="993" y="56"/>
                  <a:pt x="971" y="57"/>
                  <a:pt x="993" y="62"/>
                </a:cubicBezTo>
                <a:moveTo>
                  <a:pt x="1047" y="25"/>
                </a:moveTo>
                <a:cubicBezTo>
                  <a:pt x="1063" y="23"/>
                  <a:pt x="1074" y="23"/>
                  <a:pt x="1084" y="22"/>
                </a:cubicBezTo>
                <a:cubicBezTo>
                  <a:pt x="1106" y="33"/>
                  <a:pt x="1052" y="28"/>
                  <a:pt x="1047" y="40"/>
                </a:cubicBezTo>
                <a:cubicBezTo>
                  <a:pt x="1025" y="40"/>
                  <a:pt x="1025" y="38"/>
                  <a:pt x="1025" y="32"/>
                </a:cubicBezTo>
                <a:cubicBezTo>
                  <a:pt x="1020" y="36"/>
                  <a:pt x="1014" y="36"/>
                  <a:pt x="1009" y="33"/>
                </a:cubicBezTo>
                <a:cubicBezTo>
                  <a:pt x="1025" y="32"/>
                  <a:pt x="1047" y="31"/>
                  <a:pt x="1063" y="29"/>
                </a:cubicBezTo>
                <a:cubicBezTo>
                  <a:pt x="1068" y="26"/>
                  <a:pt x="1057" y="28"/>
                  <a:pt x="1047" y="25"/>
                </a:cubicBezTo>
                <a:moveTo>
                  <a:pt x="998" y="43"/>
                </a:moveTo>
                <a:cubicBezTo>
                  <a:pt x="982" y="45"/>
                  <a:pt x="955" y="43"/>
                  <a:pt x="955" y="39"/>
                </a:cubicBezTo>
                <a:cubicBezTo>
                  <a:pt x="971" y="35"/>
                  <a:pt x="998" y="39"/>
                  <a:pt x="998" y="43"/>
                </a:cubicBezTo>
                <a:moveTo>
                  <a:pt x="912" y="48"/>
                </a:moveTo>
                <a:cubicBezTo>
                  <a:pt x="885" y="42"/>
                  <a:pt x="923" y="39"/>
                  <a:pt x="912" y="35"/>
                </a:cubicBezTo>
                <a:cubicBezTo>
                  <a:pt x="923" y="33"/>
                  <a:pt x="923" y="45"/>
                  <a:pt x="912" y="48"/>
                </a:cubicBezTo>
                <a:moveTo>
                  <a:pt x="647" y="89"/>
                </a:moveTo>
                <a:cubicBezTo>
                  <a:pt x="653" y="93"/>
                  <a:pt x="642" y="90"/>
                  <a:pt x="637" y="89"/>
                </a:cubicBezTo>
                <a:cubicBezTo>
                  <a:pt x="615" y="94"/>
                  <a:pt x="615" y="110"/>
                  <a:pt x="577" y="98"/>
                </a:cubicBezTo>
                <a:cubicBezTo>
                  <a:pt x="610" y="96"/>
                  <a:pt x="604" y="92"/>
                  <a:pt x="615" y="86"/>
                </a:cubicBezTo>
                <a:cubicBezTo>
                  <a:pt x="626" y="83"/>
                  <a:pt x="637" y="90"/>
                  <a:pt x="647" y="89"/>
                </a:cubicBezTo>
                <a:moveTo>
                  <a:pt x="739" y="62"/>
                </a:moveTo>
                <a:cubicBezTo>
                  <a:pt x="734" y="63"/>
                  <a:pt x="739" y="63"/>
                  <a:pt x="739" y="64"/>
                </a:cubicBezTo>
                <a:cubicBezTo>
                  <a:pt x="707" y="63"/>
                  <a:pt x="755" y="60"/>
                  <a:pt x="761" y="56"/>
                </a:cubicBezTo>
                <a:cubicBezTo>
                  <a:pt x="782" y="60"/>
                  <a:pt x="755" y="64"/>
                  <a:pt x="739" y="62"/>
                </a:cubicBezTo>
                <a:moveTo>
                  <a:pt x="863" y="40"/>
                </a:moveTo>
                <a:cubicBezTo>
                  <a:pt x="847" y="42"/>
                  <a:pt x="836" y="45"/>
                  <a:pt x="825" y="48"/>
                </a:cubicBezTo>
                <a:cubicBezTo>
                  <a:pt x="815" y="42"/>
                  <a:pt x="842" y="38"/>
                  <a:pt x="842" y="33"/>
                </a:cubicBezTo>
                <a:cubicBezTo>
                  <a:pt x="863" y="35"/>
                  <a:pt x="847" y="36"/>
                  <a:pt x="863" y="40"/>
                </a:cubicBezTo>
                <a:moveTo>
                  <a:pt x="637" y="76"/>
                </a:moveTo>
                <a:cubicBezTo>
                  <a:pt x="653" y="77"/>
                  <a:pt x="653" y="70"/>
                  <a:pt x="674" y="73"/>
                </a:cubicBezTo>
                <a:cubicBezTo>
                  <a:pt x="680" y="82"/>
                  <a:pt x="642" y="79"/>
                  <a:pt x="626" y="83"/>
                </a:cubicBezTo>
                <a:cubicBezTo>
                  <a:pt x="620" y="80"/>
                  <a:pt x="615" y="79"/>
                  <a:pt x="610" y="76"/>
                </a:cubicBezTo>
                <a:cubicBezTo>
                  <a:pt x="620" y="72"/>
                  <a:pt x="626" y="69"/>
                  <a:pt x="631" y="67"/>
                </a:cubicBezTo>
                <a:cubicBezTo>
                  <a:pt x="653" y="64"/>
                  <a:pt x="626" y="73"/>
                  <a:pt x="637" y="76"/>
                </a:cubicBezTo>
                <a:moveTo>
                  <a:pt x="669" y="50"/>
                </a:moveTo>
                <a:cubicBezTo>
                  <a:pt x="690" y="56"/>
                  <a:pt x="669" y="60"/>
                  <a:pt x="669" y="64"/>
                </a:cubicBezTo>
                <a:cubicBezTo>
                  <a:pt x="663" y="64"/>
                  <a:pt x="663" y="63"/>
                  <a:pt x="663" y="62"/>
                </a:cubicBezTo>
                <a:cubicBezTo>
                  <a:pt x="658" y="62"/>
                  <a:pt x="647" y="62"/>
                  <a:pt x="637" y="63"/>
                </a:cubicBezTo>
                <a:cubicBezTo>
                  <a:pt x="631" y="59"/>
                  <a:pt x="647" y="55"/>
                  <a:pt x="669" y="50"/>
                </a:cubicBezTo>
                <a:moveTo>
                  <a:pt x="583" y="72"/>
                </a:moveTo>
                <a:cubicBezTo>
                  <a:pt x="566" y="77"/>
                  <a:pt x="555" y="86"/>
                  <a:pt x="534" y="87"/>
                </a:cubicBezTo>
                <a:cubicBezTo>
                  <a:pt x="534" y="80"/>
                  <a:pt x="518" y="73"/>
                  <a:pt x="550" y="67"/>
                </a:cubicBezTo>
                <a:cubicBezTo>
                  <a:pt x="572" y="67"/>
                  <a:pt x="561" y="74"/>
                  <a:pt x="583" y="72"/>
                </a:cubicBezTo>
                <a:moveTo>
                  <a:pt x="793" y="21"/>
                </a:moveTo>
                <a:cubicBezTo>
                  <a:pt x="782" y="23"/>
                  <a:pt x="777" y="22"/>
                  <a:pt x="782" y="21"/>
                </a:cubicBezTo>
                <a:cubicBezTo>
                  <a:pt x="771" y="19"/>
                  <a:pt x="750" y="23"/>
                  <a:pt x="739" y="25"/>
                </a:cubicBezTo>
                <a:cubicBezTo>
                  <a:pt x="723" y="19"/>
                  <a:pt x="777" y="12"/>
                  <a:pt x="793" y="21"/>
                </a:cubicBezTo>
                <a:moveTo>
                  <a:pt x="723" y="26"/>
                </a:moveTo>
                <a:cubicBezTo>
                  <a:pt x="723" y="33"/>
                  <a:pt x="701" y="36"/>
                  <a:pt x="707" y="40"/>
                </a:cubicBezTo>
                <a:cubicBezTo>
                  <a:pt x="696" y="43"/>
                  <a:pt x="685" y="46"/>
                  <a:pt x="669" y="48"/>
                </a:cubicBezTo>
                <a:cubicBezTo>
                  <a:pt x="658" y="46"/>
                  <a:pt x="658" y="43"/>
                  <a:pt x="669" y="40"/>
                </a:cubicBezTo>
                <a:cubicBezTo>
                  <a:pt x="674" y="42"/>
                  <a:pt x="669" y="43"/>
                  <a:pt x="669" y="43"/>
                </a:cubicBezTo>
                <a:cubicBezTo>
                  <a:pt x="690" y="45"/>
                  <a:pt x="701" y="25"/>
                  <a:pt x="690" y="29"/>
                </a:cubicBezTo>
                <a:cubicBezTo>
                  <a:pt x="685" y="26"/>
                  <a:pt x="707" y="25"/>
                  <a:pt x="701" y="22"/>
                </a:cubicBezTo>
                <a:cubicBezTo>
                  <a:pt x="712" y="21"/>
                  <a:pt x="707" y="25"/>
                  <a:pt x="723" y="26"/>
                </a:cubicBezTo>
                <a:moveTo>
                  <a:pt x="647" y="33"/>
                </a:moveTo>
                <a:cubicBezTo>
                  <a:pt x="663" y="38"/>
                  <a:pt x="631" y="40"/>
                  <a:pt x="642" y="45"/>
                </a:cubicBezTo>
                <a:cubicBezTo>
                  <a:pt x="626" y="46"/>
                  <a:pt x="620" y="35"/>
                  <a:pt x="647" y="33"/>
                </a:cubicBezTo>
                <a:moveTo>
                  <a:pt x="572" y="48"/>
                </a:moveTo>
                <a:cubicBezTo>
                  <a:pt x="572" y="43"/>
                  <a:pt x="588" y="39"/>
                  <a:pt x="604" y="36"/>
                </a:cubicBezTo>
                <a:cubicBezTo>
                  <a:pt x="631" y="43"/>
                  <a:pt x="593" y="45"/>
                  <a:pt x="572" y="48"/>
                </a:cubicBezTo>
                <a:moveTo>
                  <a:pt x="242" y="77"/>
                </a:moveTo>
                <a:cubicBezTo>
                  <a:pt x="221" y="80"/>
                  <a:pt x="199" y="80"/>
                  <a:pt x="183" y="74"/>
                </a:cubicBezTo>
                <a:cubicBezTo>
                  <a:pt x="178" y="79"/>
                  <a:pt x="167" y="83"/>
                  <a:pt x="183" y="87"/>
                </a:cubicBezTo>
                <a:cubicBezTo>
                  <a:pt x="151" y="92"/>
                  <a:pt x="156" y="93"/>
                  <a:pt x="129" y="93"/>
                </a:cubicBezTo>
                <a:cubicBezTo>
                  <a:pt x="145" y="84"/>
                  <a:pt x="167" y="83"/>
                  <a:pt x="145" y="72"/>
                </a:cubicBezTo>
                <a:cubicBezTo>
                  <a:pt x="194" y="70"/>
                  <a:pt x="172" y="57"/>
                  <a:pt x="189" y="50"/>
                </a:cubicBezTo>
                <a:cubicBezTo>
                  <a:pt x="194" y="56"/>
                  <a:pt x="205" y="63"/>
                  <a:pt x="183" y="69"/>
                </a:cubicBezTo>
                <a:cubicBezTo>
                  <a:pt x="183" y="67"/>
                  <a:pt x="178" y="67"/>
                  <a:pt x="172" y="69"/>
                </a:cubicBezTo>
                <a:cubicBezTo>
                  <a:pt x="178" y="69"/>
                  <a:pt x="183" y="70"/>
                  <a:pt x="183" y="72"/>
                </a:cubicBezTo>
                <a:cubicBezTo>
                  <a:pt x="194" y="74"/>
                  <a:pt x="205" y="69"/>
                  <a:pt x="215" y="70"/>
                </a:cubicBezTo>
                <a:cubicBezTo>
                  <a:pt x="221" y="67"/>
                  <a:pt x="226" y="64"/>
                  <a:pt x="215" y="62"/>
                </a:cubicBezTo>
                <a:cubicBezTo>
                  <a:pt x="232" y="59"/>
                  <a:pt x="248" y="56"/>
                  <a:pt x="264" y="52"/>
                </a:cubicBezTo>
                <a:cubicBezTo>
                  <a:pt x="296" y="62"/>
                  <a:pt x="226" y="66"/>
                  <a:pt x="242" y="77"/>
                </a:cubicBezTo>
                <a:moveTo>
                  <a:pt x="345" y="69"/>
                </a:moveTo>
                <a:cubicBezTo>
                  <a:pt x="340" y="67"/>
                  <a:pt x="334" y="70"/>
                  <a:pt x="329" y="70"/>
                </a:cubicBezTo>
                <a:cubicBezTo>
                  <a:pt x="307" y="57"/>
                  <a:pt x="394" y="69"/>
                  <a:pt x="350" y="76"/>
                </a:cubicBezTo>
                <a:cubicBezTo>
                  <a:pt x="345" y="73"/>
                  <a:pt x="350" y="72"/>
                  <a:pt x="345" y="69"/>
                </a:cubicBezTo>
                <a:moveTo>
                  <a:pt x="523" y="40"/>
                </a:moveTo>
                <a:cubicBezTo>
                  <a:pt x="512" y="31"/>
                  <a:pt x="572" y="38"/>
                  <a:pt x="561" y="28"/>
                </a:cubicBezTo>
                <a:cubicBezTo>
                  <a:pt x="583" y="32"/>
                  <a:pt x="610" y="18"/>
                  <a:pt x="626" y="26"/>
                </a:cubicBezTo>
                <a:cubicBezTo>
                  <a:pt x="604" y="29"/>
                  <a:pt x="610" y="28"/>
                  <a:pt x="599" y="33"/>
                </a:cubicBezTo>
                <a:cubicBezTo>
                  <a:pt x="593" y="25"/>
                  <a:pt x="555" y="38"/>
                  <a:pt x="539" y="45"/>
                </a:cubicBezTo>
                <a:cubicBezTo>
                  <a:pt x="512" y="40"/>
                  <a:pt x="502" y="43"/>
                  <a:pt x="464" y="38"/>
                </a:cubicBezTo>
                <a:cubicBezTo>
                  <a:pt x="485" y="35"/>
                  <a:pt x="502" y="35"/>
                  <a:pt x="523" y="40"/>
                </a:cubicBezTo>
                <a:moveTo>
                  <a:pt x="431" y="62"/>
                </a:moveTo>
                <a:cubicBezTo>
                  <a:pt x="410" y="53"/>
                  <a:pt x="469" y="53"/>
                  <a:pt x="485" y="50"/>
                </a:cubicBezTo>
                <a:cubicBezTo>
                  <a:pt x="496" y="59"/>
                  <a:pt x="447" y="56"/>
                  <a:pt x="431" y="62"/>
                </a:cubicBezTo>
                <a:moveTo>
                  <a:pt x="453" y="45"/>
                </a:moveTo>
                <a:cubicBezTo>
                  <a:pt x="437" y="45"/>
                  <a:pt x="421" y="50"/>
                  <a:pt x="410" y="49"/>
                </a:cubicBezTo>
                <a:cubicBezTo>
                  <a:pt x="394" y="43"/>
                  <a:pt x="431" y="36"/>
                  <a:pt x="442" y="36"/>
                </a:cubicBezTo>
                <a:cubicBezTo>
                  <a:pt x="442" y="39"/>
                  <a:pt x="447" y="42"/>
                  <a:pt x="453" y="45"/>
                </a:cubicBezTo>
                <a:moveTo>
                  <a:pt x="491" y="18"/>
                </a:moveTo>
                <a:cubicBezTo>
                  <a:pt x="502" y="23"/>
                  <a:pt x="491" y="31"/>
                  <a:pt x="469" y="31"/>
                </a:cubicBezTo>
                <a:cubicBezTo>
                  <a:pt x="464" y="26"/>
                  <a:pt x="469" y="22"/>
                  <a:pt x="491" y="18"/>
                </a:cubicBezTo>
                <a:moveTo>
                  <a:pt x="372" y="79"/>
                </a:moveTo>
                <a:cubicBezTo>
                  <a:pt x="383" y="70"/>
                  <a:pt x="372" y="69"/>
                  <a:pt x="367" y="62"/>
                </a:cubicBezTo>
                <a:cubicBezTo>
                  <a:pt x="361" y="56"/>
                  <a:pt x="323" y="62"/>
                  <a:pt x="334" y="56"/>
                </a:cubicBezTo>
                <a:cubicBezTo>
                  <a:pt x="367" y="46"/>
                  <a:pt x="453" y="67"/>
                  <a:pt x="372" y="79"/>
                </a:cubicBezTo>
                <a:moveTo>
                  <a:pt x="388" y="45"/>
                </a:moveTo>
                <a:cubicBezTo>
                  <a:pt x="377" y="48"/>
                  <a:pt x="313" y="52"/>
                  <a:pt x="302" y="57"/>
                </a:cubicBezTo>
                <a:cubicBezTo>
                  <a:pt x="296" y="52"/>
                  <a:pt x="318" y="48"/>
                  <a:pt x="340" y="42"/>
                </a:cubicBezTo>
                <a:cubicBezTo>
                  <a:pt x="356" y="43"/>
                  <a:pt x="372" y="46"/>
                  <a:pt x="388" y="45"/>
                </a:cubicBezTo>
                <a:moveTo>
                  <a:pt x="410" y="35"/>
                </a:moveTo>
                <a:cubicBezTo>
                  <a:pt x="377" y="35"/>
                  <a:pt x="377" y="36"/>
                  <a:pt x="350" y="39"/>
                </a:cubicBezTo>
                <a:cubicBezTo>
                  <a:pt x="340" y="36"/>
                  <a:pt x="356" y="35"/>
                  <a:pt x="350" y="32"/>
                </a:cubicBezTo>
                <a:cubicBezTo>
                  <a:pt x="334" y="31"/>
                  <a:pt x="313" y="46"/>
                  <a:pt x="285" y="38"/>
                </a:cubicBezTo>
                <a:cubicBezTo>
                  <a:pt x="323" y="32"/>
                  <a:pt x="318" y="26"/>
                  <a:pt x="345" y="21"/>
                </a:cubicBezTo>
                <a:cubicBezTo>
                  <a:pt x="356" y="29"/>
                  <a:pt x="372" y="32"/>
                  <a:pt x="410" y="35"/>
                </a:cubicBezTo>
                <a:moveTo>
                  <a:pt x="269" y="35"/>
                </a:moveTo>
                <a:cubicBezTo>
                  <a:pt x="248" y="45"/>
                  <a:pt x="307" y="46"/>
                  <a:pt x="285" y="50"/>
                </a:cubicBezTo>
                <a:cubicBezTo>
                  <a:pt x="275" y="45"/>
                  <a:pt x="259" y="50"/>
                  <a:pt x="253" y="45"/>
                </a:cubicBezTo>
                <a:cubicBezTo>
                  <a:pt x="242" y="49"/>
                  <a:pt x="242" y="53"/>
                  <a:pt x="215" y="56"/>
                </a:cubicBezTo>
                <a:cubicBezTo>
                  <a:pt x="215" y="45"/>
                  <a:pt x="221" y="38"/>
                  <a:pt x="269" y="35"/>
                </a:cubicBezTo>
                <a:moveTo>
                  <a:pt x="334" y="18"/>
                </a:moveTo>
                <a:cubicBezTo>
                  <a:pt x="334" y="23"/>
                  <a:pt x="285" y="21"/>
                  <a:pt x="269" y="31"/>
                </a:cubicBezTo>
                <a:cubicBezTo>
                  <a:pt x="259" y="28"/>
                  <a:pt x="248" y="32"/>
                  <a:pt x="237" y="28"/>
                </a:cubicBezTo>
                <a:cubicBezTo>
                  <a:pt x="253" y="23"/>
                  <a:pt x="285" y="28"/>
                  <a:pt x="264" y="19"/>
                </a:cubicBezTo>
                <a:cubicBezTo>
                  <a:pt x="291" y="14"/>
                  <a:pt x="313" y="19"/>
                  <a:pt x="334" y="18"/>
                </a:cubicBezTo>
              </a:path>
            </a:pathLst>
          </a:custGeom>
          <a:solidFill>
            <a:srgbClr val="5F7797">
              <a:alpha val="100000"/>
            </a:srgbClr>
          </a:solidFill>
          <a:ln w="0" cap="flat">
            <a:noFill/>
            <a:prstDash val="solid"/>
            <a:miter lim="0"/>
          </a:ln>
        </p:spPr>
        <p:txBody>
          <a:bodyPr rtlCol="0"/>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textbox 210"/>
          <p:cNvSpPr/>
          <p:nvPr/>
        </p:nvSpPr>
        <p:spPr>
          <a:xfrm>
            <a:off x="763581" y="1479010"/>
            <a:ext cx="10874375" cy="3066414"/>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marL="12700" algn="l" rtl="0" eaLnBrk="0">
              <a:lnSpc>
                <a:spcPct val="98000"/>
              </a:lnSpc>
            </a:pP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个体进行复制，以概率</a:t>
            </a:r>
            <a:r>
              <a:rPr sz="2000" kern="0" spc="0" dirty="0">
                <a:solidFill>
                  <a:srgbClr val="5F7797">
                    <a:alpha val="100000"/>
                  </a:srgbClr>
                </a:solidFill>
                <a:latin typeface="Cambria Math" panose="02040503050406030204"/>
                <a:ea typeface="Cambria Math" panose="02040503050406030204"/>
                <a:cs typeface="Cambria Math" panose="02040503050406030204"/>
              </a:rPr>
              <a:t>p</a:t>
            </a:r>
            <a:r>
              <a:rPr sz="1400" kern="0" spc="0" dirty="0">
                <a:solidFill>
                  <a:srgbClr val="5F7797">
                    <a:alpha val="100000"/>
                  </a:srgbClr>
                </a:solidFill>
                <a:latin typeface="Cambria Math" panose="02040503050406030204"/>
                <a:ea typeface="Cambria Math" panose="02040503050406030204"/>
                <a:cs typeface="Cambria Math" panose="02040503050406030204"/>
              </a:rPr>
              <a:t>c</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进行基因的交叉</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，注意</a:t>
            </a:r>
            <a:r>
              <a:rPr sz="2000" b="1"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复制交叉方式多种多样</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a:p>
            <a:pPr marL="22860" algn="l" rtl="0" eaLnBrk="0">
              <a:lnSpc>
                <a:spcPts val="3375"/>
              </a:lnSpc>
            </a:pPr>
            <a:r>
              <a:rPr sz="2000" kern="0" spc="-50" dirty="0">
                <a:solidFill>
                  <a:srgbClr val="5F7797">
                    <a:alpha val="100000"/>
                  </a:srgbClr>
                </a:solidFill>
                <a:latin typeface="Arial" panose="020B0604020202020204"/>
                <a:ea typeface="Arial" panose="020B0604020202020204"/>
                <a:cs typeface="Arial" panose="020B0604020202020204"/>
              </a:rPr>
              <a:t>•</a:t>
            </a:r>
            <a:r>
              <a:rPr sz="2000" kern="0" spc="12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微软雅黑" panose="020B0503020204020204" charset="-122"/>
                <a:ea typeface="微软雅黑" panose="020B0503020204020204" charset="-122"/>
                <a:cs typeface="微软雅黑" panose="020B0503020204020204" charset="-122"/>
              </a:rPr>
              <a:t>复制</a:t>
            </a:r>
            <a:endParaRPr sz="2000" dirty="0">
              <a:latin typeface="微软雅黑" panose="020B0503020204020204" charset="-122"/>
              <a:ea typeface="微软雅黑" panose="020B0503020204020204" charset="-122"/>
              <a:cs typeface="微软雅黑" panose="020B0503020204020204" charset="-122"/>
            </a:endParaRPr>
          </a:p>
          <a:p>
            <a:pPr marL="814070" indent="-334010" algn="l" rtl="0" eaLnBrk="0">
              <a:lnSpc>
                <a:spcPct val="124000"/>
              </a:lnSpc>
              <a:spcBef>
                <a:spcPts val="1450"/>
              </a:spcBef>
            </a:pPr>
            <a:r>
              <a:rPr sz="2000" kern="0" spc="1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将个体适应度大小映射为概率进行复制：适应度</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高的个体有更大概率复制，且复制的份数</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   越多</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a:t>
            </a:r>
            <a:r>
              <a:rPr sz="2000" kern="0" spc="-10" dirty="0">
                <a:solidFill>
                  <a:srgbClr val="FF0000">
                    <a:alpha val="100000"/>
                  </a:srgbClr>
                </a:solidFill>
                <a:latin typeface="微软雅黑" panose="020B0503020204020204" charset="-122"/>
                <a:ea typeface="微软雅黑" panose="020B0503020204020204" charset="-122"/>
                <a:cs typeface="微软雅黑" panose="020B0503020204020204" charset="-122"/>
              </a:rPr>
              <a:t>轮盘赌法</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a:p>
            <a:pPr algn="r" rtl="0" eaLnBrk="0">
              <a:lnSpc>
                <a:spcPct val="97000"/>
              </a:lnSpc>
              <a:spcBef>
                <a:spcPts val="1275"/>
              </a:spcBef>
            </a:pPr>
            <a:r>
              <a:rPr sz="2000" kern="0" spc="-1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对适应度高的前</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N/4</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的</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个体进行复制，然后用这些个体把后</a:t>
            </a:r>
            <a:r>
              <a:rPr sz="2000" kern="0" spc="-20" dirty="0">
                <a:solidFill>
                  <a:srgbClr val="5F7797">
                    <a:alpha val="100000"/>
                  </a:srgbClr>
                </a:solidFill>
                <a:latin typeface="Times New Roman" panose="02020603050405020304"/>
                <a:ea typeface="Times New Roman" panose="02020603050405020304"/>
                <a:cs typeface="Times New Roman" panose="02020603050405020304"/>
              </a:rPr>
              <a:t>N/4</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个体替换掉</a:t>
            </a:r>
            <a:r>
              <a:rPr sz="2000" kern="0" spc="-20" dirty="0">
                <a:solidFill>
                  <a:srgbClr val="5F7797">
                    <a:alpha val="100000"/>
                  </a:srgbClr>
                </a:solidFill>
                <a:latin typeface="Times New Roman" panose="02020603050405020304"/>
                <a:ea typeface="Times New Roman" panose="02020603050405020304"/>
                <a:cs typeface="Times New Roman" panose="02020603050405020304"/>
              </a:rPr>
              <a:t>- </a:t>
            </a:r>
            <a:r>
              <a:rPr sz="2000" kern="0" spc="-20" dirty="0">
                <a:solidFill>
                  <a:srgbClr val="FF0000">
                    <a:alpha val="100000"/>
                  </a:srgbClr>
                </a:solidFill>
                <a:latin typeface="微软雅黑" panose="020B0503020204020204" charset="-122"/>
                <a:ea typeface="微软雅黑" panose="020B0503020204020204" charset="-122"/>
                <a:cs typeface="微软雅黑" panose="020B0503020204020204" charset="-122"/>
              </a:rPr>
              <a:t>精英产生精英</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a:p>
            <a:pPr marL="480060" algn="l" rtl="0" eaLnBrk="0">
              <a:lnSpc>
                <a:spcPct val="97000"/>
              </a:lnSpc>
              <a:spcBef>
                <a:spcPts val="1275"/>
              </a:spcBef>
            </a:pPr>
            <a:r>
              <a:rPr sz="2000" kern="0" spc="1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一定是将当前个体的复制体将下一个个体替换掉吗</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？随机可以吗？</a:t>
            </a:r>
            <a:r>
              <a:rPr sz="2000" kern="0" spc="0" dirty="0">
                <a:solidFill>
                  <a:srgbClr val="5F7797">
                    <a:alpha val="100000"/>
                  </a:srgbClr>
                </a:solidFill>
                <a:latin typeface="Times New Roman" panose="02020603050405020304"/>
                <a:ea typeface="Times New Roman" panose="02020603050405020304"/>
                <a:cs typeface="Times New Roman" panose="02020603050405020304"/>
              </a:rPr>
              <a:t>YES!</a:t>
            </a:r>
            <a:endParaRPr sz="2000" dirty="0">
              <a:latin typeface="Times New Roman" panose="02020603050405020304"/>
              <a:ea typeface="Times New Roman" panose="02020603050405020304"/>
              <a:cs typeface="Times New Roman" panose="02020603050405020304"/>
            </a:endParaRPr>
          </a:p>
          <a:p>
            <a:pPr algn="l" rtl="0" eaLnBrk="0">
              <a:lnSpc>
                <a:spcPct val="104000"/>
              </a:lnSpc>
            </a:pPr>
            <a:endParaRPr sz="1000" dirty="0">
              <a:latin typeface="Arial" panose="020B0604020202020204"/>
              <a:ea typeface="Arial" panose="020B0604020202020204"/>
              <a:cs typeface="Arial" panose="020B0604020202020204"/>
            </a:endParaRPr>
          </a:p>
          <a:p>
            <a:pPr marL="480060" algn="l" rtl="0" eaLnBrk="0">
              <a:lnSpc>
                <a:spcPct val="98000"/>
              </a:lnSpc>
              <a:spcBef>
                <a:spcPts val="5"/>
              </a:spcBef>
            </a:pPr>
            <a:r>
              <a:rPr sz="2000" kern="0" spc="1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一定只能把“坏解”替换掉吗？把随机某个适应度</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高的解替换掉呢？</a:t>
            </a:r>
            <a:r>
              <a:rPr sz="2000" kern="0" spc="0" dirty="0">
                <a:solidFill>
                  <a:srgbClr val="5F7797">
                    <a:alpha val="100000"/>
                  </a:srgbClr>
                </a:solidFill>
                <a:latin typeface="Times New Roman" panose="02020603050405020304"/>
                <a:ea typeface="Times New Roman" panose="02020603050405020304"/>
                <a:cs typeface="Times New Roman" panose="02020603050405020304"/>
              </a:rPr>
              <a:t>YES!</a:t>
            </a:r>
            <a:endParaRPr sz="2000" dirty="0">
              <a:latin typeface="Times New Roman" panose="02020603050405020304"/>
              <a:ea typeface="Times New Roman" panose="02020603050405020304"/>
              <a:cs typeface="Times New Roman" panose="02020603050405020304"/>
            </a:endParaRPr>
          </a:p>
        </p:txBody>
      </p:sp>
      <p:sp>
        <p:nvSpPr>
          <p:cNvPr id="212" name="path 212"/>
          <p:cNvSpPr/>
          <p:nvPr/>
        </p:nvSpPr>
        <p:spPr>
          <a:xfrm>
            <a:off x="3604640" y="4686680"/>
            <a:ext cx="5229605" cy="1954529"/>
          </a:xfrm>
          <a:custGeom>
            <a:avLst/>
            <a:gdLst/>
            <a:ahLst/>
            <a:cxnLst/>
            <a:rect l="0" t="0" r="0" b="0"/>
            <a:pathLst>
              <a:path w="8235" h="3077">
                <a:moveTo>
                  <a:pt x="45" y="3032"/>
                </a:moveTo>
                <a:cubicBezTo>
                  <a:pt x="503" y="1546"/>
                  <a:pt x="962" y="59"/>
                  <a:pt x="1205" y="45"/>
                </a:cubicBezTo>
                <a:cubicBezTo>
                  <a:pt x="1449" y="30"/>
                  <a:pt x="1072" y="2667"/>
                  <a:pt x="1506" y="2947"/>
                </a:cubicBezTo>
                <a:cubicBezTo>
                  <a:pt x="1940" y="3226"/>
                  <a:pt x="3082" y="1847"/>
                  <a:pt x="3806" y="1721"/>
                </a:cubicBezTo>
                <a:cubicBezTo>
                  <a:pt x="4529" y="1596"/>
                  <a:pt x="5231" y="2366"/>
                  <a:pt x="5848" y="2194"/>
                </a:cubicBezTo>
                <a:cubicBezTo>
                  <a:pt x="6464" y="2022"/>
                  <a:pt x="7112" y="955"/>
                  <a:pt x="7502" y="690"/>
                </a:cubicBezTo>
                <a:cubicBezTo>
                  <a:pt x="7893" y="424"/>
                  <a:pt x="8042" y="514"/>
                  <a:pt x="8190" y="603"/>
                </a:cubicBezTo>
              </a:path>
            </a:pathLst>
          </a:custGeom>
          <a:noFill/>
          <a:ln w="57150" cap="flat">
            <a:solidFill>
              <a:srgbClr val="B24F45"/>
            </a:solidFill>
            <a:prstDash val="solid"/>
            <a:miter lim="1000000"/>
          </a:ln>
        </p:spPr>
        <p:txBody>
          <a:bodyPr rtlCol="0"/>
          <a:lstStyle/>
          <a:p>
            <a:pPr algn="ctr"/>
            <a:endParaRPr lang="zh-CN" altLang="en-US"/>
          </a:p>
        </p:txBody>
      </p:sp>
      <p:sp>
        <p:nvSpPr>
          <p:cNvPr id="214" name="textbox 214"/>
          <p:cNvSpPr/>
          <p:nvPr/>
        </p:nvSpPr>
        <p:spPr>
          <a:xfrm>
            <a:off x="402132" y="178383"/>
            <a:ext cx="7738744" cy="9182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6000"/>
              </a:lnSpc>
            </a:pPr>
            <a:endParaRPr sz="1600" dirty="0">
              <a:latin typeface="Arial" panose="020B0604020202020204"/>
              <a:ea typeface="Arial" panose="020B0604020202020204"/>
              <a:cs typeface="Arial" panose="020B0604020202020204"/>
            </a:endParaRPr>
          </a:p>
          <a:p>
            <a:pPr algn="r" rtl="0" eaLnBrk="0">
              <a:lnSpc>
                <a:spcPct val="97000"/>
              </a:lnSpc>
              <a:spcBef>
                <a:spcPts val="0"/>
              </a:spcBef>
            </a:pPr>
            <a:r>
              <a:rPr sz="3000" b="1" kern="0" spc="-10" dirty="0">
                <a:solidFill>
                  <a:srgbClr val="5F7797">
                    <a:alpha val="100000"/>
                  </a:srgbClr>
                </a:solidFill>
                <a:latin typeface="Arial" panose="020B0604020202020204"/>
                <a:ea typeface="Arial" panose="020B0604020202020204"/>
                <a:cs typeface="Arial" panose="020B0604020202020204"/>
              </a:rPr>
              <a:t>2.1 </a:t>
            </a:r>
            <a:r>
              <a:rPr sz="3000" b="1"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基本原理</a:t>
            </a:r>
            <a:r>
              <a:rPr sz="3000" b="1" kern="0" spc="-10" dirty="0">
                <a:solidFill>
                  <a:srgbClr val="5F7797">
                    <a:alpha val="100000"/>
                  </a:srgbClr>
                </a:solidFill>
                <a:latin typeface="Arial" panose="020B0604020202020204"/>
                <a:ea typeface="Arial" panose="020B0604020202020204"/>
                <a:cs typeface="Arial" panose="020B0604020202020204"/>
              </a:rPr>
              <a:t>-</a:t>
            </a:r>
            <a:r>
              <a:rPr sz="3000" b="1"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复制交叉</a:t>
            </a:r>
            <a:endParaRPr sz="3000" dirty="0">
              <a:latin typeface="微软雅黑" panose="020B0503020204020204" charset="-122"/>
              <a:ea typeface="微软雅黑" panose="020B0503020204020204" charset="-122"/>
              <a:cs typeface="微软雅黑" panose="020B0503020204020204" charset="-122"/>
            </a:endParaRPr>
          </a:p>
        </p:txBody>
      </p:sp>
      <p:grpSp>
        <p:nvGrpSpPr>
          <p:cNvPr id="14" name="group 14"/>
          <p:cNvGrpSpPr/>
          <p:nvPr/>
        </p:nvGrpSpPr>
        <p:grpSpPr>
          <a:xfrm rot="21600000">
            <a:off x="11045006" y="6024838"/>
            <a:ext cx="921774" cy="822622"/>
            <a:chOff x="0" y="0"/>
            <a:chExt cx="921774" cy="822622"/>
          </a:xfrm>
        </p:grpSpPr>
        <p:pic>
          <p:nvPicPr>
            <p:cNvPr id="216" name="picture 216"/>
            <p:cNvPicPr>
              <a:picLocks noChangeAspect="1"/>
            </p:cNvPicPr>
            <p:nvPr/>
          </p:nvPicPr>
          <p:blipFill>
            <a:blip r:embed="rId3"/>
            <a:stretch>
              <a:fillRect/>
            </a:stretch>
          </p:blipFill>
          <p:spPr>
            <a:xfrm rot="21600000">
              <a:off x="0" y="0"/>
              <a:ext cx="921774" cy="822622"/>
            </a:xfrm>
            <a:prstGeom prst="rect">
              <a:avLst/>
            </a:prstGeom>
          </p:spPr>
        </p:pic>
        <p:sp>
          <p:nvSpPr>
            <p:cNvPr id="218" name="textbox 218"/>
            <p:cNvSpPr/>
            <p:nvPr/>
          </p:nvSpPr>
          <p:spPr>
            <a:xfrm>
              <a:off x="-12700" y="-12700"/>
              <a:ext cx="947419" cy="909319"/>
            </a:xfrm>
            <a:prstGeom prst="rect">
              <a:avLst/>
            </a:prstGeom>
            <a:noFill/>
            <a:ln w="0" cap="flat">
              <a:no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383540" algn="l" rtl="0" eaLnBrk="0">
                <a:lnSpc>
                  <a:spcPct val="80000"/>
                </a:lnSpc>
                <a:spcBef>
                  <a:spcPts val="5"/>
                </a:spcBef>
              </a:pPr>
              <a:r>
                <a:rPr sz="2000" b="1" kern="0" spc="-90" dirty="0">
                  <a:solidFill>
                    <a:srgbClr val="5F7797">
                      <a:alpha val="100000"/>
                    </a:srgbClr>
                  </a:solidFill>
                  <a:latin typeface="Arial" panose="020B0604020202020204"/>
                  <a:ea typeface="Arial" panose="020B0604020202020204"/>
                  <a:cs typeface="Arial" panose="020B0604020202020204"/>
                </a:rPr>
                <a:t>11</a:t>
              </a:r>
              <a:endParaRPr sz="2000" dirty="0">
                <a:latin typeface="Arial" panose="020B0604020202020204"/>
                <a:ea typeface="Arial" panose="020B0604020202020204"/>
                <a:cs typeface="Arial" panose="020B0604020202020204"/>
              </a:endParaRPr>
            </a:p>
          </p:txBody>
        </p:sp>
      </p:grpSp>
      <p:sp>
        <p:nvSpPr>
          <p:cNvPr id="220" name="path 220"/>
          <p:cNvSpPr/>
          <p:nvPr/>
        </p:nvSpPr>
        <p:spPr>
          <a:xfrm>
            <a:off x="4870703" y="1118616"/>
            <a:ext cx="2450592" cy="85343"/>
          </a:xfrm>
          <a:custGeom>
            <a:avLst/>
            <a:gdLst/>
            <a:ahLst/>
            <a:cxnLst/>
            <a:rect l="0" t="0" r="0" b="0"/>
            <a:pathLst>
              <a:path w="3859" h="134">
                <a:moveTo>
                  <a:pt x="102" y="23"/>
                </a:moveTo>
                <a:cubicBezTo>
                  <a:pt x="113" y="26"/>
                  <a:pt x="124" y="19"/>
                  <a:pt x="135" y="22"/>
                </a:cubicBezTo>
                <a:cubicBezTo>
                  <a:pt x="129" y="23"/>
                  <a:pt x="135" y="25"/>
                  <a:pt x="129" y="26"/>
                </a:cubicBezTo>
                <a:cubicBezTo>
                  <a:pt x="102" y="23"/>
                  <a:pt x="102" y="31"/>
                  <a:pt x="75" y="32"/>
                </a:cubicBezTo>
                <a:cubicBezTo>
                  <a:pt x="86" y="36"/>
                  <a:pt x="107" y="31"/>
                  <a:pt x="107" y="39"/>
                </a:cubicBezTo>
                <a:cubicBezTo>
                  <a:pt x="145" y="35"/>
                  <a:pt x="156" y="18"/>
                  <a:pt x="183" y="22"/>
                </a:cubicBezTo>
                <a:cubicBezTo>
                  <a:pt x="178" y="23"/>
                  <a:pt x="189" y="26"/>
                  <a:pt x="183" y="28"/>
                </a:cubicBezTo>
                <a:cubicBezTo>
                  <a:pt x="167" y="32"/>
                  <a:pt x="151" y="36"/>
                  <a:pt x="172" y="40"/>
                </a:cubicBezTo>
                <a:cubicBezTo>
                  <a:pt x="183" y="39"/>
                  <a:pt x="189" y="36"/>
                  <a:pt x="199" y="35"/>
                </a:cubicBezTo>
                <a:cubicBezTo>
                  <a:pt x="194" y="28"/>
                  <a:pt x="189" y="22"/>
                  <a:pt x="205" y="16"/>
                </a:cubicBezTo>
                <a:cubicBezTo>
                  <a:pt x="210" y="23"/>
                  <a:pt x="215" y="23"/>
                  <a:pt x="237" y="31"/>
                </a:cubicBezTo>
                <a:cubicBezTo>
                  <a:pt x="215" y="36"/>
                  <a:pt x="205" y="36"/>
                  <a:pt x="199" y="45"/>
                </a:cubicBezTo>
                <a:cubicBezTo>
                  <a:pt x="183" y="38"/>
                  <a:pt x="183" y="46"/>
                  <a:pt x="183" y="49"/>
                </a:cubicBezTo>
                <a:cubicBezTo>
                  <a:pt x="178" y="46"/>
                  <a:pt x="172" y="45"/>
                  <a:pt x="167" y="43"/>
                </a:cubicBezTo>
                <a:cubicBezTo>
                  <a:pt x="135" y="52"/>
                  <a:pt x="162" y="59"/>
                  <a:pt x="135" y="64"/>
                </a:cubicBezTo>
                <a:cubicBezTo>
                  <a:pt x="140" y="63"/>
                  <a:pt x="151" y="63"/>
                  <a:pt x="162" y="63"/>
                </a:cubicBezTo>
                <a:cubicBezTo>
                  <a:pt x="145" y="66"/>
                  <a:pt x="151" y="67"/>
                  <a:pt x="140" y="70"/>
                </a:cubicBezTo>
                <a:cubicBezTo>
                  <a:pt x="129" y="60"/>
                  <a:pt x="107" y="72"/>
                  <a:pt x="91" y="67"/>
                </a:cubicBezTo>
                <a:cubicBezTo>
                  <a:pt x="107" y="57"/>
                  <a:pt x="113" y="48"/>
                  <a:pt x="135" y="40"/>
                </a:cubicBezTo>
                <a:cubicBezTo>
                  <a:pt x="118" y="39"/>
                  <a:pt x="97" y="42"/>
                  <a:pt x="86" y="38"/>
                </a:cubicBezTo>
                <a:cubicBezTo>
                  <a:pt x="64" y="42"/>
                  <a:pt x="54" y="46"/>
                  <a:pt x="54" y="50"/>
                </a:cubicBezTo>
                <a:cubicBezTo>
                  <a:pt x="70" y="52"/>
                  <a:pt x="64" y="42"/>
                  <a:pt x="86" y="45"/>
                </a:cubicBezTo>
                <a:cubicBezTo>
                  <a:pt x="97" y="49"/>
                  <a:pt x="75" y="50"/>
                  <a:pt x="81" y="53"/>
                </a:cubicBezTo>
                <a:cubicBezTo>
                  <a:pt x="86" y="53"/>
                  <a:pt x="97" y="52"/>
                  <a:pt x="97" y="53"/>
                </a:cubicBezTo>
                <a:cubicBezTo>
                  <a:pt x="37" y="62"/>
                  <a:pt x="37" y="74"/>
                  <a:pt x="0" y="84"/>
                </a:cubicBezTo>
                <a:cubicBezTo>
                  <a:pt x="32" y="80"/>
                  <a:pt x="64" y="74"/>
                  <a:pt x="91" y="80"/>
                </a:cubicBezTo>
                <a:cubicBezTo>
                  <a:pt x="102" y="74"/>
                  <a:pt x="43" y="73"/>
                  <a:pt x="70" y="66"/>
                </a:cubicBezTo>
                <a:cubicBezTo>
                  <a:pt x="75" y="73"/>
                  <a:pt x="118" y="70"/>
                  <a:pt x="135" y="79"/>
                </a:cubicBezTo>
                <a:cubicBezTo>
                  <a:pt x="118" y="82"/>
                  <a:pt x="102" y="86"/>
                  <a:pt x="86" y="89"/>
                </a:cubicBezTo>
                <a:cubicBezTo>
                  <a:pt x="64" y="83"/>
                  <a:pt x="37" y="90"/>
                  <a:pt x="16" y="90"/>
                </a:cubicBezTo>
                <a:cubicBezTo>
                  <a:pt x="32" y="94"/>
                  <a:pt x="10" y="101"/>
                  <a:pt x="37" y="98"/>
                </a:cubicBezTo>
                <a:cubicBezTo>
                  <a:pt x="37" y="90"/>
                  <a:pt x="129" y="90"/>
                  <a:pt x="140" y="98"/>
                </a:cubicBezTo>
                <a:cubicBezTo>
                  <a:pt x="151" y="96"/>
                  <a:pt x="167" y="93"/>
                  <a:pt x="183" y="90"/>
                </a:cubicBezTo>
                <a:cubicBezTo>
                  <a:pt x="194" y="98"/>
                  <a:pt x="215" y="90"/>
                  <a:pt x="232" y="94"/>
                </a:cubicBezTo>
                <a:cubicBezTo>
                  <a:pt x="232" y="104"/>
                  <a:pt x="215" y="97"/>
                  <a:pt x="194" y="100"/>
                </a:cubicBezTo>
                <a:cubicBezTo>
                  <a:pt x="189" y="103"/>
                  <a:pt x="189" y="106"/>
                  <a:pt x="199" y="110"/>
                </a:cubicBezTo>
                <a:cubicBezTo>
                  <a:pt x="221" y="103"/>
                  <a:pt x="237" y="106"/>
                  <a:pt x="259" y="100"/>
                </a:cubicBezTo>
                <a:cubicBezTo>
                  <a:pt x="248" y="96"/>
                  <a:pt x="226" y="84"/>
                  <a:pt x="269" y="84"/>
                </a:cubicBezTo>
                <a:cubicBezTo>
                  <a:pt x="259" y="80"/>
                  <a:pt x="237" y="76"/>
                  <a:pt x="253" y="72"/>
                </a:cubicBezTo>
                <a:cubicBezTo>
                  <a:pt x="280" y="74"/>
                  <a:pt x="280" y="62"/>
                  <a:pt x="302" y="64"/>
                </a:cubicBezTo>
                <a:cubicBezTo>
                  <a:pt x="291" y="67"/>
                  <a:pt x="302" y="69"/>
                  <a:pt x="296" y="70"/>
                </a:cubicBezTo>
                <a:cubicBezTo>
                  <a:pt x="291" y="72"/>
                  <a:pt x="275" y="70"/>
                  <a:pt x="280" y="74"/>
                </a:cubicBezTo>
                <a:cubicBezTo>
                  <a:pt x="302" y="74"/>
                  <a:pt x="269" y="97"/>
                  <a:pt x="264" y="106"/>
                </a:cubicBezTo>
                <a:cubicBezTo>
                  <a:pt x="296" y="106"/>
                  <a:pt x="307" y="96"/>
                  <a:pt x="318" y="107"/>
                </a:cubicBezTo>
                <a:cubicBezTo>
                  <a:pt x="334" y="98"/>
                  <a:pt x="367" y="100"/>
                  <a:pt x="350" y="92"/>
                </a:cubicBezTo>
                <a:cubicBezTo>
                  <a:pt x="334" y="92"/>
                  <a:pt x="329" y="93"/>
                  <a:pt x="323" y="96"/>
                </a:cubicBezTo>
                <a:cubicBezTo>
                  <a:pt x="323" y="93"/>
                  <a:pt x="285" y="93"/>
                  <a:pt x="302" y="89"/>
                </a:cubicBezTo>
                <a:cubicBezTo>
                  <a:pt x="334" y="87"/>
                  <a:pt x="329" y="86"/>
                  <a:pt x="334" y="79"/>
                </a:cubicBezTo>
                <a:cubicBezTo>
                  <a:pt x="345" y="82"/>
                  <a:pt x="361" y="76"/>
                  <a:pt x="372" y="82"/>
                </a:cubicBezTo>
                <a:cubicBezTo>
                  <a:pt x="334" y="87"/>
                  <a:pt x="361" y="90"/>
                  <a:pt x="383" y="89"/>
                </a:cubicBezTo>
                <a:cubicBezTo>
                  <a:pt x="361" y="94"/>
                  <a:pt x="356" y="101"/>
                  <a:pt x="350" y="107"/>
                </a:cubicBezTo>
                <a:cubicBezTo>
                  <a:pt x="388" y="110"/>
                  <a:pt x="404" y="90"/>
                  <a:pt x="442" y="103"/>
                </a:cubicBezTo>
                <a:cubicBezTo>
                  <a:pt x="437" y="106"/>
                  <a:pt x="421" y="104"/>
                  <a:pt x="426" y="107"/>
                </a:cubicBezTo>
                <a:cubicBezTo>
                  <a:pt x="437" y="106"/>
                  <a:pt x="431" y="108"/>
                  <a:pt x="437" y="111"/>
                </a:cubicBezTo>
                <a:cubicBezTo>
                  <a:pt x="458" y="103"/>
                  <a:pt x="480" y="101"/>
                  <a:pt x="496" y="92"/>
                </a:cubicBezTo>
                <a:cubicBezTo>
                  <a:pt x="512" y="93"/>
                  <a:pt x="529" y="89"/>
                  <a:pt x="545" y="90"/>
                </a:cubicBezTo>
                <a:cubicBezTo>
                  <a:pt x="518" y="94"/>
                  <a:pt x="523" y="101"/>
                  <a:pt x="512" y="107"/>
                </a:cubicBezTo>
                <a:cubicBezTo>
                  <a:pt x="502" y="108"/>
                  <a:pt x="469" y="104"/>
                  <a:pt x="475" y="110"/>
                </a:cubicBezTo>
                <a:cubicBezTo>
                  <a:pt x="485" y="107"/>
                  <a:pt x="491" y="114"/>
                  <a:pt x="502" y="113"/>
                </a:cubicBezTo>
                <a:cubicBezTo>
                  <a:pt x="512" y="111"/>
                  <a:pt x="523" y="108"/>
                  <a:pt x="534" y="107"/>
                </a:cubicBezTo>
                <a:cubicBezTo>
                  <a:pt x="550" y="111"/>
                  <a:pt x="534" y="113"/>
                  <a:pt x="555" y="114"/>
                </a:cubicBezTo>
                <a:cubicBezTo>
                  <a:pt x="577" y="111"/>
                  <a:pt x="583" y="110"/>
                  <a:pt x="583" y="104"/>
                </a:cubicBezTo>
                <a:cubicBezTo>
                  <a:pt x="620" y="106"/>
                  <a:pt x="593" y="110"/>
                  <a:pt x="631" y="115"/>
                </a:cubicBezTo>
                <a:cubicBezTo>
                  <a:pt x="653" y="108"/>
                  <a:pt x="669" y="115"/>
                  <a:pt x="690" y="108"/>
                </a:cubicBezTo>
                <a:cubicBezTo>
                  <a:pt x="696" y="110"/>
                  <a:pt x="690" y="113"/>
                  <a:pt x="707" y="115"/>
                </a:cubicBezTo>
                <a:cubicBezTo>
                  <a:pt x="723" y="114"/>
                  <a:pt x="744" y="113"/>
                  <a:pt x="761" y="114"/>
                </a:cubicBezTo>
                <a:cubicBezTo>
                  <a:pt x="744" y="110"/>
                  <a:pt x="782" y="103"/>
                  <a:pt x="798" y="107"/>
                </a:cubicBezTo>
                <a:cubicBezTo>
                  <a:pt x="798" y="114"/>
                  <a:pt x="755" y="106"/>
                  <a:pt x="771" y="114"/>
                </a:cubicBezTo>
                <a:cubicBezTo>
                  <a:pt x="831" y="111"/>
                  <a:pt x="885" y="118"/>
                  <a:pt x="950" y="114"/>
                </a:cubicBezTo>
                <a:cubicBezTo>
                  <a:pt x="923" y="110"/>
                  <a:pt x="944" y="106"/>
                  <a:pt x="950" y="101"/>
                </a:cubicBezTo>
                <a:cubicBezTo>
                  <a:pt x="944" y="111"/>
                  <a:pt x="1009" y="127"/>
                  <a:pt x="1009" y="113"/>
                </a:cubicBezTo>
                <a:cubicBezTo>
                  <a:pt x="982" y="117"/>
                  <a:pt x="993" y="101"/>
                  <a:pt x="971" y="100"/>
                </a:cubicBezTo>
                <a:cubicBezTo>
                  <a:pt x="977" y="98"/>
                  <a:pt x="982" y="96"/>
                  <a:pt x="982" y="94"/>
                </a:cubicBezTo>
                <a:cubicBezTo>
                  <a:pt x="982" y="100"/>
                  <a:pt x="993" y="98"/>
                  <a:pt x="1009" y="100"/>
                </a:cubicBezTo>
                <a:cubicBezTo>
                  <a:pt x="977" y="106"/>
                  <a:pt x="1020" y="111"/>
                  <a:pt x="1036" y="108"/>
                </a:cubicBezTo>
                <a:cubicBezTo>
                  <a:pt x="1025" y="111"/>
                  <a:pt x="1020" y="114"/>
                  <a:pt x="1036" y="117"/>
                </a:cubicBezTo>
                <a:cubicBezTo>
                  <a:pt x="1041" y="117"/>
                  <a:pt x="1047" y="115"/>
                  <a:pt x="1052" y="117"/>
                </a:cubicBezTo>
                <a:cubicBezTo>
                  <a:pt x="1057" y="106"/>
                  <a:pt x="1101" y="107"/>
                  <a:pt x="1095" y="92"/>
                </a:cubicBezTo>
                <a:cubicBezTo>
                  <a:pt x="1095" y="93"/>
                  <a:pt x="1101" y="94"/>
                  <a:pt x="1106" y="93"/>
                </a:cubicBezTo>
                <a:cubicBezTo>
                  <a:pt x="1101" y="96"/>
                  <a:pt x="1101" y="100"/>
                  <a:pt x="1122" y="104"/>
                </a:cubicBezTo>
                <a:cubicBezTo>
                  <a:pt x="1138" y="101"/>
                  <a:pt x="1192" y="101"/>
                  <a:pt x="1176" y="108"/>
                </a:cubicBezTo>
                <a:cubicBezTo>
                  <a:pt x="1155" y="101"/>
                  <a:pt x="1127" y="110"/>
                  <a:pt x="1084" y="107"/>
                </a:cubicBezTo>
                <a:cubicBezTo>
                  <a:pt x="1074" y="110"/>
                  <a:pt x="1079" y="113"/>
                  <a:pt x="1074" y="114"/>
                </a:cubicBezTo>
                <a:cubicBezTo>
                  <a:pt x="1106" y="121"/>
                  <a:pt x="1144" y="115"/>
                  <a:pt x="1176" y="118"/>
                </a:cubicBezTo>
                <a:cubicBezTo>
                  <a:pt x="1171" y="117"/>
                  <a:pt x="1165" y="115"/>
                  <a:pt x="1176" y="113"/>
                </a:cubicBezTo>
                <a:cubicBezTo>
                  <a:pt x="1225" y="108"/>
                  <a:pt x="1214" y="128"/>
                  <a:pt x="1214" y="128"/>
                </a:cubicBezTo>
                <a:cubicBezTo>
                  <a:pt x="1230" y="124"/>
                  <a:pt x="1263" y="120"/>
                  <a:pt x="1225" y="120"/>
                </a:cubicBezTo>
                <a:cubicBezTo>
                  <a:pt x="1230" y="114"/>
                  <a:pt x="1257" y="110"/>
                  <a:pt x="1268" y="121"/>
                </a:cubicBezTo>
                <a:cubicBezTo>
                  <a:pt x="1327" y="117"/>
                  <a:pt x="1365" y="124"/>
                  <a:pt x="1419" y="115"/>
                </a:cubicBezTo>
                <a:cubicBezTo>
                  <a:pt x="1425" y="122"/>
                  <a:pt x="1473" y="121"/>
                  <a:pt x="1500" y="120"/>
                </a:cubicBezTo>
                <a:cubicBezTo>
                  <a:pt x="1505" y="111"/>
                  <a:pt x="1516" y="114"/>
                  <a:pt x="1505" y="110"/>
                </a:cubicBezTo>
                <a:cubicBezTo>
                  <a:pt x="1516" y="108"/>
                  <a:pt x="1522" y="106"/>
                  <a:pt x="1532" y="104"/>
                </a:cubicBezTo>
                <a:cubicBezTo>
                  <a:pt x="1532" y="108"/>
                  <a:pt x="1543" y="111"/>
                  <a:pt x="1559" y="107"/>
                </a:cubicBezTo>
                <a:cubicBezTo>
                  <a:pt x="1559" y="101"/>
                  <a:pt x="1549" y="104"/>
                  <a:pt x="1532" y="101"/>
                </a:cubicBezTo>
                <a:cubicBezTo>
                  <a:pt x="1543" y="98"/>
                  <a:pt x="1538" y="96"/>
                  <a:pt x="1554" y="93"/>
                </a:cubicBezTo>
                <a:cubicBezTo>
                  <a:pt x="1554" y="101"/>
                  <a:pt x="1586" y="113"/>
                  <a:pt x="1543" y="121"/>
                </a:cubicBezTo>
                <a:cubicBezTo>
                  <a:pt x="1559" y="128"/>
                  <a:pt x="1559" y="114"/>
                  <a:pt x="1575" y="124"/>
                </a:cubicBezTo>
                <a:cubicBezTo>
                  <a:pt x="1597" y="122"/>
                  <a:pt x="1597" y="114"/>
                  <a:pt x="1608" y="117"/>
                </a:cubicBezTo>
                <a:cubicBezTo>
                  <a:pt x="1619" y="128"/>
                  <a:pt x="1624" y="115"/>
                  <a:pt x="1657" y="117"/>
                </a:cubicBezTo>
                <a:cubicBezTo>
                  <a:pt x="1662" y="120"/>
                  <a:pt x="1651" y="121"/>
                  <a:pt x="1646" y="122"/>
                </a:cubicBezTo>
                <a:cubicBezTo>
                  <a:pt x="1700" y="131"/>
                  <a:pt x="1662" y="108"/>
                  <a:pt x="1705" y="104"/>
                </a:cubicBezTo>
                <a:cubicBezTo>
                  <a:pt x="1667" y="94"/>
                  <a:pt x="1667" y="121"/>
                  <a:pt x="1624" y="111"/>
                </a:cubicBezTo>
                <a:cubicBezTo>
                  <a:pt x="1667" y="113"/>
                  <a:pt x="1657" y="96"/>
                  <a:pt x="1700" y="98"/>
                </a:cubicBezTo>
                <a:cubicBezTo>
                  <a:pt x="1705" y="93"/>
                  <a:pt x="1711" y="87"/>
                  <a:pt x="1727" y="82"/>
                </a:cubicBezTo>
                <a:cubicBezTo>
                  <a:pt x="1743" y="87"/>
                  <a:pt x="1705" y="94"/>
                  <a:pt x="1743" y="93"/>
                </a:cubicBezTo>
                <a:cubicBezTo>
                  <a:pt x="1727" y="98"/>
                  <a:pt x="1716" y="93"/>
                  <a:pt x="1705" y="94"/>
                </a:cubicBezTo>
                <a:cubicBezTo>
                  <a:pt x="1748" y="106"/>
                  <a:pt x="1667" y="114"/>
                  <a:pt x="1705" y="125"/>
                </a:cubicBezTo>
                <a:cubicBezTo>
                  <a:pt x="1727" y="121"/>
                  <a:pt x="1743" y="115"/>
                  <a:pt x="1732" y="110"/>
                </a:cubicBezTo>
                <a:cubicBezTo>
                  <a:pt x="1754" y="104"/>
                  <a:pt x="1770" y="107"/>
                  <a:pt x="1786" y="108"/>
                </a:cubicBezTo>
                <a:cubicBezTo>
                  <a:pt x="1759" y="111"/>
                  <a:pt x="1781" y="115"/>
                  <a:pt x="1759" y="120"/>
                </a:cubicBezTo>
                <a:cubicBezTo>
                  <a:pt x="1754" y="117"/>
                  <a:pt x="1748" y="114"/>
                  <a:pt x="1743" y="115"/>
                </a:cubicBezTo>
                <a:cubicBezTo>
                  <a:pt x="1759" y="122"/>
                  <a:pt x="1737" y="118"/>
                  <a:pt x="1743" y="125"/>
                </a:cubicBezTo>
                <a:cubicBezTo>
                  <a:pt x="1765" y="124"/>
                  <a:pt x="1797" y="125"/>
                  <a:pt x="1802" y="121"/>
                </a:cubicBezTo>
                <a:cubicBezTo>
                  <a:pt x="1797" y="117"/>
                  <a:pt x="1786" y="118"/>
                  <a:pt x="1775" y="118"/>
                </a:cubicBezTo>
                <a:cubicBezTo>
                  <a:pt x="1808" y="118"/>
                  <a:pt x="1792" y="110"/>
                  <a:pt x="1808" y="113"/>
                </a:cubicBezTo>
                <a:cubicBezTo>
                  <a:pt x="1813" y="115"/>
                  <a:pt x="1813" y="120"/>
                  <a:pt x="1813" y="124"/>
                </a:cubicBezTo>
                <a:cubicBezTo>
                  <a:pt x="1937" y="122"/>
                  <a:pt x="2061" y="127"/>
                  <a:pt x="2185" y="124"/>
                </a:cubicBezTo>
                <a:cubicBezTo>
                  <a:pt x="2159" y="115"/>
                  <a:pt x="2202" y="111"/>
                  <a:pt x="2213" y="111"/>
                </a:cubicBezTo>
                <a:cubicBezTo>
                  <a:pt x="2218" y="118"/>
                  <a:pt x="2196" y="118"/>
                  <a:pt x="2185" y="124"/>
                </a:cubicBezTo>
                <a:cubicBezTo>
                  <a:pt x="2202" y="131"/>
                  <a:pt x="2223" y="124"/>
                  <a:pt x="2234" y="120"/>
                </a:cubicBezTo>
                <a:cubicBezTo>
                  <a:pt x="2256" y="121"/>
                  <a:pt x="2240" y="127"/>
                  <a:pt x="2261" y="120"/>
                </a:cubicBezTo>
                <a:cubicBezTo>
                  <a:pt x="2261" y="131"/>
                  <a:pt x="2310" y="120"/>
                  <a:pt x="2331" y="127"/>
                </a:cubicBezTo>
                <a:cubicBezTo>
                  <a:pt x="2331" y="125"/>
                  <a:pt x="2364" y="122"/>
                  <a:pt x="2369" y="117"/>
                </a:cubicBezTo>
                <a:cubicBezTo>
                  <a:pt x="2374" y="120"/>
                  <a:pt x="2385" y="120"/>
                  <a:pt x="2391" y="121"/>
                </a:cubicBezTo>
                <a:cubicBezTo>
                  <a:pt x="2385" y="124"/>
                  <a:pt x="2358" y="120"/>
                  <a:pt x="2364" y="125"/>
                </a:cubicBezTo>
                <a:cubicBezTo>
                  <a:pt x="2380" y="124"/>
                  <a:pt x="2369" y="128"/>
                  <a:pt x="2380" y="131"/>
                </a:cubicBezTo>
                <a:cubicBezTo>
                  <a:pt x="2417" y="124"/>
                  <a:pt x="2482" y="134"/>
                  <a:pt x="2504" y="125"/>
                </a:cubicBezTo>
                <a:cubicBezTo>
                  <a:pt x="2493" y="120"/>
                  <a:pt x="2417" y="125"/>
                  <a:pt x="2407" y="117"/>
                </a:cubicBezTo>
                <a:cubicBezTo>
                  <a:pt x="2450" y="122"/>
                  <a:pt x="2499" y="118"/>
                  <a:pt x="2547" y="117"/>
                </a:cubicBezTo>
                <a:cubicBezTo>
                  <a:pt x="2536" y="118"/>
                  <a:pt x="2531" y="120"/>
                  <a:pt x="2520" y="122"/>
                </a:cubicBezTo>
                <a:cubicBezTo>
                  <a:pt x="2531" y="125"/>
                  <a:pt x="2542" y="128"/>
                  <a:pt x="2547" y="131"/>
                </a:cubicBezTo>
                <a:cubicBezTo>
                  <a:pt x="2580" y="128"/>
                  <a:pt x="2547" y="121"/>
                  <a:pt x="2569" y="118"/>
                </a:cubicBezTo>
                <a:cubicBezTo>
                  <a:pt x="2574" y="120"/>
                  <a:pt x="2563" y="121"/>
                  <a:pt x="2574" y="124"/>
                </a:cubicBezTo>
                <a:cubicBezTo>
                  <a:pt x="2617" y="117"/>
                  <a:pt x="2585" y="101"/>
                  <a:pt x="2617" y="100"/>
                </a:cubicBezTo>
                <a:cubicBezTo>
                  <a:pt x="2601" y="107"/>
                  <a:pt x="2623" y="117"/>
                  <a:pt x="2585" y="124"/>
                </a:cubicBezTo>
                <a:cubicBezTo>
                  <a:pt x="2617" y="134"/>
                  <a:pt x="2623" y="120"/>
                  <a:pt x="2650" y="131"/>
                </a:cubicBezTo>
                <a:cubicBezTo>
                  <a:pt x="2666" y="127"/>
                  <a:pt x="2677" y="130"/>
                  <a:pt x="2693" y="124"/>
                </a:cubicBezTo>
                <a:cubicBezTo>
                  <a:pt x="2698" y="131"/>
                  <a:pt x="2758" y="134"/>
                  <a:pt x="2769" y="125"/>
                </a:cubicBezTo>
                <a:cubicBezTo>
                  <a:pt x="2790" y="130"/>
                  <a:pt x="2828" y="134"/>
                  <a:pt x="2849" y="124"/>
                </a:cubicBezTo>
                <a:cubicBezTo>
                  <a:pt x="2855" y="131"/>
                  <a:pt x="2892" y="131"/>
                  <a:pt x="2892" y="122"/>
                </a:cubicBezTo>
                <a:cubicBezTo>
                  <a:pt x="2903" y="125"/>
                  <a:pt x="2909" y="128"/>
                  <a:pt x="2909" y="130"/>
                </a:cubicBezTo>
                <a:cubicBezTo>
                  <a:pt x="2941" y="118"/>
                  <a:pt x="3065" y="128"/>
                  <a:pt x="3038" y="108"/>
                </a:cubicBezTo>
                <a:cubicBezTo>
                  <a:pt x="3049" y="107"/>
                  <a:pt x="3055" y="111"/>
                  <a:pt x="3060" y="114"/>
                </a:cubicBezTo>
                <a:cubicBezTo>
                  <a:pt x="3076" y="111"/>
                  <a:pt x="3065" y="108"/>
                  <a:pt x="3071" y="107"/>
                </a:cubicBezTo>
                <a:cubicBezTo>
                  <a:pt x="3082" y="107"/>
                  <a:pt x="3098" y="103"/>
                  <a:pt x="3109" y="107"/>
                </a:cubicBezTo>
                <a:cubicBezTo>
                  <a:pt x="3087" y="111"/>
                  <a:pt x="3076" y="114"/>
                  <a:pt x="3082" y="122"/>
                </a:cubicBezTo>
                <a:cubicBezTo>
                  <a:pt x="3060" y="121"/>
                  <a:pt x="3038" y="127"/>
                  <a:pt x="3022" y="127"/>
                </a:cubicBezTo>
                <a:cubicBezTo>
                  <a:pt x="3082" y="131"/>
                  <a:pt x="3190" y="132"/>
                  <a:pt x="3254" y="118"/>
                </a:cubicBezTo>
                <a:cubicBezTo>
                  <a:pt x="3265" y="127"/>
                  <a:pt x="3287" y="111"/>
                  <a:pt x="3303" y="115"/>
                </a:cubicBezTo>
                <a:cubicBezTo>
                  <a:pt x="3281" y="120"/>
                  <a:pt x="3260" y="124"/>
                  <a:pt x="3260" y="130"/>
                </a:cubicBezTo>
                <a:cubicBezTo>
                  <a:pt x="3270" y="128"/>
                  <a:pt x="3287" y="125"/>
                  <a:pt x="3297" y="130"/>
                </a:cubicBezTo>
                <a:cubicBezTo>
                  <a:pt x="3335" y="122"/>
                  <a:pt x="3319" y="108"/>
                  <a:pt x="3362" y="110"/>
                </a:cubicBezTo>
                <a:cubicBezTo>
                  <a:pt x="3368" y="104"/>
                  <a:pt x="3357" y="90"/>
                  <a:pt x="3400" y="90"/>
                </a:cubicBezTo>
                <a:cubicBezTo>
                  <a:pt x="3378" y="106"/>
                  <a:pt x="3405" y="115"/>
                  <a:pt x="3324" y="127"/>
                </a:cubicBezTo>
                <a:cubicBezTo>
                  <a:pt x="3362" y="134"/>
                  <a:pt x="3422" y="125"/>
                  <a:pt x="3449" y="115"/>
                </a:cubicBezTo>
                <a:cubicBezTo>
                  <a:pt x="3438" y="110"/>
                  <a:pt x="3422" y="115"/>
                  <a:pt x="3416" y="110"/>
                </a:cubicBezTo>
                <a:cubicBezTo>
                  <a:pt x="3422" y="110"/>
                  <a:pt x="3416" y="107"/>
                  <a:pt x="3422" y="107"/>
                </a:cubicBezTo>
                <a:cubicBezTo>
                  <a:pt x="3459" y="108"/>
                  <a:pt x="3513" y="107"/>
                  <a:pt x="3535" y="96"/>
                </a:cubicBezTo>
                <a:cubicBezTo>
                  <a:pt x="3557" y="100"/>
                  <a:pt x="3540" y="104"/>
                  <a:pt x="3524" y="108"/>
                </a:cubicBezTo>
                <a:cubicBezTo>
                  <a:pt x="3519" y="106"/>
                  <a:pt x="3524" y="103"/>
                  <a:pt x="3508" y="106"/>
                </a:cubicBezTo>
                <a:cubicBezTo>
                  <a:pt x="3497" y="114"/>
                  <a:pt x="3519" y="110"/>
                  <a:pt x="3535" y="114"/>
                </a:cubicBezTo>
                <a:cubicBezTo>
                  <a:pt x="3519" y="115"/>
                  <a:pt x="3508" y="122"/>
                  <a:pt x="3497" y="118"/>
                </a:cubicBezTo>
                <a:cubicBezTo>
                  <a:pt x="3481" y="115"/>
                  <a:pt x="3502" y="113"/>
                  <a:pt x="3492" y="110"/>
                </a:cubicBezTo>
                <a:cubicBezTo>
                  <a:pt x="3432" y="111"/>
                  <a:pt x="3476" y="121"/>
                  <a:pt x="3449" y="128"/>
                </a:cubicBezTo>
                <a:cubicBezTo>
                  <a:pt x="3481" y="131"/>
                  <a:pt x="3535" y="117"/>
                  <a:pt x="3557" y="110"/>
                </a:cubicBezTo>
                <a:cubicBezTo>
                  <a:pt x="3567" y="111"/>
                  <a:pt x="3573" y="110"/>
                  <a:pt x="3584" y="114"/>
                </a:cubicBezTo>
                <a:cubicBezTo>
                  <a:pt x="3600" y="103"/>
                  <a:pt x="3632" y="94"/>
                  <a:pt x="3664" y="87"/>
                </a:cubicBezTo>
                <a:cubicBezTo>
                  <a:pt x="3648" y="80"/>
                  <a:pt x="3638" y="86"/>
                  <a:pt x="3627" y="90"/>
                </a:cubicBezTo>
                <a:cubicBezTo>
                  <a:pt x="3594" y="80"/>
                  <a:pt x="3632" y="73"/>
                  <a:pt x="3664" y="70"/>
                </a:cubicBezTo>
                <a:cubicBezTo>
                  <a:pt x="3675" y="76"/>
                  <a:pt x="3632" y="73"/>
                  <a:pt x="3659" y="82"/>
                </a:cubicBezTo>
                <a:cubicBezTo>
                  <a:pt x="3670" y="79"/>
                  <a:pt x="3675" y="80"/>
                  <a:pt x="3686" y="77"/>
                </a:cubicBezTo>
                <a:cubicBezTo>
                  <a:pt x="3675" y="64"/>
                  <a:pt x="3735" y="55"/>
                  <a:pt x="3702" y="40"/>
                </a:cubicBezTo>
                <a:cubicBezTo>
                  <a:pt x="3718" y="38"/>
                  <a:pt x="3729" y="38"/>
                  <a:pt x="3735" y="42"/>
                </a:cubicBezTo>
                <a:cubicBezTo>
                  <a:pt x="3713" y="45"/>
                  <a:pt x="3740" y="49"/>
                  <a:pt x="3751" y="49"/>
                </a:cubicBezTo>
                <a:cubicBezTo>
                  <a:pt x="3735" y="52"/>
                  <a:pt x="3718" y="55"/>
                  <a:pt x="3729" y="59"/>
                </a:cubicBezTo>
                <a:cubicBezTo>
                  <a:pt x="3756" y="57"/>
                  <a:pt x="3762" y="50"/>
                  <a:pt x="3794" y="45"/>
                </a:cubicBezTo>
                <a:cubicBezTo>
                  <a:pt x="3805" y="48"/>
                  <a:pt x="3810" y="50"/>
                  <a:pt x="3821" y="50"/>
                </a:cubicBezTo>
                <a:cubicBezTo>
                  <a:pt x="3837" y="46"/>
                  <a:pt x="3853" y="49"/>
                  <a:pt x="3859" y="43"/>
                </a:cubicBezTo>
                <a:cubicBezTo>
                  <a:pt x="3848" y="35"/>
                  <a:pt x="3832" y="46"/>
                  <a:pt x="3826" y="42"/>
                </a:cubicBezTo>
                <a:cubicBezTo>
                  <a:pt x="3832" y="39"/>
                  <a:pt x="3848" y="36"/>
                  <a:pt x="3842" y="32"/>
                </a:cubicBezTo>
                <a:cubicBezTo>
                  <a:pt x="3805" y="33"/>
                  <a:pt x="3772" y="45"/>
                  <a:pt x="3740" y="43"/>
                </a:cubicBezTo>
                <a:cubicBezTo>
                  <a:pt x="3762" y="35"/>
                  <a:pt x="3718" y="36"/>
                  <a:pt x="3702" y="33"/>
                </a:cubicBezTo>
                <a:cubicBezTo>
                  <a:pt x="3708" y="32"/>
                  <a:pt x="3713" y="31"/>
                  <a:pt x="3708" y="29"/>
                </a:cubicBezTo>
                <a:cubicBezTo>
                  <a:pt x="3681" y="38"/>
                  <a:pt x="3697" y="48"/>
                  <a:pt x="3691" y="56"/>
                </a:cubicBezTo>
                <a:cubicBezTo>
                  <a:pt x="3670" y="57"/>
                  <a:pt x="3648" y="70"/>
                  <a:pt x="3616" y="60"/>
                </a:cubicBezTo>
                <a:cubicBezTo>
                  <a:pt x="3638" y="57"/>
                  <a:pt x="3616" y="53"/>
                  <a:pt x="3611" y="49"/>
                </a:cubicBezTo>
                <a:cubicBezTo>
                  <a:pt x="3578" y="56"/>
                  <a:pt x="3589" y="64"/>
                  <a:pt x="3584" y="73"/>
                </a:cubicBezTo>
                <a:cubicBezTo>
                  <a:pt x="3600" y="72"/>
                  <a:pt x="3594" y="63"/>
                  <a:pt x="3616" y="66"/>
                </a:cubicBezTo>
                <a:cubicBezTo>
                  <a:pt x="3621" y="73"/>
                  <a:pt x="3600" y="72"/>
                  <a:pt x="3578" y="77"/>
                </a:cubicBezTo>
                <a:cubicBezTo>
                  <a:pt x="3578" y="82"/>
                  <a:pt x="3611" y="79"/>
                  <a:pt x="3594" y="83"/>
                </a:cubicBezTo>
                <a:cubicBezTo>
                  <a:pt x="3540" y="90"/>
                  <a:pt x="3513" y="96"/>
                  <a:pt x="3465" y="101"/>
                </a:cubicBezTo>
                <a:cubicBezTo>
                  <a:pt x="3465" y="98"/>
                  <a:pt x="3481" y="94"/>
                  <a:pt x="3481" y="92"/>
                </a:cubicBezTo>
                <a:cubicBezTo>
                  <a:pt x="3508" y="90"/>
                  <a:pt x="3578" y="84"/>
                  <a:pt x="3573" y="79"/>
                </a:cubicBezTo>
                <a:cubicBezTo>
                  <a:pt x="3535" y="77"/>
                  <a:pt x="3530" y="83"/>
                  <a:pt x="3492" y="82"/>
                </a:cubicBezTo>
                <a:cubicBezTo>
                  <a:pt x="3508" y="73"/>
                  <a:pt x="3530" y="77"/>
                  <a:pt x="3557" y="73"/>
                </a:cubicBezTo>
                <a:cubicBezTo>
                  <a:pt x="3584" y="66"/>
                  <a:pt x="3573" y="53"/>
                  <a:pt x="3562" y="49"/>
                </a:cubicBezTo>
                <a:cubicBezTo>
                  <a:pt x="3573" y="49"/>
                  <a:pt x="3584" y="48"/>
                  <a:pt x="3600" y="45"/>
                </a:cubicBezTo>
                <a:cubicBezTo>
                  <a:pt x="3605" y="49"/>
                  <a:pt x="3616" y="49"/>
                  <a:pt x="3632" y="46"/>
                </a:cubicBezTo>
                <a:cubicBezTo>
                  <a:pt x="3621" y="40"/>
                  <a:pt x="3578" y="46"/>
                  <a:pt x="3584" y="39"/>
                </a:cubicBezTo>
                <a:cubicBezTo>
                  <a:pt x="3600" y="40"/>
                  <a:pt x="3621" y="43"/>
                  <a:pt x="3638" y="42"/>
                </a:cubicBezTo>
                <a:cubicBezTo>
                  <a:pt x="3632" y="38"/>
                  <a:pt x="3627" y="33"/>
                  <a:pt x="3632" y="29"/>
                </a:cubicBezTo>
                <a:cubicBezTo>
                  <a:pt x="3611" y="36"/>
                  <a:pt x="3594" y="32"/>
                  <a:pt x="3578" y="31"/>
                </a:cubicBezTo>
                <a:cubicBezTo>
                  <a:pt x="3562" y="33"/>
                  <a:pt x="3573" y="36"/>
                  <a:pt x="3551" y="39"/>
                </a:cubicBezTo>
                <a:cubicBezTo>
                  <a:pt x="3557" y="40"/>
                  <a:pt x="3567" y="42"/>
                  <a:pt x="3573" y="42"/>
                </a:cubicBezTo>
                <a:cubicBezTo>
                  <a:pt x="3540" y="42"/>
                  <a:pt x="3562" y="50"/>
                  <a:pt x="3540" y="55"/>
                </a:cubicBezTo>
                <a:cubicBezTo>
                  <a:pt x="3519" y="46"/>
                  <a:pt x="3546" y="48"/>
                  <a:pt x="3513" y="42"/>
                </a:cubicBezTo>
                <a:cubicBezTo>
                  <a:pt x="3481" y="45"/>
                  <a:pt x="3443" y="46"/>
                  <a:pt x="3432" y="35"/>
                </a:cubicBezTo>
                <a:cubicBezTo>
                  <a:pt x="3427" y="36"/>
                  <a:pt x="3416" y="36"/>
                  <a:pt x="3411" y="38"/>
                </a:cubicBezTo>
                <a:cubicBezTo>
                  <a:pt x="3405" y="43"/>
                  <a:pt x="3427" y="45"/>
                  <a:pt x="3427" y="49"/>
                </a:cubicBezTo>
                <a:cubicBezTo>
                  <a:pt x="3395" y="46"/>
                  <a:pt x="3351" y="63"/>
                  <a:pt x="3297" y="55"/>
                </a:cubicBezTo>
                <a:cubicBezTo>
                  <a:pt x="3324" y="57"/>
                  <a:pt x="3330" y="42"/>
                  <a:pt x="3362" y="45"/>
                </a:cubicBezTo>
                <a:cubicBezTo>
                  <a:pt x="3357" y="46"/>
                  <a:pt x="3346" y="48"/>
                  <a:pt x="3351" y="49"/>
                </a:cubicBezTo>
                <a:cubicBezTo>
                  <a:pt x="3362" y="48"/>
                  <a:pt x="3368" y="52"/>
                  <a:pt x="3384" y="48"/>
                </a:cubicBezTo>
                <a:cubicBezTo>
                  <a:pt x="3373" y="31"/>
                  <a:pt x="3459" y="33"/>
                  <a:pt x="3459" y="28"/>
                </a:cubicBezTo>
                <a:cubicBezTo>
                  <a:pt x="3416" y="33"/>
                  <a:pt x="3373" y="26"/>
                  <a:pt x="3330" y="31"/>
                </a:cubicBezTo>
                <a:cubicBezTo>
                  <a:pt x="3335" y="32"/>
                  <a:pt x="3324" y="33"/>
                  <a:pt x="3319" y="35"/>
                </a:cubicBezTo>
                <a:cubicBezTo>
                  <a:pt x="3324" y="38"/>
                  <a:pt x="3330" y="39"/>
                  <a:pt x="3324" y="42"/>
                </a:cubicBezTo>
                <a:cubicBezTo>
                  <a:pt x="3303" y="43"/>
                  <a:pt x="3297" y="52"/>
                  <a:pt x="3292" y="49"/>
                </a:cubicBezTo>
                <a:cubicBezTo>
                  <a:pt x="3292" y="46"/>
                  <a:pt x="3308" y="43"/>
                  <a:pt x="3292" y="40"/>
                </a:cubicBezTo>
                <a:cubicBezTo>
                  <a:pt x="3287" y="40"/>
                  <a:pt x="3281" y="43"/>
                  <a:pt x="3276" y="42"/>
                </a:cubicBezTo>
                <a:cubicBezTo>
                  <a:pt x="3254" y="46"/>
                  <a:pt x="3260" y="55"/>
                  <a:pt x="3227" y="52"/>
                </a:cubicBezTo>
                <a:cubicBezTo>
                  <a:pt x="3222" y="48"/>
                  <a:pt x="3260" y="46"/>
                  <a:pt x="3249" y="42"/>
                </a:cubicBezTo>
                <a:cubicBezTo>
                  <a:pt x="3227" y="48"/>
                  <a:pt x="3216" y="39"/>
                  <a:pt x="3200" y="45"/>
                </a:cubicBezTo>
                <a:cubicBezTo>
                  <a:pt x="3211" y="49"/>
                  <a:pt x="3222" y="52"/>
                  <a:pt x="3200" y="55"/>
                </a:cubicBezTo>
                <a:cubicBezTo>
                  <a:pt x="3206" y="42"/>
                  <a:pt x="3162" y="53"/>
                  <a:pt x="3195" y="40"/>
                </a:cubicBezTo>
                <a:cubicBezTo>
                  <a:pt x="3227" y="45"/>
                  <a:pt x="3270" y="32"/>
                  <a:pt x="3303" y="40"/>
                </a:cubicBezTo>
                <a:cubicBezTo>
                  <a:pt x="3324" y="39"/>
                  <a:pt x="3297" y="28"/>
                  <a:pt x="3292" y="31"/>
                </a:cubicBezTo>
                <a:cubicBezTo>
                  <a:pt x="3292" y="33"/>
                  <a:pt x="3254" y="33"/>
                  <a:pt x="3249" y="36"/>
                </a:cubicBezTo>
                <a:cubicBezTo>
                  <a:pt x="3238" y="33"/>
                  <a:pt x="3249" y="32"/>
                  <a:pt x="3249" y="29"/>
                </a:cubicBezTo>
                <a:cubicBezTo>
                  <a:pt x="3243" y="29"/>
                  <a:pt x="3243" y="31"/>
                  <a:pt x="3238" y="29"/>
                </a:cubicBezTo>
                <a:cubicBezTo>
                  <a:pt x="3232" y="29"/>
                  <a:pt x="3227" y="29"/>
                  <a:pt x="3222" y="29"/>
                </a:cubicBezTo>
                <a:cubicBezTo>
                  <a:pt x="3227" y="32"/>
                  <a:pt x="3243" y="35"/>
                  <a:pt x="3232" y="38"/>
                </a:cubicBezTo>
                <a:cubicBezTo>
                  <a:pt x="3227" y="35"/>
                  <a:pt x="3222" y="38"/>
                  <a:pt x="3211" y="36"/>
                </a:cubicBezTo>
                <a:cubicBezTo>
                  <a:pt x="3200" y="33"/>
                  <a:pt x="3211" y="32"/>
                  <a:pt x="3200" y="29"/>
                </a:cubicBezTo>
                <a:cubicBezTo>
                  <a:pt x="3179" y="28"/>
                  <a:pt x="3190" y="32"/>
                  <a:pt x="3168" y="35"/>
                </a:cubicBezTo>
                <a:cubicBezTo>
                  <a:pt x="3179" y="26"/>
                  <a:pt x="3076" y="29"/>
                  <a:pt x="3125" y="33"/>
                </a:cubicBezTo>
                <a:cubicBezTo>
                  <a:pt x="3119" y="35"/>
                  <a:pt x="3109" y="38"/>
                  <a:pt x="3103" y="39"/>
                </a:cubicBezTo>
                <a:cubicBezTo>
                  <a:pt x="3087" y="31"/>
                  <a:pt x="3060" y="38"/>
                  <a:pt x="3044" y="35"/>
                </a:cubicBezTo>
                <a:cubicBezTo>
                  <a:pt x="3038" y="33"/>
                  <a:pt x="3049" y="32"/>
                  <a:pt x="3044" y="29"/>
                </a:cubicBezTo>
                <a:cubicBezTo>
                  <a:pt x="3028" y="29"/>
                  <a:pt x="3011" y="36"/>
                  <a:pt x="2995" y="29"/>
                </a:cubicBezTo>
                <a:cubicBezTo>
                  <a:pt x="2974" y="31"/>
                  <a:pt x="2984" y="39"/>
                  <a:pt x="2968" y="36"/>
                </a:cubicBezTo>
                <a:cubicBezTo>
                  <a:pt x="2974" y="25"/>
                  <a:pt x="2876" y="25"/>
                  <a:pt x="2849" y="36"/>
                </a:cubicBezTo>
                <a:cubicBezTo>
                  <a:pt x="2822" y="38"/>
                  <a:pt x="2855" y="28"/>
                  <a:pt x="2833" y="31"/>
                </a:cubicBezTo>
                <a:cubicBezTo>
                  <a:pt x="2844" y="33"/>
                  <a:pt x="2806" y="36"/>
                  <a:pt x="2806" y="33"/>
                </a:cubicBezTo>
                <a:cubicBezTo>
                  <a:pt x="2812" y="31"/>
                  <a:pt x="2801" y="28"/>
                  <a:pt x="2801" y="26"/>
                </a:cubicBezTo>
                <a:cubicBezTo>
                  <a:pt x="2774" y="28"/>
                  <a:pt x="2812" y="32"/>
                  <a:pt x="2785" y="35"/>
                </a:cubicBezTo>
                <a:cubicBezTo>
                  <a:pt x="2785" y="32"/>
                  <a:pt x="2774" y="33"/>
                  <a:pt x="2774" y="32"/>
                </a:cubicBezTo>
                <a:cubicBezTo>
                  <a:pt x="2795" y="31"/>
                  <a:pt x="2774" y="22"/>
                  <a:pt x="2779" y="28"/>
                </a:cubicBezTo>
                <a:cubicBezTo>
                  <a:pt x="2763" y="29"/>
                  <a:pt x="2769" y="38"/>
                  <a:pt x="2747" y="35"/>
                </a:cubicBezTo>
                <a:cubicBezTo>
                  <a:pt x="2742" y="31"/>
                  <a:pt x="2763" y="25"/>
                  <a:pt x="2736" y="23"/>
                </a:cubicBezTo>
                <a:cubicBezTo>
                  <a:pt x="2731" y="32"/>
                  <a:pt x="2688" y="40"/>
                  <a:pt x="2671" y="32"/>
                </a:cubicBezTo>
                <a:cubicBezTo>
                  <a:pt x="2661" y="36"/>
                  <a:pt x="2661" y="48"/>
                  <a:pt x="2634" y="42"/>
                </a:cubicBezTo>
                <a:cubicBezTo>
                  <a:pt x="2644" y="40"/>
                  <a:pt x="2650" y="39"/>
                  <a:pt x="2639" y="36"/>
                </a:cubicBezTo>
                <a:cubicBezTo>
                  <a:pt x="2634" y="38"/>
                  <a:pt x="2628" y="39"/>
                  <a:pt x="2623" y="38"/>
                </a:cubicBezTo>
                <a:cubicBezTo>
                  <a:pt x="2628" y="25"/>
                  <a:pt x="2698" y="35"/>
                  <a:pt x="2698" y="23"/>
                </a:cubicBezTo>
                <a:cubicBezTo>
                  <a:pt x="2666" y="28"/>
                  <a:pt x="2639" y="22"/>
                  <a:pt x="2612" y="28"/>
                </a:cubicBezTo>
                <a:cubicBezTo>
                  <a:pt x="2601" y="29"/>
                  <a:pt x="2607" y="32"/>
                  <a:pt x="2601" y="33"/>
                </a:cubicBezTo>
                <a:cubicBezTo>
                  <a:pt x="2580" y="28"/>
                  <a:pt x="2574" y="48"/>
                  <a:pt x="2542" y="36"/>
                </a:cubicBezTo>
                <a:cubicBezTo>
                  <a:pt x="2580" y="36"/>
                  <a:pt x="2563" y="29"/>
                  <a:pt x="2601" y="26"/>
                </a:cubicBezTo>
                <a:cubicBezTo>
                  <a:pt x="2563" y="21"/>
                  <a:pt x="2525" y="28"/>
                  <a:pt x="2488" y="26"/>
                </a:cubicBezTo>
                <a:cubicBezTo>
                  <a:pt x="2499" y="33"/>
                  <a:pt x="2515" y="23"/>
                  <a:pt x="2520" y="31"/>
                </a:cubicBezTo>
                <a:cubicBezTo>
                  <a:pt x="2515" y="31"/>
                  <a:pt x="2515" y="33"/>
                  <a:pt x="2515" y="33"/>
                </a:cubicBezTo>
                <a:cubicBezTo>
                  <a:pt x="2493" y="29"/>
                  <a:pt x="2455" y="32"/>
                  <a:pt x="2472" y="22"/>
                </a:cubicBezTo>
                <a:cubicBezTo>
                  <a:pt x="2466" y="23"/>
                  <a:pt x="2461" y="23"/>
                  <a:pt x="2461" y="22"/>
                </a:cubicBezTo>
                <a:cubicBezTo>
                  <a:pt x="2450" y="23"/>
                  <a:pt x="2445" y="22"/>
                  <a:pt x="2439" y="23"/>
                </a:cubicBezTo>
                <a:cubicBezTo>
                  <a:pt x="2450" y="26"/>
                  <a:pt x="2445" y="28"/>
                  <a:pt x="2434" y="31"/>
                </a:cubicBezTo>
                <a:cubicBezTo>
                  <a:pt x="2455" y="33"/>
                  <a:pt x="2455" y="36"/>
                  <a:pt x="2428" y="42"/>
                </a:cubicBezTo>
                <a:cubicBezTo>
                  <a:pt x="2428" y="38"/>
                  <a:pt x="2423" y="36"/>
                  <a:pt x="2407" y="35"/>
                </a:cubicBezTo>
                <a:cubicBezTo>
                  <a:pt x="2434" y="33"/>
                  <a:pt x="2417" y="29"/>
                  <a:pt x="2423" y="26"/>
                </a:cubicBezTo>
                <a:cubicBezTo>
                  <a:pt x="2407" y="22"/>
                  <a:pt x="2396" y="18"/>
                  <a:pt x="2374" y="23"/>
                </a:cubicBezTo>
                <a:cubicBezTo>
                  <a:pt x="2385" y="31"/>
                  <a:pt x="2396" y="26"/>
                  <a:pt x="2407" y="28"/>
                </a:cubicBezTo>
                <a:cubicBezTo>
                  <a:pt x="2380" y="29"/>
                  <a:pt x="2417" y="33"/>
                  <a:pt x="2391" y="36"/>
                </a:cubicBezTo>
                <a:cubicBezTo>
                  <a:pt x="2391" y="32"/>
                  <a:pt x="2396" y="26"/>
                  <a:pt x="2374" y="29"/>
                </a:cubicBezTo>
                <a:cubicBezTo>
                  <a:pt x="2380" y="35"/>
                  <a:pt x="2337" y="32"/>
                  <a:pt x="2342" y="39"/>
                </a:cubicBezTo>
                <a:cubicBezTo>
                  <a:pt x="2315" y="29"/>
                  <a:pt x="2315" y="45"/>
                  <a:pt x="2294" y="39"/>
                </a:cubicBezTo>
                <a:cubicBezTo>
                  <a:pt x="2304" y="35"/>
                  <a:pt x="2283" y="31"/>
                  <a:pt x="2299" y="28"/>
                </a:cubicBezTo>
                <a:cubicBezTo>
                  <a:pt x="2294" y="31"/>
                  <a:pt x="2304" y="35"/>
                  <a:pt x="2321" y="35"/>
                </a:cubicBezTo>
                <a:cubicBezTo>
                  <a:pt x="2337" y="28"/>
                  <a:pt x="2347" y="33"/>
                  <a:pt x="2369" y="25"/>
                </a:cubicBezTo>
                <a:cubicBezTo>
                  <a:pt x="2326" y="22"/>
                  <a:pt x="2277" y="22"/>
                  <a:pt x="2250" y="26"/>
                </a:cubicBezTo>
                <a:cubicBezTo>
                  <a:pt x="2229" y="16"/>
                  <a:pt x="2142" y="16"/>
                  <a:pt x="2126" y="32"/>
                </a:cubicBezTo>
                <a:cubicBezTo>
                  <a:pt x="2126" y="23"/>
                  <a:pt x="2110" y="32"/>
                  <a:pt x="2099" y="29"/>
                </a:cubicBezTo>
                <a:cubicBezTo>
                  <a:pt x="2083" y="23"/>
                  <a:pt x="2121" y="25"/>
                  <a:pt x="2115" y="21"/>
                </a:cubicBezTo>
                <a:cubicBezTo>
                  <a:pt x="2083" y="21"/>
                  <a:pt x="2077" y="33"/>
                  <a:pt x="2045" y="31"/>
                </a:cubicBezTo>
                <a:cubicBezTo>
                  <a:pt x="2045" y="26"/>
                  <a:pt x="2067" y="28"/>
                  <a:pt x="2067" y="21"/>
                </a:cubicBezTo>
                <a:cubicBezTo>
                  <a:pt x="2056" y="23"/>
                  <a:pt x="2045" y="22"/>
                  <a:pt x="2034" y="25"/>
                </a:cubicBezTo>
                <a:cubicBezTo>
                  <a:pt x="2040" y="28"/>
                  <a:pt x="2051" y="38"/>
                  <a:pt x="2024" y="35"/>
                </a:cubicBezTo>
                <a:cubicBezTo>
                  <a:pt x="2024" y="29"/>
                  <a:pt x="2040" y="23"/>
                  <a:pt x="2018" y="18"/>
                </a:cubicBezTo>
                <a:cubicBezTo>
                  <a:pt x="1997" y="22"/>
                  <a:pt x="1986" y="18"/>
                  <a:pt x="1964" y="21"/>
                </a:cubicBezTo>
                <a:cubicBezTo>
                  <a:pt x="1975" y="29"/>
                  <a:pt x="2018" y="19"/>
                  <a:pt x="2007" y="28"/>
                </a:cubicBezTo>
                <a:cubicBezTo>
                  <a:pt x="1997" y="26"/>
                  <a:pt x="1927" y="32"/>
                  <a:pt x="1970" y="32"/>
                </a:cubicBezTo>
                <a:cubicBezTo>
                  <a:pt x="1948" y="35"/>
                  <a:pt x="1953" y="45"/>
                  <a:pt x="1927" y="40"/>
                </a:cubicBezTo>
                <a:cubicBezTo>
                  <a:pt x="1959" y="35"/>
                  <a:pt x="1905" y="28"/>
                  <a:pt x="1959" y="22"/>
                </a:cubicBezTo>
                <a:cubicBezTo>
                  <a:pt x="1932" y="16"/>
                  <a:pt x="1900" y="21"/>
                  <a:pt x="1867" y="21"/>
                </a:cubicBezTo>
                <a:cubicBezTo>
                  <a:pt x="1883" y="26"/>
                  <a:pt x="1900" y="25"/>
                  <a:pt x="1921" y="28"/>
                </a:cubicBezTo>
                <a:cubicBezTo>
                  <a:pt x="1900" y="28"/>
                  <a:pt x="1910" y="29"/>
                  <a:pt x="1894" y="33"/>
                </a:cubicBezTo>
                <a:cubicBezTo>
                  <a:pt x="1900" y="23"/>
                  <a:pt x="1873" y="35"/>
                  <a:pt x="1862" y="32"/>
                </a:cubicBezTo>
                <a:cubicBezTo>
                  <a:pt x="1840" y="26"/>
                  <a:pt x="1867" y="23"/>
                  <a:pt x="1851" y="19"/>
                </a:cubicBezTo>
                <a:cubicBezTo>
                  <a:pt x="1824" y="18"/>
                  <a:pt x="1829" y="28"/>
                  <a:pt x="1802" y="26"/>
                </a:cubicBezTo>
                <a:cubicBezTo>
                  <a:pt x="1797" y="23"/>
                  <a:pt x="1808" y="21"/>
                  <a:pt x="1802" y="18"/>
                </a:cubicBezTo>
                <a:cubicBezTo>
                  <a:pt x="1786" y="26"/>
                  <a:pt x="1759" y="26"/>
                  <a:pt x="1748" y="16"/>
                </a:cubicBezTo>
                <a:cubicBezTo>
                  <a:pt x="1711" y="21"/>
                  <a:pt x="1711" y="16"/>
                  <a:pt x="1678" y="26"/>
                </a:cubicBezTo>
                <a:cubicBezTo>
                  <a:pt x="1678" y="21"/>
                  <a:pt x="1640" y="19"/>
                  <a:pt x="1624" y="16"/>
                </a:cubicBezTo>
                <a:cubicBezTo>
                  <a:pt x="1592" y="22"/>
                  <a:pt x="1597" y="26"/>
                  <a:pt x="1575" y="26"/>
                </a:cubicBezTo>
                <a:cubicBezTo>
                  <a:pt x="1603" y="21"/>
                  <a:pt x="1549" y="19"/>
                  <a:pt x="1559" y="15"/>
                </a:cubicBezTo>
                <a:cubicBezTo>
                  <a:pt x="1532" y="18"/>
                  <a:pt x="1511" y="23"/>
                  <a:pt x="1489" y="15"/>
                </a:cubicBezTo>
                <a:cubicBezTo>
                  <a:pt x="1468" y="21"/>
                  <a:pt x="1441" y="25"/>
                  <a:pt x="1419" y="18"/>
                </a:cubicBezTo>
                <a:cubicBezTo>
                  <a:pt x="1403" y="21"/>
                  <a:pt x="1392" y="23"/>
                  <a:pt x="1376" y="26"/>
                </a:cubicBezTo>
                <a:cubicBezTo>
                  <a:pt x="1365" y="19"/>
                  <a:pt x="1344" y="25"/>
                  <a:pt x="1333" y="21"/>
                </a:cubicBezTo>
                <a:cubicBezTo>
                  <a:pt x="1349" y="18"/>
                  <a:pt x="1381" y="22"/>
                  <a:pt x="1371" y="15"/>
                </a:cubicBezTo>
                <a:cubicBezTo>
                  <a:pt x="1333" y="14"/>
                  <a:pt x="1290" y="23"/>
                  <a:pt x="1252" y="14"/>
                </a:cubicBezTo>
                <a:cubicBezTo>
                  <a:pt x="1225" y="21"/>
                  <a:pt x="1214" y="25"/>
                  <a:pt x="1187" y="19"/>
                </a:cubicBezTo>
                <a:cubicBezTo>
                  <a:pt x="1203" y="18"/>
                  <a:pt x="1235" y="18"/>
                  <a:pt x="1225" y="11"/>
                </a:cubicBezTo>
                <a:cubicBezTo>
                  <a:pt x="1209" y="14"/>
                  <a:pt x="1187" y="12"/>
                  <a:pt x="1171" y="15"/>
                </a:cubicBezTo>
                <a:cubicBezTo>
                  <a:pt x="1171" y="23"/>
                  <a:pt x="1192" y="25"/>
                  <a:pt x="1198" y="28"/>
                </a:cubicBezTo>
                <a:cubicBezTo>
                  <a:pt x="1176" y="23"/>
                  <a:pt x="1149" y="32"/>
                  <a:pt x="1133" y="25"/>
                </a:cubicBezTo>
                <a:cubicBezTo>
                  <a:pt x="1144" y="23"/>
                  <a:pt x="1155" y="26"/>
                  <a:pt x="1171" y="22"/>
                </a:cubicBezTo>
                <a:cubicBezTo>
                  <a:pt x="1149" y="16"/>
                  <a:pt x="1155" y="14"/>
                  <a:pt x="1133" y="10"/>
                </a:cubicBezTo>
                <a:cubicBezTo>
                  <a:pt x="1117" y="14"/>
                  <a:pt x="1084" y="12"/>
                  <a:pt x="1052" y="14"/>
                </a:cubicBezTo>
                <a:cubicBezTo>
                  <a:pt x="1047" y="21"/>
                  <a:pt x="1031" y="28"/>
                  <a:pt x="993" y="28"/>
                </a:cubicBezTo>
                <a:cubicBezTo>
                  <a:pt x="1009" y="25"/>
                  <a:pt x="998" y="23"/>
                  <a:pt x="1014" y="23"/>
                </a:cubicBezTo>
                <a:cubicBezTo>
                  <a:pt x="1009" y="18"/>
                  <a:pt x="993" y="18"/>
                  <a:pt x="982" y="18"/>
                </a:cubicBezTo>
                <a:cubicBezTo>
                  <a:pt x="982" y="16"/>
                  <a:pt x="987" y="16"/>
                  <a:pt x="982" y="15"/>
                </a:cubicBezTo>
                <a:cubicBezTo>
                  <a:pt x="1004" y="15"/>
                  <a:pt x="1036" y="22"/>
                  <a:pt x="1041" y="12"/>
                </a:cubicBezTo>
                <a:cubicBezTo>
                  <a:pt x="1009" y="8"/>
                  <a:pt x="987" y="14"/>
                  <a:pt x="966" y="10"/>
                </a:cubicBezTo>
                <a:cubicBezTo>
                  <a:pt x="950" y="16"/>
                  <a:pt x="912" y="18"/>
                  <a:pt x="890" y="16"/>
                </a:cubicBezTo>
                <a:cubicBezTo>
                  <a:pt x="906" y="19"/>
                  <a:pt x="885" y="22"/>
                  <a:pt x="885" y="25"/>
                </a:cubicBezTo>
                <a:cubicBezTo>
                  <a:pt x="869" y="12"/>
                  <a:pt x="912" y="16"/>
                  <a:pt x="923" y="10"/>
                </a:cubicBezTo>
                <a:cubicBezTo>
                  <a:pt x="869" y="11"/>
                  <a:pt x="842" y="4"/>
                  <a:pt x="831" y="18"/>
                </a:cubicBezTo>
                <a:cubicBezTo>
                  <a:pt x="831" y="15"/>
                  <a:pt x="831" y="12"/>
                  <a:pt x="825" y="10"/>
                </a:cubicBezTo>
                <a:cubicBezTo>
                  <a:pt x="804" y="16"/>
                  <a:pt x="787" y="8"/>
                  <a:pt x="771" y="6"/>
                </a:cubicBezTo>
                <a:cubicBezTo>
                  <a:pt x="750" y="8"/>
                  <a:pt x="744" y="18"/>
                  <a:pt x="734" y="15"/>
                </a:cubicBezTo>
                <a:cubicBezTo>
                  <a:pt x="723" y="12"/>
                  <a:pt x="739" y="5"/>
                  <a:pt x="717" y="8"/>
                </a:cubicBezTo>
                <a:cubicBezTo>
                  <a:pt x="717" y="10"/>
                  <a:pt x="712" y="18"/>
                  <a:pt x="696" y="15"/>
                </a:cubicBezTo>
                <a:cubicBezTo>
                  <a:pt x="690" y="12"/>
                  <a:pt x="712" y="10"/>
                  <a:pt x="690" y="5"/>
                </a:cubicBezTo>
                <a:cubicBezTo>
                  <a:pt x="680" y="15"/>
                  <a:pt x="647" y="15"/>
                  <a:pt x="631" y="25"/>
                </a:cubicBezTo>
                <a:cubicBezTo>
                  <a:pt x="631" y="21"/>
                  <a:pt x="626" y="23"/>
                  <a:pt x="615" y="19"/>
                </a:cubicBezTo>
                <a:cubicBezTo>
                  <a:pt x="642" y="15"/>
                  <a:pt x="631" y="12"/>
                  <a:pt x="658" y="11"/>
                </a:cubicBezTo>
                <a:cubicBezTo>
                  <a:pt x="637" y="10"/>
                  <a:pt x="593" y="0"/>
                  <a:pt x="583" y="10"/>
                </a:cubicBezTo>
                <a:cubicBezTo>
                  <a:pt x="593" y="8"/>
                  <a:pt x="599" y="11"/>
                  <a:pt x="593" y="12"/>
                </a:cubicBezTo>
                <a:cubicBezTo>
                  <a:pt x="555" y="11"/>
                  <a:pt x="550" y="23"/>
                  <a:pt x="529" y="29"/>
                </a:cubicBezTo>
                <a:cubicBezTo>
                  <a:pt x="485" y="18"/>
                  <a:pt x="566" y="16"/>
                  <a:pt x="561" y="8"/>
                </a:cubicBezTo>
                <a:cubicBezTo>
                  <a:pt x="512" y="2"/>
                  <a:pt x="421" y="16"/>
                  <a:pt x="453" y="31"/>
                </a:cubicBezTo>
                <a:cubicBezTo>
                  <a:pt x="431" y="29"/>
                  <a:pt x="404" y="33"/>
                  <a:pt x="383" y="28"/>
                </a:cubicBezTo>
                <a:cubicBezTo>
                  <a:pt x="431" y="21"/>
                  <a:pt x="453" y="18"/>
                  <a:pt x="453" y="5"/>
                </a:cubicBezTo>
                <a:cubicBezTo>
                  <a:pt x="404" y="6"/>
                  <a:pt x="415" y="15"/>
                  <a:pt x="367" y="21"/>
                </a:cubicBezTo>
                <a:cubicBezTo>
                  <a:pt x="356" y="18"/>
                  <a:pt x="350" y="19"/>
                  <a:pt x="340" y="16"/>
                </a:cubicBezTo>
                <a:cubicBezTo>
                  <a:pt x="372" y="18"/>
                  <a:pt x="350" y="6"/>
                  <a:pt x="377" y="8"/>
                </a:cubicBezTo>
                <a:cubicBezTo>
                  <a:pt x="329" y="5"/>
                  <a:pt x="280" y="10"/>
                  <a:pt x="237" y="6"/>
                </a:cubicBezTo>
                <a:cubicBezTo>
                  <a:pt x="215" y="21"/>
                  <a:pt x="107" y="10"/>
                  <a:pt x="102" y="23"/>
                </a:cubicBezTo>
                <a:moveTo>
                  <a:pt x="3600" y="87"/>
                </a:moveTo>
                <a:cubicBezTo>
                  <a:pt x="3600" y="90"/>
                  <a:pt x="3600" y="92"/>
                  <a:pt x="3611" y="94"/>
                </a:cubicBezTo>
                <a:cubicBezTo>
                  <a:pt x="3600" y="94"/>
                  <a:pt x="3594" y="96"/>
                  <a:pt x="3589" y="97"/>
                </a:cubicBezTo>
                <a:cubicBezTo>
                  <a:pt x="3584" y="96"/>
                  <a:pt x="3578" y="94"/>
                  <a:pt x="3573" y="96"/>
                </a:cubicBezTo>
                <a:cubicBezTo>
                  <a:pt x="3562" y="93"/>
                  <a:pt x="3594" y="90"/>
                  <a:pt x="3600" y="87"/>
                </a:cubicBezTo>
                <a:moveTo>
                  <a:pt x="2126" y="124"/>
                </a:moveTo>
                <a:cubicBezTo>
                  <a:pt x="2115" y="118"/>
                  <a:pt x="2094" y="124"/>
                  <a:pt x="2094" y="117"/>
                </a:cubicBezTo>
                <a:cubicBezTo>
                  <a:pt x="2132" y="121"/>
                  <a:pt x="2159" y="115"/>
                  <a:pt x="2175" y="108"/>
                </a:cubicBezTo>
                <a:cubicBezTo>
                  <a:pt x="2180" y="115"/>
                  <a:pt x="2153" y="120"/>
                  <a:pt x="2126" y="124"/>
                </a:cubicBezTo>
                <a:moveTo>
                  <a:pt x="2229" y="108"/>
                </a:moveTo>
                <a:cubicBezTo>
                  <a:pt x="2223" y="103"/>
                  <a:pt x="2261" y="98"/>
                  <a:pt x="2272" y="104"/>
                </a:cubicBezTo>
                <a:cubicBezTo>
                  <a:pt x="2277" y="103"/>
                  <a:pt x="2272" y="101"/>
                  <a:pt x="2267" y="100"/>
                </a:cubicBezTo>
                <a:cubicBezTo>
                  <a:pt x="2283" y="94"/>
                  <a:pt x="2288" y="100"/>
                  <a:pt x="2304" y="97"/>
                </a:cubicBezTo>
                <a:cubicBezTo>
                  <a:pt x="2299" y="101"/>
                  <a:pt x="2277" y="103"/>
                  <a:pt x="2261" y="110"/>
                </a:cubicBezTo>
                <a:cubicBezTo>
                  <a:pt x="2250" y="108"/>
                  <a:pt x="2240" y="104"/>
                  <a:pt x="2229" y="108"/>
                </a:cubicBezTo>
                <a:moveTo>
                  <a:pt x="2299" y="93"/>
                </a:moveTo>
                <a:cubicBezTo>
                  <a:pt x="2310" y="92"/>
                  <a:pt x="2315" y="90"/>
                  <a:pt x="2326" y="89"/>
                </a:cubicBezTo>
                <a:cubicBezTo>
                  <a:pt x="2337" y="96"/>
                  <a:pt x="2304" y="94"/>
                  <a:pt x="2342" y="100"/>
                </a:cubicBezTo>
                <a:cubicBezTo>
                  <a:pt x="2342" y="100"/>
                  <a:pt x="2347" y="98"/>
                  <a:pt x="2353" y="98"/>
                </a:cubicBezTo>
                <a:cubicBezTo>
                  <a:pt x="2364" y="103"/>
                  <a:pt x="2337" y="98"/>
                  <a:pt x="2326" y="103"/>
                </a:cubicBezTo>
                <a:cubicBezTo>
                  <a:pt x="2331" y="98"/>
                  <a:pt x="2310" y="97"/>
                  <a:pt x="2315" y="103"/>
                </a:cubicBezTo>
                <a:cubicBezTo>
                  <a:pt x="2310" y="107"/>
                  <a:pt x="2310" y="96"/>
                  <a:pt x="2299" y="93"/>
                </a:cubicBezTo>
                <a:moveTo>
                  <a:pt x="2267" y="118"/>
                </a:moveTo>
                <a:cubicBezTo>
                  <a:pt x="2256" y="114"/>
                  <a:pt x="2277" y="110"/>
                  <a:pt x="2294" y="110"/>
                </a:cubicBezTo>
                <a:cubicBezTo>
                  <a:pt x="2304" y="114"/>
                  <a:pt x="2277" y="118"/>
                  <a:pt x="2267" y="118"/>
                </a:cubicBezTo>
                <a:moveTo>
                  <a:pt x="2342" y="115"/>
                </a:moveTo>
                <a:cubicBezTo>
                  <a:pt x="2342" y="113"/>
                  <a:pt x="2342" y="111"/>
                  <a:pt x="2337" y="108"/>
                </a:cubicBezTo>
                <a:cubicBezTo>
                  <a:pt x="2353" y="104"/>
                  <a:pt x="2364" y="107"/>
                  <a:pt x="2374" y="106"/>
                </a:cubicBezTo>
                <a:cubicBezTo>
                  <a:pt x="2385" y="110"/>
                  <a:pt x="2353" y="111"/>
                  <a:pt x="2342" y="115"/>
                </a:cubicBezTo>
                <a:moveTo>
                  <a:pt x="2472" y="79"/>
                </a:moveTo>
                <a:cubicBezTo>
                  <a:pt x="2461" y="73"/>
                  <a:pt x="2493" y="76"/>
                  <a:pt x="2499" y="76"/>
                </a:cubicBezTo>
                <a:cubicBezTo>
                  <a:pt x="2499" y="79"/>
                  <a:pt x="2493" y="82"/>
                  <a:pt x="2499" y="86"/>
                </a:cubicBezTo>
                <a:cubicBezTo>
                  <a:pt x="2493" y="94"/>
                  <a:pt x="2493" y="70"/>
                  <a:pt x="2472" y="79"/>
                </a:cubicBezTo>
                <a:moveTo>
                  <a:pt x="2536" y="64"/>
                </a:moveTo>
                <a:cubicBezTo>
                  <a:pt x="2553" y="70"/>
                  <a:pt x="2542" y="76"/>
                  <a:pt x="2536" y="80"/>
                </a:cubicBezTo>
                <a:cubicBezTo>
                  <a:pt x="2520" y="74"/>
                  <a:pt x="2509" y="69"/>
                  <a:pt x="2536" y="64"/>
                </a:cubicBezTo>
                <a:moveTo>
                  <a:pt x="2472" y="114"/>
                </a:moveTo>
                <a:cubicBezTo>
                  <a:pt x="2466" y="113"/>
                  <a:pt x="2488" y="107"/>
                  <a:pt x="2461" y="111"/>
                </a:cubicBezTo>
                <a:cubicBezTo>
                  <a:pt x="2461" y="103"/>
                  <a:pt x="2428" y="110"/>
                  <a:pt x="2445" y="103"/>
                </a:cubicBezTo>
                <a:cubicBezTo>
                  <a:pt x="2493" y="101"/>
                  <a:pt x="2482" y="104"/>
                  <a:pt x="2520" y="101"/>
                </a:cubicBezTo>
                <a:cubicBezTo>
                  <a:pt x="2531" y="100"/>
                  <a:pt x="2520" y="106"/>
                  <a:pt x="2536" y="104"/>
                </a:cubicBezTo>
                <a:cubicBezTo>
                  <a:pt x="2531" y="113"/>
                  <a:pt x="2477" y="101"/>
                  <a:pt x="2472" y="114"/>
                </a:cubicBezTo>
                <a:moveTo>
                  <a:pt x="2553" y="87"/>
                </a:moveTo>
                <a:cubicBezTo>
                  <a:pt x="2558" y="89"/>
                  <a:pt x="2553" y="90"/>
                  <a:pt x="2547" y="92"/>
                </a:cubicBezTo>
                <a:cubicBezTo>
                  <a:pt x="2553" y="92"/>
                  <a:pt x="2558" y="93"/>
                  <a:pt x="2569" y="94"/>
                </a:cubicBezTo>
                <a:cubicBezTo>
                  <a:pt x="2542" y="101"/>
                  <a:pt x="2520" y="90"/>
                  <a:pt x="2553" y="87"/>
                </a:cubicBezTo>
                <a:moveTo>
                  <a:pt x="2569" y="110"/>
                </a:moveTo>
                <a:cubicBezTo>
                  <a:pt x="2563" y="111"/>
                  <a:pt x="2547" y="110"/>
                  <a:pt x="2553" y="113"/>
                </a:cubicBezTo>
                <a:cubicBezTo>
                  <a:pt x="2531" y="117"/>
                  <a:pt x="2542" y="104"/>
                  <a:pt x="2553" y="110"/>
                </a:cubicBezTo>
                <a:cubicBezTo>
                  <a:pt x="2553" y="107"/>
                  <a:pt x="2553" y="94"/>
                  <a:pt x="2580" y="103"/>
                </a:cubicBezTo>
                <a:cubicBezTo>
                  <a:pt x="2574" y="104"/>
                  <a:pt x="2574" y="103"/>
                  <a:pt x="2569" y="101"/>
                </a:cubicBezTo>
                <a:cubicBezTo>
                  <a:pt x="2569" y="104"/>
                  <a:pt x="2569" y="107"/>
                  <a:pt x="2569" y="110"/>
                </a:cubicBezTo>
                <a:moveTo>
                  <a:pt x="2623" y="97"/>
                </a:moveTo>
                <a:cubicBezTo>
                  <a:pt x="2628" y="94"/>
                  <a:pt x="2639" y="93"/>
                  <a:pt x="2634" y="92"/>
                </a:cubicBezTo>
                <a:cubicBezTo>
                  <a:pt x="2661" y="87"/>
                  <a:pt x="2644" y="101"/>
                  <a:pt x="2666" y="97"/>
                </a:cubicBezTo>
                <a:cubicBezTo>
                  <a:pt x="2671" y="101"/>
                  <a:pt x="2628" y="103"/>
                  <a:pt x="2623" y="97"/>
                </a:cubicBezTo>
                <a:moveTo>
                  <a:pt x="2715" y="90"/>
                </a:moveTo>
                <a:cubicBezTo>
                  <a:pt x="2704" y="86"/>
                  <a:pt x="2698" y="82"/>
                  <a:pt x="2715" y="79"/>
                </a:cubicBezTo>
                <a:cubicBezTo>
                  <a:pt x="2731" y="83"/>
                  <a:pt x="2742" y="87"/>
                  <a:pt x="2715" y="90"/>
                </a:cubicBezTo>
                <a:moveTo>
                  <a:pt x="2849" y="62"/>
                </a:moveTo>
                <a:cubicBezTo>
                  <a:pt x="2855" y="70"/>
                  <a:pt x="2817" y="66"/>
                  <a:pt x="2806" y="66"/>
                </a:cubicBezTo>
                <a:cubicBezTo>
                  <a:pt x="2801" y="60"/>
                  <a:pt x="2839" y="64"/>
                  <a:pt x="2849" y="62"/>
                </a:cubicBezTo>
                <a:moveTo>
                  <a:pt x="2785" y="76"/>
                </a:moveTo>
                <a:cubicBezTo>
                  <a:pt x="2790" y="72"/>
                  <a:pt x="2822" y="73"/>
                  <a:pt x="2844" y="69"/>
                </a:cubicBezTo>
                <a:cubicBezTo>
                  <a:pt x="2855" y="76"/>
                  <a:pt x="2822" y="73"/>
                  <a:pt x="2806" y="79"/>
                </a:cubicBezTo>
                <a:cubicBezTo>
                  <a:pt x="2795" y="77"/>
                  <a:pt x="2790" y="74"/>
                  <a:pt x="2785" y="76"/>
                </a:cubicBezTo>
                <a:moveTo>
                  <a:pt x="2790" y="100"/>
                </a:moveTo>
                <a:cubicBezTo>
                  <a:pt x="2769" y="100"/>
                  <a:pt x="2779" y="103"/>
                  <a:pt x="2763" y="106"/>
                </a:cubicBezTo>
                <a:cubicBezTo>
                  <a:pt x="2758" y="104"/>
                  <a:pt x="2758" y="103"/>
                  <a:pt x="2752" y="100"/>
                </a:cubicBezTo>
                <a:cubicBezTo>
                  <a:pt x="2779" y="101"/>
                  <a:pt x="2752" y="94"/>
                  <a:pt x="2779" y="92"/>
                </a:cubicBezTo>
                <a:cubicBezTo>
                  <a:pt x="2774" y="92"/>
                  <a:pt x="2763" y="89"/>
                  <a:pt x="2758" y="86"/>
                </a:cubicBezTo>
                <a:cubicBezTo>
                  <a:pt x="2763" y="86"/>
                  <a:pt x="2774" y="86"/>
                  <a:pt x="2769" y="84"/>
                </a:cubicBezTo>
                <a:cubicBezTo>
                  <a:pt x="2779" y="83"/>
                  <a:pt x="2785" y="86"/>
                  <a:pt x="2790" y="84"/>
                </a:cubicBezTo>
                <a:cubicBezTo>
                  <a:pt x="2795" y="87"/>
                  <a:pt x="2785" y="87"/>
                  <a:pt x="2785" y="86"/>
                </a:cubicBezTo>
                <a:cubicBezTo>
                  <a:pt x="2795" y="92"/>
                  <a:pt x="2774" y="96"/>
                  <a:pt x="2790" y="100"/>
                </a:cubicBezTo>
                <a:moveTo>
                  <a:pt x="2720" y="107"/>
                </a:moveTo>
                <a:cubicBezTo>
                  <a:pt x="2682" y="113"/>
                  <a:pt x="2661" y="108"/>
                  <a:pt x="2634" y="114"/>
                </a:cubicBezTo>
                <a:cubicBezTo>
                  <a:pt x="2634" y="106"/>
                  <a:pt x="2693" y="104"/>
                  <a:pt x="2720" y="107"/>
                </a:cubicBezTo>
                <a:moveTo>
                  <a:pt x="2634" y="124"/>
                </a:moveTo>
                <a:cubicBezTo>
                  <a:pt x="2623" y="121"/>
                  <a:pt x="2639" y="120"/>
                  <a:pt x="2634" y="117"/>
                </a:cubicBezTo>
                <a:cubicBezTo>
                  <a:pt x="2655" y="118"/>
                  <a:pt x="2671" y="121"/>
                  <a:pt x="2693" y="120"/>
                </a:cubicBezTo>
                <a:cubicBezTo>
                  <a:pt x="2693" y="130"/>
                  <a:pt x="2655" y="118"/>
                  <a:pt x="2634" y="124"/>
                </a:cubicBezTo>
                <a:moveTo>
                  <a:pt x="2806" y="87"/>
                </a:moveTo>
                <a:cubicBezTo>
                  <a:pt x="2795" y="77"/>
                  <a:pt x="2822" y="86"/>
                  <a:pt x="2844" y="79"/>
                </a:cubicBezTo>
                <a:cubicBezTo>
                  <a:pt x="2844" y="84"/>
                  <a:pt x="2844" y="87"/>
                  <a:pt x="2866" y="90"/>
                </a:cubicBezTo>
                <a:cubicBezTo>
                  <a:pt x="2882" y="87"/>
                  <a:pt x="2887" y="84"/>
                  <a:pt x="2882" y="82"/>
                </a:cubicBezTo>
                <a:cubicBezTo>
                  <a:pt x="2903" y="80"/>
                  <a:pt x="2892" y="87"/>
                  <a:pt x="2892" y="90"/>
                </a:cubicBezTo>
                <a:cubicBezTo>
                  <a:pt x="2839" y="96"/>
                  <a:pt x="2849" y="86"/>
                  <a:pt x="2806" y="87"/>
                </a:cubicBezTo>
                <a:moveTo>
                  <a:pt x="2974" y="57"/>
                </a:moveTo>
                <a:cubicBezTo>
                  <a:pt x="2974" y="62"/>
                  <a:pt x="2963" y="64"/>
                  <a:pt x="2947" y="67"/>
                </a:cubicBezTo>
                <a:cubicBezTo>
                  <a:pt x="2941" y="66"/>
                  <a:pt x="2936" y="64"/>
                  <a:pt x="2930" y="63"/>
                </a:cubicBezTo>
                <a:cubicBezTo>
                  <a:pt x="2947" y="59"/>
                  <a:pt x="2957" y="62"/>
                  <a:pt x="2974" y="57"/>
                </a:cubicBezTo>
                <a:moveTo>
                  <a:pt x="3060" y="60"/>
                </a:moveTo>
                <a:cubicBezTo>
                  <a:pt x="3044" y="63"/>
                  <a:pt x="3028" y="64"/>
                  <a:pt x="3017" y="59"/>
                </a:cubicBezTo>
                <a:cubicBezTo>
                  <a:pt x="3033" y="55"/>
                  <a:pt x="3049" y="55"/>
                  <a:pt x="3060" y="60"/>
                </a:cubicBezTo>
                <a:moveTo>
                  <a:pt x="2742" y="120"/>
                </a:moveTo>
                <a:cubicBezTo>
                  <a:pt x="2752" y="111"/>
                  <a:pt x="2790" y="110"/>
                  <a:pt x="2806" y="103"/>
                </a:cubicBezTo>
                <a:cubicBezTo>
                  <a:pt x="2828" y="113"/>
                  <a:pt x="2763" y="111"/>
                  <a:pt x="2785" y="118"/>
                </a:cubicBezTo>
                <a:cubicBezTo>
                  <a:pt x="2769" y="124"/>
                  <a:pt x="2758" y="118"/>
                  <a:pt x="2742" y="120"/>
                </a:cubicBezTo>
                <a:moveTo>
                  <a:pt x="2925" y="84"/>
                </a:moveTo>
                <a:cubicBezTo>
                  <a:pt x="2963" y="80"/>
                  <a:pt x="2947" y="74"/>
                  <a:pt x="2974" y="70"/>
                </a:cubicBezTo>
                <a:cubicBezTo>
                  <a:pt x="2990" y="74"/>
                  <a:pt x="3011" y="74"/>
                  <a:pt x="3033" y="67"/>
                </a:cubicBezTo>
                <a:cubicBezTo>
                  <a:pt x="3055" y="80"/>
                  <a:pt x="3001" y="72"/>
                  <a:pt x="2974" y="77"/>
                </a:cubicBezTo>
                <a:cubicBezTo>
                  <a:pt x="2963" y="80"/>
                  <a:pt x="3001" y="80"/>
                  <a:pt x="3006" y="82"/>
                </a:cubicBezTo>
                <a:cubicBezTo>
                  <a:pt x="2995" y="86"/>
                  <a:pt x="3028" y="92"/>
                  <a:pt x="3001" y="96"/>
                </a:cubicBezTo>
                <a:cubicBezTo>
                  <a:pt x="2995" y="82"/>
                  <a:pt x="2963" y="86"/>
                  <a:pt x="2925" y="84"/>
                </a:cubicBezTo>
                <a:moveTo>
                  <a:pt x="3022" y="87"/>
                </a:moveTo>
                <a:cubicBezTo>
                  <a:pt x="3033" y="87"/>
                  <a:pt x="3038" y="86"/>
                  <a:pt x="3044" y="84"/>
                </a:cubicBezTo>
                <a:cubicBezTo>
                  <a:pt x="3055" y="89"/>
                  <a:pt x="3060" y="86"/>
                  <a:pt x="3060" y="90"/>
                </a:cubicBezTo>
                <a:cubicBezTo>
                  <a:pt x="3049" y="92"/>
                  <a:pt x="3033" y="92"/>
                  <a:pt x="3022" y="87"/>
                </a:cubicBezTo>
                <a:moveTo>
                  <a:pt x="2849" y="121"/>
                </a:moveTo>
                <a:cubicBezTo>
                  <a:pt x="2844" y="114"/>
                  <a:pt x="2839" y="117"/>
                  <a:pt x="2833" y="111"/>
                </a:cubicBezTo>
                <a:cubicBezTo>
                  <a:pt x="2871" y="115"/>
                  <a:pt x="2909" y="100"/>
                  <a:pt x="2941" y="93"/>
                </a:cubicBezTo>
                <a:cubicBezTo>
                  <a:pt x="2957" y="101"/>
                  <a:pt x="2903" y="103"/>
                  <a:pt x="2898" y="108"/>
                </a:cubicBezTo>
                <a:cubicBezTo>
                  <a:pt x="2909" y="113"/>
                  <a:pt x="2914" y="111"/>
                  <a:pt x="2925" y="113"/>
                </a:cubicBezTo>
                <a:cubicBezTo>
                  <a:pt x="2952" y="108"/>
                  <a:pt x="2952" y="104"/>
                  <a:pt x="2968" y="98"/>
                </a:cubicBezTo>
                <a:cubicBezTo>
                  <a:pt x="2995" y="106"/>
                  <a:pt x="2947" y="108"/>
                  <a:pt x="2979" y="115"/>
                </a:cubicBezTo>
                <a:cubicBezTo>
                  <a:pt x="2930" y="113"/>
                  <a:pt x="2903" y="120"/>
                  <a:pt x="2849" y="121"/>
                </a:cubicBezTo>
                <a:moveTo>
                  <a:pt x="2984" y="104"/>
                </a:moveTo>
                <a:cubicBezTo>
                  <a:pt x="3011" y="97"/>
                  <a:pt x="3017" y="100"/>
                  <a:pt x="3038" y="93"/>
                </a:cubicBezTo>
                <a:cubicBezTo>
                  <a:pt x="3049" y="96"/>
                  <a:pt x="3038" y="97"/>
                  <a:pt x="3028" y="100"/>
                </a:cubicBezTo>
                <a:cubicBezTo>
                  <a:pt x="3033" y="101"/>
                  <a:pt x="3038" y="100"/>
                  <a:pt x="3038" y="100"/>
                </a:cubicBezTo>
                <a:cubicBezTo>
                  <a:pt x="3038" y="101"/>
                  <a:pt x="2995" y="103"/>
                  <a:pt x="2995" y="111"/>
                </a:cubicBezTo>
                <a:cubicBezTo>
                  <a:pt x="2974" y="114"/>
                  <a:pt x="3006" y="106"/>
                  <a:pt x="2984" y="104"/>
                </a:cubicBezTo>
                <a:moveTo>
                  <a:pt x="3060" y="93"/>
                </a:moveTo>
                <a:cubicBezTo>
                  <a:pt x="3082" y="87"/>
                  <a:pt x="3109" y="89"/>
                  <a:pt x="3114" y="77"/>
                </a:cubicBezTo>
                <a:cubicBezTo>
                  <a:pt x="3119" y="83"/>
                  <a:pt x="3136" y="79"/>
                  <a:pt x="3146" y="79"/>
                </a:cubicBezTo>
                <a:cubicBezTo>
                  <a:pt x="3136" y="84"/>
                  <a:pt x="3103" y="96"/>
                  <a:pt x="3060" y="93"/>
                </a:cubicBezTo>
                <a:moveTo>
                  <a:pt x="3168" y="120"/>
                </a:moveTo>
                <a:cubicBezTo>
                  <a:pt x="3146" y="115"/>
                  <a:pt x="3173" y="113"/>
                  <a:pt x="3168" y="110"/>
                </a:cubicBezTo>
                <a:cubicBezTo>
                  <a:pt x="3152" y="107"/>
                  <a:pt x="3168" y="115"/>
                  <a:pt x="3141" y="117"/>
                </a:cubicBezTo>
                <a:cubicBezTo>
                  <a:pt x="3125" y="113"/>
                  <a:pt x="3136" y="110"/>
                  <a:pt x="3146" y="106"/>
                </a:cubicBezTo>
                <a:cubicBezTo>
                  <a:pt x="3168" y="107"/>
                  <a:pt x="3184" y="111"/>
                  <a:pt x="3206" y="115"/>
                </a:cubicBezTo>
                <a:cubicBezTo>
                  <a:pt x="3200" y="120"/>
                  <a:pt x="3184" y="118"/>
                  <a:pt x="3168" y="120"/>
                </a:cubicBezTo>
                <a:moveTo>
                  <a:pt x="3297" y="83"/>
                </a:moveTo>
                <a:cubicBezTo>
                  <a:pt x="3303" y="89"/>
                  <a:pt x="3297" y="94"/>
                  <a:pt x="3270" y="98"/>
                </a:cubicBezTo>
                <a:cubicBezTo>
                  <a:pt x="3265" y="94"/>
                  <a:pt x="3254" y="93"/>
                  <a:pt x="3238" y="94"/>
                </a:cubicBezTo>
                <a:cubicBezTo>
                  <a:pt x="3238" y="93"/>
                  <a:pt x="3281" y="89"/>
                  <a:pt x="3297" y="83"/>
                </a:cubicBezTo>
                <a:moveTo>
                  <a:pt x="3200" y="111"/>
                </a:moveTo>
                <a:cubicBezTo>
                  <a:pt x="3195" y="108"/>
                  <a:pt x="3206" y="106"/>
                  <a:pt x="3200" y="103"/>
                </a:cubicBezTo>
                <a:cubicBezTo>
                  <a:pt x="3211" y="101"/>
                  <a:pt x="3222" y="103"/>
                  <a:pt x="3227" y="107"/>
                </a:cubicBezTo>
                <a:cubicBezTo>
                  <a:pt x="3216" y="111"/>
                  <a:pt x="3211" y="110"/>
                  <a:pt x="3200" y="111"/>
                </a:cubicBezTo>
                <a:moveTo>
                  <a:pt x="3303" y="97"/>
                </a:moveTo>
                <a:cubicBezTo>
                  <a:pt x="3308" y="92"/>
                  <a:pt x="3324" y="87"/>
                  <a:pt x="3319" y="82"/>
                </a:cubicBezTo>
                <a:cubicBezTo>
                  <a:pt x="3324" y="80"/>
                  <a:pt x="3324" y="83"/>
                  <a:pt x="3324" y="83"/>
                </a:cubicBezTo>
                <a:cubicBezTo>
                  <a:pt x="3341" y="86"/>
                  <a:pt x="3362" y="82"/>
                  <a:pt x="3373" y="87"/>
                </a:cubicBezTo>
                <a:cubicBezTo>
                  <a:pt x="3346" y="87"/>
                  <a:pt x="3330" y="96"/>
                  <a:pt x="3303" y="97"/>
                </a:cubicBezTo>
                <a:moveTo>
                  <a:pt x="3346" y="104"/>
                </a:moveTo>
                <a:cubicBezTo>
                  <a:pt x="3324" y="110"/>
                  <a:pt x="3314" y="103"/>
                  <a:pt x="3292" y="110"/>
                </a:cubicBezTo>
                <a:cubicBezTo>
                  <a:pt x="3287" y="107"/>
                  <a:pt x="3287" y="104"/>
                  <a:pt x="3292" y="103"/>
                </a:cubicBezTo>
                <a:cubicBezTo>
                  <a:pt x="3308" y="101"/>
                  <a:pt x="3330" y="100"/>
                  <a:pt x="3346" y="104"/>
                </a:cubicBezTo>
                <a:moveTo>
                  <a:pt x="3465" y="87"/>
                </a:moveTo>
                <a:cubicBezTo>
                  <a:pt x="3449" y="89"/>
                  <a:pt x="3432" y="87"/>
                  <a:pt x="3416" y="92"/>
                </a:cubicBezTo>
                <a:cubicBezTo>
                  <a:pt x="3411" y="89"/>
                  <a:pt x="3422" y="87"/>
                  <a:pt x="3416" y="84"/>
                </a:cubicBezTo>
                <a:cubicBezTo>
                  <a:pt x="3432" y="82"/>
                  <a:pt x="3449" y="82"/>
                  <a:pt x="3465" y="87"/>
                </a:cubicBezTo>
                <a:moveTo>
                  <a:pt x="3557" y="57"/>
                </a:moveTo>
                <a:cubicBezTo>
                  <a:pt x="3524" y="59"/>
                  <a:pt x="3551" y="64"/>
                  <a:pt x="3524" y="69"/>
                </a:cubicBezTo>
                <a:cubicBezTo>
                  <a:pt x="3519" y="69"/>
                  <a:pt x="3513" y="67"/>
                  <a:pt x="3502" y="69"/>
                </a:cubicBezTo>
                <a:cubicBezTo>
                  <a:pt x="3497" y="62"/>
                  <a:pt x="3530" y="48"/>
                  <a:pt x="3557" y="57"/>
                </a:cubicBezTo>
                <a:moveTo>
                  <a:pt x="3486" y="49"/>
                </a:moveTo>
                <a:cubicBezTo>
                  <a:pt x="3486" y="55"/>
                  <a:pt x="3470" y="59"/>
                  <a:pt x="3449" y="63"/>
                </a:cubicBezTo>
                <a:cubicBezTo>
                  <a:pt x="3443" y="62"/>
                  <a:pt x="3449" y="60"/>
                  <a:pt x="3454" y="59"/>
                </a:cubicBezTo>
                <a:cubicBezTo>
                  <a:pt x="3459" y="56"/>
                  <a:pt x="3449" y="57"/>
                  <a:pt x="3443" y="53"/>
                </a:cubicBezTo>
                <a:cubicBezTo>
                  <a:pt x="3454" y="52"/>
                  <a:pt x="3449" y="49"/>
                  <a:pt x="3459" y="48"/>
                </a:cubicBezTo>
                <a:cubicBezTo>
                  <a:pt x="3470" y="48"/>
                  <a:pt x="3476" y="50"/>
                  <a:pt x="3486" y="49"/>
                </a:cubicBezTo>
                <a:moveTo>
                  <a:pt x="3470" y="60"/>
                </a:moveTo>
                <a:cubicBezTo>
                  <a:pt x="3470" y="73"/>
                  <a:pt x="3411" y="80"/>
                  <a:pt x="3357" y="79"/>
                </a:cubicBezTo>
                <a:cubicBezTo>
                  <a:pt x="3357" y="72"/>
                  <a:pt x="3405" y="77"/>
                  <a:pt x="3416" y="69"/>
                </a:cubicBezTo>
                <a:cubicBezTo>
                  <a:pt x="3411" y="66"/>
                  <a:pt x="3400" y="66"/>
                  <a:pt x="3389" y="66"/>
                </a:cubicBezTo>
                <a:cubicBezTo>
                  <a:pt x="3389" y="63"/>
                  <a:pt x="3395" y="60"/>
                  <a:pt x="3411" y="57"/>
                </a:cubicBezTo>
                <a:cubicBezTo>
                  <a:pt x="3416" y="64"/>
                  <a:pt x="3443" y="67"/>
                  <a:pt x="3470" y="60"/>
                </a:cubicBezTo>
                <a:moveTo>
                  <a:pt x="3351" y="59"/>
                </a:moveTo>
                <a:cubicBezTo>
                  <a:pt x="3384" y="64"/>
                  <a:pt x="3335" y="66"/>
                  <a:pt x="3357" y="72"/>
                </a:cubicBezTo>
                <a:cubicBezTo>
                  <a:pt x="3346" y="73"/>
                  <a:pt x="3330" y="72"/>
                  <a:pt x="3335" y="74"/>
                </a:cubicBezTo>
                <a:cubicBezTo>
                  <a:pt x="3330" y="76"/>
                  <a:pt x="3324" y="73"/>
                  <a:pt x="3319" y="72"/>
                </a:cubicBezTo>
                <a:cubicBezTo>
                  <a:pt x="3346" y="67"/>
                  <a:pt x="3319" y="63"/>
                  <a:pt x="3351" y="59"/>
                </a:cubicBezTo>
                <a:moveTo>
                  <a:pt x="3292" y="73"/>
                </a:moveTo>
                <a:cubicBezTo>
                  <a:pt x="3303" y="79"/>
                  <a:pt x="3265" y="79"/>
                  <a:pt x="3260" y="82"/>
                </a:cubicBezTo>
                <a:cubicBezTo>
                  <a:pt x="3238" y="73"/>
                  <a:pt x="3287" y="76"/>
                  <a:pt x="3292" y="73"/>
                </a:cubicBezTo>
                <a:moveTo>
                  <a:pt x="3206" y="94"/>
                </a:moveTo>
                <a:cubicBezTo>
                  <a:pt x="3211" y="93"/>
                  <a:pt x="3173" y="92"/>
                  <a:pt x="3168" y="103"/>
                </a:cubicBezTo>
                <a:cubicBezTo>
                  <a:pt x="3119" y="96"/>
                  <a:pt x="3227" y="80"/>
                  <a:pt x="3238" y="70"/>
                </a:cubicBezTo>
                <a:cubicBezTo>
                  <a:pt x="3249" y="79"/>
                  <a:pt x="3222" y="86"/>
                  <a:pt x="3206" y="94"/>
                </a:cubicBezTo>
                <a:moveTo>
                  <a:pt x="3281" y="66"/>
                </a:moveTo>
                <a:cubicBezTo>
                  <a:pt x="3276" y="72"/>
                  <a:pt x="3249" y="66"/>
                  <a:pt x="3260" y="70"/>
                </a:cubicBezTo>
                <a:cubicBezTo>
                  <a:pt x="3238" y="74"/>
                  <a:pt x="3254" y="60"/>
                  <a:pt x="3227" y="64"/>
                </a:cubicBezTo>
                <a:cubicBezTo>
                  <a:pt x="3216" y="60"/>
                  <a:pt x="3243" y="64"/>
                  <a:pt x="3254" y="59"/>
                </a:cubicBezTo>
                <a:cubicBezTo>
                  <a:pt x="3260" y="64"/>
                  <a:pt x="3270" y="62"/>
                  <a:pt x="3281" y="66"/>
                </a:cubicBezTo>
                <a:moveTo>
                  <a:pt x="3281" y="63"/>
                </a:moveTo>
                <a:cubicBezTo>
                  <a:pt x="3270" y="56"/>
                  <a:pt x="3265" y="57"/>
                  <a:pt x="3260" y="52"/>
                </a:cubicBezTo>
                <a:cubicBezTo>
                  <a:pt x="3276" y="50"/>
                  <a:pt x="3308" y="59"/>
                  <a:pt x="3281" y="63"/>
                </a:cubicBezTo>
                <a:moveTo>
                  <a:pt x="3184" y="79"/>
                </a:moveTo>
                <a:cubicBezTo>
                  <a:pt x="3157" y="73"/>
                  <a:pt x="3190" y="69"/>
                  <a:pt x="3173" y="63"/>
                </a:cubicBezTo>
                <a:cubicBezTo>
                  <a:pt x="3206" y="60"/>
                  <a:pt x="3206" y="74"/>
                  <a:pt x="3184" y="79"/>
                </a:cubicBezTo>
                <a:moveTo>
                  <a:pt x="3103" y="72"/>
                </a:moveTo>
                <a:cubicBezTo>
                  <a:pt x="3087" y="60"/>
                  <a:pt x="3141" y="67"/>
                  <a:pt x="3157" y="60"/>
                </a:cubicBezTo>
                <a:cubicBezTo>
                  <a:pt x="3168" y="72"/>
                  <a:pt x="3109" y="60"/>
                  <a:pt x="3103" y="72"/>
                </a:cubicBezTo>
                <a:moveTo>
                  <a:pt x="3114" y="56"/>
                </a:moveTo>
                <a:cubicBezTo>
                  <a:pt x="3162" y="53"/>
                  <a:pt x="3114" y="49"/>
                  <a:pt x="3146" y="43"/>
                </a:cubicBezTo>
                <a:cubicBezTo>
                  <a:pt x="3152" y="43"/>
                  <a:pt x="3157" y="45"/>
                  <a:pt x="3162" y="46"/>
                </a:cubicBezTo>
                <a:cubicBezTo>
                  <a:pt x="3157" y="52"/>
                  <a:pt x="3157" y="69"/>
                  <a:pt x="3114" y="56"/>
                </a:cubicBezTo>
                <a:moveTo>
                  <a:pt x="3157" y="35"/>
                </a:moveTo>
                <a:cubicBezTo>
                  <a:pt x="3184" y="40"/>
                  <a:pt x="3146" y="46"/>
                  <a:pt x="3136" y="39"/>
                </a:cubicBezTo>
                <a:cubicBezTo>
                  <a:pt x="3141" y="35"/>
                  <a:pt x="3141" y="38"/>
                  <a:pt x="3157" y="35"/>
                </a:cubicBezTo>
                <a:moveTo>
                  <a:pt x="3114" y="46"/>
                </a:moveTo>
                <a:cubicBezTo>
                  <a:pt x="3119" y="53"/>
                  <a:pt x="3092" y="56"/>
                  <a:pt x="3071" y="55"/>
                </a:cubicBezTo>
                <a:cubicBezTo>
                  <a:pt x="3082" y="49"/>
                  <a:pt x="3076" y="48"/>
                  <a:pt x="3098" y="40"/>
                </a:cubicBezTo>
                <a:cubicBezTo>
                  <a:pt x="3098" y="40"/>
                  <a:pt x="3098" y="49"/>
                  <a:pt x="3114" y="46"/>
                </a:cubicBezTo>
                <a:moveTo>
                  <a:pt x="3055" y="42"/>
                </a:moveTo>
                <a:cubicBezTo>
                  <a:pt x="3049" y="45"/>
                  <a:pt x="3060" y="49"/>
                  <a:pt x="3060" y="53"/>
                </a:cubicBezTo>
                <a:cubicBezTo>
                  <a:pt x="3044" y="57"/>
                  <a:pt x="3038" y="52"/>
                  <a:pt x="3022" y="55"/>
                </a:cubicBezTo>
                <a:cubicBezTo>
                  <a:pt x="3022" y="52"/>
                  <a:pt x="3022" y="50"/>
                  <a:pt x="3033" y="48"/>
                </a:cubicBezTo>
                <a:cubicBezTo>
                  <a:pt x="3022" y="48"/>
                  <a:pt x="3017" y="46"/>
                  <a:pt x="3006" y="43"/>
                </a:cubicBezTo>
                <a:cubicBezTo>
                  <a:pt x="2979" y="46"/>
                  <a:pt x="3001" y="50"/>
                  <a:pt x="2979" y="53"/>
                </a:cubicBezTo>
                <a:cubicBezTo>
                  <a:pt x="2952" y="32"/>
                  <a:pt x="3017" y="43"/>
                  <a:pt x="3055" y="42"/>
                </a:cubicBezTo>
                <a:moveTo>
                  <a:pt x="2936" y="32"/>
                </a:moveTo>
                <a:cubicBezTo>
                  <a:pt x="2963" y="29"/>
                  <a:pt x="2925" y="38"/>
                  <a:pt x="2914" y="39"/>
                </a:cubicBezTo>
                <a:cubicBezTo>
                  <a:pt x="2925" y="45"/>
                  <a:pt x="2941" y="36"/>
                  <a:pt x="2947" y="42"/>
                </a:cubicBezTo>
                <a:cubicBezTo>
                  <a:pt x="2914" y="46"/>
                  <a:pt x="2963" y="52"/>
                  <a:pt x="2936" y="55"/>
                </a:cubicBezTo>
                <a:cubicBezTo>
                  <a:pt x="2920" y="45"/>
                  <a:pt x="2898" y="39"/>
                  <a:pt x="2892" y="33"/>
                </a:cubicBezTo>
                <a:cubicBezTo>
                  <a:pt x="2909" y="28"/>
                  <a:pt x="2920" y="40"/>
                  <a:pt x="2936" y="32"/>
                </a:cubicBezTo>
                <a:moveTo>
                  <a:pt x="2860" y="39"/>
                </a:moveTo>
                <a:cubicBezTo>
                  <a:pt x="2849" y="43"/>
                  <a:pt x="2882" y="49"/>
                  <a:pt x="2855" y="53"/>
                </a:cubicBezTo>
                <a:cubicBezTo>
                  <a:pt x="2866" y="55"/>
                  <a:pt x="2871" y="52"/>
                  <a:pt x="2882" y="56"/>
                </a:cubicBezTo>
                <a:cubicBezTo>
                  <a:pt x="2892" y="55"/>
                  <a:pt x="2887" y="52"/>
                  <a:pt x="2882" y="50"/>
                </a:cubicBezTo>
                <a:cubicBezTo>
                  <a:pt x="2909" y="50"/>
                  <a:pt x="2898" y="57"/>
                  <a:pt x="2941" y="59"/>
                </a:cubicBezTo>
                <a:cubicBezTo>
                  <a:pt x="2920" y="63"/>
                  <a:pt x="2914" y="67"/>
                  <a:pt x="2930" y="72"/>
                </a:cubicBezTo>
                <a:cubicBezTo>
                  <a:pt x="2914" y="73"/>
                  <a:pt x="2898" y="76"/>
                  <a:pt x="2887" y="72"/>
                </a:cubicBezTo>
                <a:cubicBezTo>
                  <a:pt x="2909" y="69"/>
                  <a:pt x="2898" y="62"/>
                  <a:pt x="2920" y="63"/>
                </a:cubicBezTo>
                <a:cubicBezTo>
                  <a:pt x="2892" y="53"/>
                  <a:pt x="2855" y="67"/>
                  <a:pt x="2828" y="55"/>
                </a:cubicBezTo>
                <a:cubicBezTo>
                  <a:pt x="2855" y="49"/>
                  <a:pt x="2822" y="40"/>
                  <a:pt x="2860" y="39"/>
                </a:cubicBezTo>
                <a:moveTo>
                  <a:pt x="2801" y="46"/>
                </a:moveTo>
                <a:cubicBezTo>
                  <a:pt x="2806" y="56"/>
                  <a:pt x="2769" y="56"/>
                  <a:pt x="2758" y="66"/>
                </a:cubicBezTo>
                <a:cubicBezTo>
                  <a:pt x="2731" y="62"/>
                  <a:pt x="2763" y="57"/>
                  <a:pt x="2758" y="53"/>
                </a:cubicBezTo>
                <a:cubicBezTo>
                  <a:pt x="2790" y="55"/>
                  <a:pt x="2779" y="48"/>
                  <a:pt x="2801" y="46"/>
                </a:cubicBezTo>
                <a:moveTo>
                  <a:pt x="2725" y="59"/>
                </a:moveTo>
                <a:cubicBezTo>
                  <a:pt x="2709" y="67"/>
                  <a:pt x="2731" y="67"/>
                  <a:pt x="2709" y="73"/>
                </a:cubicBezTo>
                <a:cubicBezTo>
                  <a:pt x="2704" y="69"/>
                  <a:pt x="2720" y="62"/>
                  <a:pt x="2693" y="64"/>
                </a:cubicBezTo>
                <a:cubicBezTo>
                  <a:pt x="2666" y="62"/>
                  <a:pt x="2715" y="64"/>
                  <a:pt x="2725" y="59"/>
                </a:cubicBezTo>
                <a:moveTo>
                  <a:pt x="2655" y="76"/>
                </a:moveTo>
                <a:cubicBezTo>
                  <a:pt x="2677" y="70"/>
                  <a:pt x="2671" y="72"/>
                  <a:pt x="2698" y="67"/>
                </a:cubicBezTo>
                <a:cubicBezTo>
                  <a:pt x="2709" y="73"/>
                  <a:pt x="2671" y="77"/>
                  <a:pt x="2666" y="82"/>
                </a:cubicBezTo>
                <a:cubicBezTo>
                  <a:pt x="2661" y="79"/>
                  <a:pt x="2650" y="77"/>
                  <a:pt x="2639" y="80"/>
                </a:cubicBezTo>
                <a:cubicBezTo>
                  <a:pt x="2628" y="69"/>
                  <a:pt x="2612" y="76"/>
                  <a:pt x="2596" y="76"/>
                </a:cubicBezTo>
                <a:cubicBezTo>
                  <a:pt x="2574" y="69"/>
                  <a:pt x="2617" y="73"/>
                  <a:pt x="2628" y="66"/>
                </a:cubicBezTo>
                <a:cubicBezTo>
                  <a:pt x="2634" y="74"/>
                  <a:pt x="2655" y="69"/>
                  <a:pt x="2655" y="76"/>
                </a:cubicBezTo>
                <a:moveTo>
                  <a:pt x="2736" y="45"/>
                </a:moveTo>
                <a:cubicBezTo>
                  <a:pt x="2742" y="48"/>
                  <a:pt x="2725" y="48"/>
                  <a:pt x="2720" y="45"/>
                </a:cubicBezTo>
                <a:cubicBezTo>
                  <a:pt x="2720" y="49"/>
                  <a:pt x="2725" y="52"/>
                  <a:pt x="2704" y="52"/>
                </a:cubicBezTo>
                <a:cubicBezTo>
                  <a:pt x="2704" y="49"/>
                  <a:pt x="2709" y="48"/>
                  <a:pt x="2698" y="45"/>
                </a:cubicBezTo>
                <a:cubicBezTo>
                  <a:pt x="2715" y="39"/>
                  <a:pt x="2725" y="48"/>
                  <a:pt x="2736" y="45"/>
                </a:cubicBezTo>
                <a:moveTo>
                  <a:pt x="2617" y="40"/>
                </a:moveTo>
                <a:cubicBezTo>
                  <a:pt x="2639" y="45"/>
                  <a:pt x="2607" y="46"/>
                  <a:pt x="2612" y="50"/>
                </a:cubicBezTo>
                <a:cubicBezTo>
                  <a:pt x="2617" y="50"/>
                  <a:pt x="2634" y="52"/>
                  <a:pt x="2623" y="55"/>
                </a:cubicBezTo>
                <a:cubicBezTo>
                  <a:pt x="2650" y="56"/>
                  <a:pt x="2666" y="48"/>
                  <a:pt x="2698" y="55"/>
                </a:cubicBezTo>
                <a:cubicBezTo>
                  <a:pt x="2677" y="55"/>
                  <a:pt x="2639" y="59"/>
                  <a:pt x="2623" y="64"/>
                </a:cubicBezTo>
                <a:cubicBezTo>
                  <a:pt x="2601" y="59"/>
                  <a:pt x="2607" y="48"/>
                  <a:pt x="2569" y="50"/>
                </a:cubicBezTo>
                <a:cubicBezTo>
                  <a:pt x="2574" y="45"/>
                  <a:pt x="2607" y="49"/>
                  <a:pt x="2617" y="40"/>
                </a:cubicBezTo>
                <a:moveTo>
                  <a:pt x="2558" y="46"/>
                </a:moveTo>
                <a:cubicBezTo>
                  <a:pt x="2542" y="50"/>
                  <a:pt x="2525" y="50"/>
                  <a:pt x="2558" y="59"/>
                </a:cubicBezTo>
                <a:cubicBezTo>
                  <a:pt x="2547" y="64"/>
                  <a:pt x="2531" y="64"/>
                  <a:pt x="2509" y="60"/>
                </a:cubicBezTo>
                <a:cubicBezTo>
                  <a:pt x="2525" y="57"/>
                  <a:pt x="2520" y="56"/>
                  <a:pt x="2515" y="57"/>
                </a:cubicBezTo>
                <a:cubicBezTo>
                  <a:pt x="2520" y="52"/>
                  <a:pt x="2536" y="46"/>
                  <a:pt x="2531" y="40"/>
                </a:cubicBezTo>
                <a:cubicBezTo>
                  <a:pt x="2547" y="36"/>
                  <a:pt x="2536" y="49"/>
                  <a:pt x="2558" y="46"/>
                </a:cubicBezTo>
                <a:moveTo>
                  <a:pt x="2466" y="55"/>
                </a:moveTo>
                <a:cubicBezTo>
                  <a:pt x="2488" y="66"/>
                  <a:pt x="2423" y="60"/>
                  <a:pt x="2401" y="62"/>
                </a:cubicBezTo>
                <a:cubicBezTo>
                  <a:pt x="2401" y="52"/>
                  <a:pt x="2385" y="67"/>
                  <a:pt x="2364" y="59"/>
                </a:cubicBezTo>
                <a:cubicBezTo>
                  <a:pt x="2407" y="50"/>
                  <a:pt x="2428" y="66"/>
                  <a:pt x="2466" y="55"/>
                </a:cubicBezTo>
                <a:moveTo>
                  <a:pt x="2121" y="106"/>
                </a:moveTo>
                <a:cubicBezTo>
                  <a:pt x="2115" y="104"/>
                  <a:pt x="2110" y="103"/>
                  <a:pt x="2105" y="100"/>
                </a:cubicBezTo>
                <a:cubicBezTo>
                  <a:pt x="2105" y="107"/>
                  <a:pt x="2083" y="110"/>
                  <a:pt x="2061" y="111"/>
                </a:cubicBezTo>
                <a:cubicBezTo>
                  <a:pt x="2051" y="101"/>
                  <a:pt x="2115" y="103"/>
                  <a:pt x="2110" y="96"/>
                </a:cubicBezTo>
                <a:cubicBezTo>
                  <a:pt x="2132" y="94"/>
                  <a:pt x="2153" y="103"/>
                  <a:pt x="2121" y="106"/>
                </a:cubicBezTo>
                <a:moveTo>
                  <a:pt x="2272" y="70"/>
                </a:moveTo>
                <a:cubicBezTo>
                  <a:pt x="2250" y="79"/>
                  <a:pt x="2240" y="67"/>
                  <a:pt x="2218" y="73"/>
                </a:cubicBezTo>
                <a:cubicBezTo>
                  <a:pt x="2213" y="70"/>
                  <a:pt x="2223" y="67"/>
                  <a:pt x="2240" y="64"/>
                </a:cubicBezTo>
                <a:cubicBezTo>
                  <a:pt x="2261" y="66"/>
                  <a:pt x="2250" y="67"/>
                  <a:pt x="2272" y="70"/>
                </a:cubicBezTo>
                <a:moveTo>
                  <a:pt x="2380" y="42"/>
                </a:moveTo>
                <a:cubicBezTo>
                  <a:pt x="2391" y="48"/>
                  <a:pt x="2347" y="49"/>
                  <a:pt x="2342" y="52"/>
                </a:cubicBezTo>
                <a:cubicBezTo>
                  <a:pt x="2331" y="48"/>
                  <a:pt x="2331" y="43"/>
                  <a:pt x="2347" y="40"/>
                </a:cubicBezTo>
                <a:cubicBezTo>
                  <a:pt x="2337" y="49"/>
                  <a:pt x="2364" y="48"/>
                  <a:pt x="2380" y="42"/>
                </a:cubicBezTo>
                <a:moveTo>
                  <a:pt x="2024" y="111"/>
                </a:moveTo>
                <a:cubicBezTo>
                  <a:pt x="2024" y="115"/>
                  <a:pt x="1964" y="115"/>
                  <a:pt x="1970" y="110"/>
                </a:cubicBezTo>
                <a:cubicBezTo>
                  <a:pt x="1980" y="111"/>
                  <a:pt x="1997" y="111"/>
                  <a:pt x="2013" y="106"/>
                </a:cubicBezTo>
                <a:cubicBezTo>
                  <a:pt x="2024" y="107"/>
                  <a:pt x="2002" y="114"/>
                  <a:pt x="2024" y="111"/>
                </a:cubicBezTo>
                <a:moveTo>
                  <a:pt x="2099" y="83"/>
                </a:moveTo>
                <a:cubicBezTo>
                  <a:pt x="2094" y="80"/>
                  <a:pt x="2142" y="77"/>
                  <a:pt x="2110" y="76"/>
                </a:cubicBezTo>
                <a:cubicBezTo>
                  <a:pt x="2105" y="69"/>
                  <a:pt x="2137" y="77"/>
                  <a:pt x="2148" y="76"/>
                </a:cubicBezTo>
                <a:cubicBezTo>
                  <a:pt x="2159" y="70"/>
                  <a:pt x="2180" y="62"/>
                  <a:pt x="2202" y="67"/>
                </a:cubicBezTo>
                <a:cubicBezTo>
                  <a:pt x="2169" y="82"/>
                  <a:pt x="2142" y="74"/>
                  <a:pt x="2099" y="83"/>
                </a:cubicBezTo>
                <a:moveTo>
                  <a:pt x="2250" y="52"/>
                </a:moveTo>
                <a:cubicBezTo>
                  <a:pt x="2256" y="56"/>
                  <a:pt x="2218" y="60"/>
                  <a:pt x="2207" y="53"/>
                </a:cubicBezTo>
                <a:cubicBezTo>
                  <a:pt x="2223" y="49"/>
                  <a:pt x="2240" y="55"/>
                  <a:pt x="2250" y="52"/>
                </a:cubicBezTo>
                <a:moveTo>
                  <a:pt x="1932" y="107"/>
                </a:moveTo>
                <a:cubicBezTo>
                  <a:pt x="1932" y="108"/>
                  <a:pt x="1937" y="108"/>
                  <a:pt x="1943" y="107"/>
                </a:cubicBezTo>
                <a:cubicBezTo>
                  <a:pt x="1948" y="110"/>
                  <a:pt x="1937" y="110"/>
                  <a:pt x="1937" y="108"/>
                </a:cubicBezTo>
                <a:cubicBezTo>
                  <a:pt x="1921" y="111"/>
                  <a:pt x="1948" y="113"/>
                  <a:pt x="1953" y="113"/>
                </a:cubicBezTo>
                <a:cubicBezTo>
                  <a:pt x="1959" y="114"/>
                  <a:pt x="1948" y="117"/>
                  <a:pt x="1943" y="115"/>
                </a:cubicBezTo>
                <a:cubicBezTo>
                  <a:pt x="1937" y="115"/>
                  <a:pt x="1937" y="117"/>
                  <a:pt x="1943" y="118"/>
                </a:cubicBezTo>
                <a:cubicBezTo>
                  <a:pt x="1937" y="118"/>
                  <a:pt x="1932" y="117"/>
                  <a:pt x="1937" y="115"/>
                </a:cubicBezTo>
                <a:cubicBezTo>
                  <a:pt x="1927" y="113"/>
                  <a:pt x="1916" y="117"/>
                  <a:pt x="1905" y="113"/>
                </a:cubicBezTo>
                <a:cubicBezTo>
                  <a:pt x="1921" y="113"/>
                  <a:pt x="1927" y="110"/>
                  <a:pt x="1927" y="106"/>
                </a:cubicBezTo>
                <a:cubicBezTo>
                  <a:pt x="1932" y="104"/>
                  <a:pt x="1932" y="107"/>
                  <a:pt x="1932" y="107"/>
                </a:cubicBezTo>
                <a:moveTo>
                  <a:pt x="1943" y="87"/>
                </a:moveTo>
                <a:cubicBezTo>
                  <a:pt x="1943" y="84"/>
                  <a:pt x="1948" y="84"/>
                  <a:pt x="1964" y="80"/>
                </a:cubicBezTo>
                <a:cubicBezTo>
                  <a:pt x="1970" y="82"/>
                  <a:pt x="1964" y="83"/>
                  <a:pt x="1959" y="84"/>
                </a:cubicBezTo>
                <a:cubicBezTo>
                  <a:pt x="1986" y="83"/>
                  <a:pt x="1980" y="93"/>
                  <a:pt x="2013" y="89"/>
                </a:cubicBezTo>
                <a:cubicBezTo>
                  <a:pt x="1991" y="100"/>
                  <a:pt x="1975" y="80"/>
                  <a:pt x="1943" y="87"/>
                </a:cubicBezTo>
                <a:moveTo>
                  <a:pt x="2218" y="33"/>
                </a:moveTo>
                <a:cubicBezTo>
                  <a:pt x="2234" y="33"/>
                  <a:pt x="2250" y="33"/>
                  <a:pt x="2267" y="33"/>
                </a:cubicBezTo>
                <a:cubicBezTo>
                  <a:pt x="2267" y="46"/>
                  <a:pt x="2240" y="33"/>
                  <a:pt x="2218" y="36"/>
                </a:cubicBezTo>
                <a:cubicBezTo>
                  <a:pt x="2218" y="33"/>
                  <a:pt x="2207" y="31"/>
                  <a:pt x="2213" y="29"/>
                </a:cubicBezTo>
                <a:cubicBezTo>
                  <a:pt x="2207" y="22"/>
                  <a:pt x="2229" y="32"/>
                  <a:pt x="2218" y="33"/>
                </a:cubicBezTo>
                <a:moveTo>
                  <a:pt x="1862" y="101"/>
                </a:moveTo>
                <a:cubicBezTo>
                  <a:pt x="1878" y="107"/>
                  <a:pt x="1905" y="96"/>
                  <a:pt x="1921" y="101"/>
                </a:cubicBezTo>
                <a:cubicBezTo>
                  <a:pt x="1873" y="103"/>
                  <a:pt x="1883" y="115"/>
                  <a:pt x="1845" y="111"/>
                </a:cubicBezTo>
                <a:cubicBezTo>
                  <a:pt x="1851" y="108"/>
                  <a:pt x="1856" y="108"/>
                  <a:pt x="1862" y="111"/>
                </a:cubicBezTo>
                <a:cubicBezTo>
                  <a:pt x="1856" y="97"/>
                  <a:pt x="1797" y="107"/>
                  <a:pt x="1770" y="103"/>
                </a:cubicBezTo>
                <a:cubicBezTo>
                  <a:pt x="1819" y="97"/>
                  <a:pt x="1851" y="98"/>
                  <a:pt x="1873" y="94"/>
                </a:cubicBezTo>
                <a:cubicBezTo>
                  <a:pt x="1873" y="96"/>
                  <a:pt x="1867" y="98"/>
                  <a:pt x="1862" y="101"/>
                </a:cubicBezTo>
                <a:moveTo>
                  <a:pt x="1937" y="77"/>
                </a:moveTo>
                <a:cubicBezTo>
                  <a:pt x="1932" y="73"/>
                  <a:pt x="1916" y="69"/>
                  <a:pt x="1948" y="67"/>
                </a:cubicBezTo>
                <a:cubicBezTo>
                  <a:pt x="1964" y="72"/>
                  <a:pt x="1959" y="74"/>
                  <a:pt x="1937" y="77"/>
                </a:cubicBezTo>
                <a:moveTo>
                  <a:pt x="2067" y="45"/>
                </a:moveTo>
                <a:cubicBezTo>
                  <a:pt x="2072" y="52"/>
                  <a:pt x="2040" y="52"/>
                  <a:pt x="2029" y="49"/>
                </a:cubicBezTo>
                <a:cubicBezTo>
                  <a:pt x="2034" y="53"/>
                  <a:pt x="2002" y="56"/>
                  <a:pt x="2018" y="62"/>
                </a:cubicBezTo>
                <a:cubicBezTo>
                  <a:pt x="2007" y="62"/>
                  <a:pt x="2002" y="59"/>
                  <a:pt x="1991" y="62"/>
                </a:cubicBezTo>
                <a:cubicBezTo>
                  <a:pt x="2002" y="53"/>
                  <a:pt x="2029" y="45"/>
                  <a:pt x="2067" y="45"/>
                </a:cubicBezTo>
                <a:moveTo>
                  <a:pt x="1279" y="108"/>
                </a:moveTo>
                <a:cubicBezTo>
                  <a:pt x="1268" y="104"/>
                  <a:pt x="1300" y="107"/>
                  <a:pt x="1306" y="104"/>
                </a:cubicBezTo>
                <a:cubicBezTo>
                  <a:pt x="1317" y="108"/>
                  <a:pt x="1327" y="111"/>
                  <a:pt x="1306" y="114"/>
                </a:cubicBezTo>
                <a:cubicBezTo>
                  <a:pt x="1300" y="113"/>
                  <a:pt x="1290" y="106"/>
                  <a:pt x="1279" y="108"/>
                </a:cubicBezTo>
                <a:moveTo>
                  <a:pt x="1403" y="90"/>
                </a:moveTo>
                <a:cubicBezTo>
                  <a:pt x="1419" y="87"/>
                  <a:pt x="1430" y="84"/>
                  <a:pt x="1425" y="82"/>
                </a:cubicBezTo>
                <a:cubicBezTo>
                  <a:pt x="1452" y="83"/>
                  <a:pt x="1414" y="94"/>
                  <a:pt x="1408" y="98"/>
                </a:cubicBezTo>
                <a:cubicBezTo>
                  <a:pt x="1403" y="97"/>
                  <a:pt x="1397" y="96"/>
                  <a:pt x="1392" y="94"/>
                </a:cubicBezTo>
                <a:cubicBezTo>
                  <a:pt x="1403" y="93"/>
                  <a:pt x="1403" y="96"/>
                  <a:pt x="1408" y="96"/>
                </a:cubicBezTo>
                <a:cubicBezTo>
                  <a:pt x="1419" y="94"/>
                  <a:pt x="1408" y="93"/>
                  <a:pt x="1403" y="90"/>
                </a:cubicBezTo>
                <a:moveTo>
                  <a:pt x="1338" y="115"/>
                </a:moveTo>
                <a:cubicBezTo>
                  <a:pt x="1327" y="111"/>
                  <a:pt x="1344" y="108"/>
                  <a:pt x="1354" y="104"/>
                </a:cubicBezTo>
                <a:cubicBezTo>
                  <a:pt x="1371" y="111"/>
                  <a:pt x="1365" y="114"/>
                  <a:pt x="1338" y="115"/>
                </a:cubicBezTo>
                <a:moveTo>
                  <a:pt x="1468" y="90"/>
                </a:moveTo>
                <a:cubicBezTo>
                  <a:pt x="1441" y="83"/>
                  <a:pt x="1500" y="84"/>
                  <a:pt x="1484" y="82"/>
                </a:cubicBezTo>
                <a:cubicBezTo>
                  <a:pt x="1516" y="82"/>
                  <a:pt x="1489" y="90"/>
                  <a:pt x="1468" y="90"/>
                </a:cubicBezTo>
                <a:moveTo>
                  <a:pt x="1554" y="66"/>
                </a:moveTo>
                <a:cubicBezTo>
                  <a:pt x="1565" y="69"/>
                  <a:pt x="1581" y="69"/>
                  <a:pt x="1559" y="60"/>
                </a:cubicBezTo>
                <a:cubicBezTo>
                  <a:pt x="1581" y="59"/>
                  <a:pt x="1570" y="62"/>
                  <a:pt x="1581" y="66"/>
                </a:cubicBezTo>
                <a:cubicBezTo>
                  <a:pt x="1586" y="63"/>
                  <a:pt x="1581" y="62"/>
                  <a:pt x="1592" y="59"/>
                </a:cubicBezTo>
                <a:cubicBezTo>
                  <a:pt x="1586" y="64"/>
                  <a:pt x="1613" y="62"/>
                  <a:pt x="1624" y="67"/>
                </a:cubicBezTo>
                <a:cubicBezTo>
                  <a:pt x="1624" y="70"/>
                  <a:pt x="1619" y="72"/>
                  <a:pt x="1608" y="74"/>
                </a:cubicBezTo>
                <a:cubicBezTo>
                  <a:pt x="1624" y="63"/>
                  <a:pt x="1570" y="70"/>
                  <a:pt x="1570" y="74"/>
                </a:cubicBezTo>
                <a:cubicBezTo>
                  <a:pt x="1543" y="76"/>
                  <a:pt x="1565" y="69"/>
                  <a:pt x="1554" y="66"/>
                </a:cubicBezTo>
                <a:moveTo>
                  <a:pt x="1457" y="97"/>
                </a:moveTo>
                <a:cubicBezTo>
                  <a:pt x="1462" y="98"/>
                  <a:pt x="1457" y="100"/>
                  <a:pt x="1452" y="100"/>
                </a:cubicBezTo>
                <a:cubicBezTo>
                  <a:pt x="1457" y="101"/>
                  <a:pt x="1468" y="101"/>
                  <a:pt x="1473" y="104"/>
                </a:cubicBezTo>
                <a:cubicBezTo>
                  <a:pt x="1473" y="101"/>
                  <a:pt x="1479" y="100"/>
                  <a:pt x="1489" y="103"/>
                </a:cubicBezTo>
                <a:cubicBezTo>
                  <a:pt x="1462" y="107"/>
                  <a:pt x="1457" y="111"/>
                  <a:pt x="1441" y="115"/>
                </a:cubicBezTo>
                <a:cubicBezTo>
                  <a:pt x="1435" y="108"/>
                  <a:pt x="1441" y="103"/>
                  <a:pt x="1457" y="97"/>
                </a:cubicBezTo>
                <a:moveTo>
                  <a:pt x="1635" y="66"/>
                </a:moveTo>
                <a:cubicBezTo>
                  <a:pt x="1640" y="63"/>
                  <a:pt x="1651" y="63"/>
                  <a:pt x="1662" y="66"/>
                </a:cubicBezTo>
                <a:cubicBezTo>
                  <a:pt x="1657" y="67"/>
                  <a:pt x="1651" y="66"/>
                  <a:pt x="1651" y="64"/>
                </a:cubicBezTo>
                <a:cubicBezTo>
                  <a:pt x="1646" y="67"/>
                  <a:pt x="1678" y="73"/>
                  <a:pt x="1651" y="79"/>
                </a:cubicBezTo>
                <a:cubicBezTo>
                  <a:pt x="1630" y="73"/>
                  <a:pt x="1657" y="70"/>
                  <a:pt x="1635" y="66"/>
                </a:cubicBezTo>
                <a:moveTo>
                  <a:pt x="1775" y="45"/>
                </a:moveTo>
                <a:cubicBezTo>
                  <a:pt x="1786" y="48"/>
                  <a:pt x="1775" y="49"/>
                  <a:pt x="1770" y="50"/>
                </a:cubicBezTo>
                <a:cubicBezTo>
                  <a:pt x="1781" y="56"/>
                  <a:pt x="1792" y="53"/>
                  <a:pt x="1802" y="57"/>
                </a:cubicBezTo>
                <a:cubicBezTo>
                  <a:pt x="1775" y="59"/>
                  <a:pt x="1743" y="50"/>
                  <a:pt x="1775" y="45"/>
                </a:cubicBezTo>
                <a:moveTo>
                  <a:pt x="1759" y="66"/>
                </a:moveTo>
                <a:cubicBezTo>
                  <a:pt x="1705" y="69"/>
                  <a:pt x="1721" y="80"/>
                  <a:pt x="1694" y="87"/>
                </a:cubicBezTo>
                <a:cubicBezTo>
                  <a:pt x="1684" y="87"/>
                  <a:pt x="1684" y="86"/>
                  <a:pt x="1689" y="86"/>
                </a:cubicBezTo>
                <a:cubicBezTo>
                  <a:pt x="1684" y="84"/>
                  <a:pt x="1678" y="86"/>
                  <a:pt x="1673" y="86"/>
                </a:cubicBezTo>
                <a:cubicBezTo>
                  <a:pt x="1662" y="80"/>
                  <a:pt x="1700" y="77"/>
                  <a:pt x="1711" y="76"/>
                </a:cubicBezTo>
                <a:cubicBezTo>
                  <a:pt x="1700" y="74"/>
                  <a:pt x="1694" y="74"/>
                  <a:pt x="1684" y="76"/>
                </a:cubicBezTo>
                <a:cubicBezTo>
                  <a:pt x="1705" y="72"/>
                  <a:pt x="1721" y="55"/>
                  <a:pt x="1759" y="66"/>
                </a:cubicBezTo>
                <a:moveTo>
                  <a:pt x="1597" y="107"/>
                </a:moveTo>
                <a:cubicBezTo>
                  <a:pt x="1592" y="104"/>
                  <a:pt x="1603" y="106"/>
                  <a:pt x="1608" y="104"/>
                </a:cubicBezTo>
                <a:cubicBezTo>
                  <a:pt x="1586" y="103"/>
                  <a:pt x="1586" y="104"/>
                  <a:pt x="1581" y="97"/>
                </a:cubicBezTo>
                <a:cubicBezTo>
                  <a:pt x="1586" y="96"/>
                  <a:pt x="1592" y="98"/>
                  <a:pt x="1597" y="100"/>
                </a:cubicBezTo>
                <a:cubicBezTo>
                  <a:pt x="1603" y="98"/>
                  <a:pt x="1597" y="97"/>
                  <a:pt x="1597" y="97"/>
                </a:cubicBezTo>
                <a:cubicBezTo>
                  <a:pt x="1603" y="96"/>
                  <a:pt x="1613" y="98"/>
                  <a:pt x="1608" y="100"/>
                </a:cubicBezTo>
                <a:cubicBezTo>
                  <a:pt x="1608" y="101"/>
                  <a:pt x="1613" y="103"/>
                  <a:pt x="1619" y="101"/>
                </a:cubicBezTo>
                <a:cubicBezTo>
                  <a:pt x="1630" y="106"/>
                  <a:pt x="1603" y="107"/>
                  <a:pt x="1597" y="107"/>
                </a:cubicBezTo>
                <a:moveTo>
                  <a:pt x="1802" y="93"/>
                </a:moveTo>
                <a:cubicBezTo>
                  <a:pt x="1781" y="96"/>
                  <a:pt x="1765" y="96"/>
                  <a:pt x="1748" y="92"/>
                </a:cubicBezTo>
                <a:cubicBezTo>
                  <a:pt x="1765" y="89"/>
                  <a:pt x="1797" y="92"/>
                  <a:pt x="1781" y="83"/>
                </a:cubicBezTo>
                <a:cubicBezTo>
                  <a:pt x="1792" y="79"/>
                  <a:pt x="1797" y="87"/>
                  <a:pt x="1808" y="89"/>
                </a:cubicBezTo>
                <a:cubicBezTo>
                  <a:pt x="1802" y="90"/>
                  <a:pt x="1797" y="92"/>
                  <a:pt x="1802" y="93"/>
                </a:cubicBezTo>
                <a:moveTo>
                  <a:pt x="1873" y="76"/>
                </a:moveTo>
                <a:cubicBezTo>
                  <a:pt x="1862" y="70"/>
                  <a:pt x="1867" y="66"/>
                  <a:pt x="1862" y="62"/>
                </a:cubicBezTo>
                <a:cubicBezTo>
                  <a:pt x="1894" y="60"/>
                  <a:pt x="1894" y="70"/>
                  <a:pt x="1873" y="76"/>
                </a:cubicBezTo>
                <a:moveTo>
                  <a:pt x="1921" y="48"/>
                </a:moveTo>
                <a:cubicBezTo>
                  <a:pt x="1937" y="53"/>
                  <a:pt x="1916" y="56"/>
                  <a:pt x="1921" y="60"/>
                </a:cubicBezTo>
                <a:cubicBezTo>
                  <a:pt x="1910" y="62"/>
                  <a:pt x="1905" y="59"/>
                  <a:pt x="1900" y="57"/>
                </a:cubicBezTo>
                <a:cubicBezTo>
                  <a:pt x="1927" y="55"/>
                  <a:pt x="1900" y="50"/>
                  <a:pt x="1921" y="48"/>
                </a:cubicBezTo>
                <a:moveTo>
                  <a:pt x="1835" y="69"/>
                </a:moveTo>
                <a:cubicBezTo>
                  <a:pt x="1824" y="73"/>
                  <a:pt x="1808" y="77"/>
                  <a:pt x="1829" y="83"/>
                </a:cubicBezTo>
                <a:cubicBezTo>
                  <a:pt x="1802" y="83"/>
                  <a:pt x="1802" y="72"/>
                  <a:pt x="1802" y="67"/>
                </a:cubicBezTo>
                <a:cubicBezTo>
                  <a:pt x="1781" y="66"/>
                  <a:pt x="1781" y="67"/>
                  <a:pt x="1765" y="72"/>
                </a:cubicBezTo>
                <a:cubicBezTo>
                  <a:pt x="1759" y="69"/>
                  <a:pt x="1786" y="66"/>
                  <a:pt x="1775" y="62"/>
                </a:cubicBezTo>
                <a:cubicBezTo>
                  <a:pt x="1786" y="62"/>
                  <a:pt x="1819" y="70"/>
                  <a:pt x="1813" y="62"/>
                </a:cubicBezTo>
                <a:cubicBezTo>
                  <a:pt x="1829" y="59"/>
                  <a:pt x="1813" y="66"/>
                  <a:pt x="1835" y="69"/>
                </a:cubicBezTo>
                <a:moveTo>
                  <a:pt x="1878" y="40"/>
                </a:moveTo>
                <a:cubicBezTo>
                  <a:pt x="1873" y="48"/>
                  <a:pt x="1851" y="52"/>
                  <a:pt x="1824" y="57"/>
                </a:cubicBezTo>
                <a:cubicBezTo>
                  <a:pt x="1829" y="48"/>
                  <a:pt x="1851" y="42"/>
                  <a:pt x="1878" y="36"/>
                </a:cubicBezTo>
                <a:cubicBezTo>
                  <a:pt x="1883" y="39"/>
                  <a:pt x="1845" y="46"/>
                  <a:pt x="1878" y="40"/>
                </a:cubicBezTo>
                <a:moveTo>
                  <a:pt x="1792" y="52"/>
                </a:moveTo>
                <a:cubicBezTo>
                  <a:pt x="1786" y="42"/>
                  <a:pt x="1797" y="36"/>
                  <a:pt x="1813" y="32"/>
                </a:cubicBezTo>
                <a:cubicBezTo>
                  <a:pt x="1808" y="38"/>
                  <a:pt x="1824" y="43"/>
                  <a:pt x="1792" y="52"/>
                </a:cubicBezTo>
                <a:moveTo>
                  <a:pt x="1792" y="33"/>
                </a:moveTo>
                <a:cubicBezTo>
                  <a:pt x="1781" y="33"/>
                  <a:pt x="1775" y="35"/>
                  <a:pt x="1775" y="36"/>
                </a:cubicBezTo>
                <a:cubicBezTo>
                  <a:pt x="1770" y="38"/>
                  <a:pt x="1765" y="33"/>
                  <a:pt x="1754" y="36"/>
                </a:cubicBezTo>
                <a:cubicBezTo>
                  <a:pt x="1754" y="38"/>
                  <a:pt x="1754" y="39"/>
                  <a:pt x="1743" y="40"/>
                </a:cubicBezTo>
                <a:cubicBezTo>
                  <a:pt x="1732" y="36"/>
                  <a:pt x="1754" y="32"/>
                  <a:pt x="1759" y="28"/>
                </a:cubicBezTo>
                <a:cubicBezTo>
                  <a:pt x="1770" y="32"/>
                  <a:pt x="1781" y="29"/>
                  <a:pt x="1792" y="33"/>
                </a:cubicBezTo>
                <a:moveTo>
                  <a:pt x="1721" y="38"/>
                </a:moveTo>
                <a:cubicBezTo>
                  <a:pt x="1711" y="40"/>
                  <a:pt x="1705" y="39"/>
                  <a:pt x="1711" y="38"/>
                </a:cubicBezTo>
                <a:cubicBezTo>
                  <a:pt x="1711" y="35"/>
                  <a:pt x="1673" y="43"/>
                  <a:pt x="1694" y="40"/>
                </a:cubicBezTo>
                <a:cubicBezTo>
                  <a:pt x="1705" y="45"/>
                  <a:pt x="1673" y="43"/>
                  <a:pt x="1667" y="39"/>
                </a:cubicBezTo>
                <a:cubicBezTo>
                  <a:pt x="1689" y="33"/>
                  <a:pt x="1705" y="32"/>
                  <a:pt x="1721" y="38"/>
                </a:cubicBezTo>
                <a:moveTo>
                  <a:pt x="1640" y="42"/>
                </a:moveTo>
                <a:cubicBezTo>
                  <a:pt x="1630" y="52"/>
                  <a:pt x="1662" y="48"/>
                  <a:pt x="1667" y="56"/>
                </a:cubicBezTo>
                <a:cubicBezTo>
                  <a:pt x="1678" y="46"/>
                  <a:pt x="1705" y="50"/>
                  <a:pt x="1743" y="43"/>
                </a:cubicBezTo>
                <a:cubicBezTo>
                  <a:pt x="1743" y="46"/>
                  <a:pt x="1737" y="49"/>
                  <a:pt x="1743" y="50"/>
                </a:cubicBezTo>
                <a:cubicBezTo>
                  <a:pt x="1727" y="53"/>
                  <a:pt x="1689" y="49"/>
                  <a:pt x="1700" y="57"/>
                </a:cubicBezTo>
                <a:cubicBezTo>
                  <a:pt x="1694" y="59"/>
                  <a:pt x="1662" y="53"/>
                  <a:pt x="1667" y="59"/>
                </a:cubicBezTo>
                <a:cubicBezTo>
                  <a:pt x="1651" y="55"/>
                  <a:pt x="1630" y="59"/>
                  <a:pt x="1613" y="55"/>
                </a:cubicBezTo>
                <a:cubicBezTo>
                  <a:pt x="1640" y="50"/>
                  <a:pt x="1603" y="45"/>
                  <a:pt x="1640" y="42"/>
                </a:cubicBezTo>
                <a:moveTo>
                  <a:pt x="1500" y="70"/>
                </a:moveTo>
                <a:cubicBezTo>
                  <a:pt x="1489" y="70"/>
                  <a:pt x="1484" y="69"/>
                  <a:pt x="1473" y="66"/>
                </a:cubicBezTo>
                <a:cubicBezTo>
                  <a:pt x="1489" y="63"/>
                  <a:pt x="1495" y="64"/>
                  <a:pt x="1495" y="69"/>
                </a:cubicBezTo>
                <a:cubicBezTo>
                  <a:pt x="1495" y="59"/>
                  <a:pt x="1527" y="64"/>
                  <a:pt x="1532" y="62"/>
                </a:cubicBezTo>
                <a:cubicBezTo>
                  <a:pt x="1565" y="66"/>
                  <a:pt x="1522" y="64"/>
                  <a:pt x="1500" y="70"/>
                </a:cubicBezTo>
                <a:moveTo>
                  <a:pt x="1608" y="35"/>
                </a:moveTo>
                <a:cubicBezTo>
                  <a:pt x="1635" y="35"/>
                  <a:pt x="1592" y="45"/>
                  <a:pt x="1592" y="49"/>
                </a:cubicBezTo>
                <a:cubicBezTo>
                  <a:pt x="1575" y="48"/>
                  <a:pt x="1559" y="52"/>
                  <a:pt x="1543" y="46"/>
                </a:cubicBezTo>
                <a:cubicBezTo>
                  <a:pt x="1554" y="45"/>
                  <a:pt x="1559" y="43"/>
                  <a:pt x="1554" y="40"/>
                </a:cubicBezTo>
                <a:cubicBezTo>
                  <a:pt x="1575" y="49"/>
                  <a:pt x="1586" y="36"/>
                  <a:pt x="1608" y="35"/>
                </a:cubicBezTo>
                <a:moveTo>
                  <a:pt x="1468" y="66"/>
                </a:moveTo>
                <a:cubicBezTo>
                  <a:pt x="1452" y="72"/>
                  <a:pt x="1441" y="67"/>
                  <a:pt x="1430" y="70"/>
                </a:cubicBezTo>
                <a:cubicBezTo>
                  <a:pt x="1414" y="63"/>
                  <a:pt x="1457" y="62"/>
                  <a:pt x="1468" y="66"/>
                </a:cubicBezTo>
                <a:moveTo>
                  <a:pt x="1241" y="106"/>
                </a:moveTo>
                <a:cubicBezTo>
                  <a:pt x="1246" y="107"/>
                  <a:pt x="1241" y="107"/>
                  <a:pt x="1241" y="108"/>
                </a:cubicBezTo>
                <a:cubicBezTo>
                  <a:pt x="1235" y="108"/>
                  <a:pt x="1235" y="110"/>
                  <a:pt x="1241" y="111"/>
                </a:cubicBezTo>
                <a:cubicBezTo>
                  <a:pt x="1230" y="111"/>
                  <a:pt x="1209" y="100"/>
                  <a:pt x="1182" y="101"/>
                </a:cubicBezTo>
                <a:cubicBezTo>
                  <a:pt x="1182" y="94"/>
                  <a:pt x="1219" y="84"/>
                  <a:pt x="1241" y="93"/>
                </a:cubicBezTo>
                <a:cubicBezTo>
                  <a:pt x="1235" y="93"/>
                  <a:pt x="1230" y="92"/>
                  <a:pt x="1225" y="90"/>
                </a:cubicBezTo>
                <a:cubicBezTo>
                  <a:pt x="1219" y="92"/>
                  <a:pt x="1230" y="93"/>
                  <a:pt x="1230" y="94"/>
                </a:cubicBezTo>
                <a:cubicBezTo>
                  <a:pt x="1214" y="96"/>
                  <a:pt x="1203" y="94"/>
                  <a:pt x="1182" y="98"/>
                </a:cubicBezTo>
                <a:cubicBezTo>
                  <a:pt x="1192" y="101"/>
                  <a:pt x="1209" y="96"/>
                  <a:pt x="1219" y="97"/>
                </a:cubicBezTo>
                <a:cubicBezTo>
                  <a:pt x="1219" y="101"/>
                  <a:pt x="1214" y="108"/>
                  <a:pt x="1241" y="106"/>
                </a:cubicBezTo>
                <a:moveTo>
                  <a:pt x="1381" y="69"/>
                </a:moveTo>
                <a:cubicBezTo>
                  <a:pt x="1376" y="76"/>
                  <a:pt x="1371" y="66"/>
                  <a:pt x="1360" y="63"/>
                </a:cubicBezTo>
                <a:cubicBezTo>
                  <a:pt x="1376" y="59"/>
                  <a:pt x="1392" y="59"/>
                  <a:pt x="1408" y="63"/>
                </a:cubicBezTo>
                <a:cubicBezTo>
                  <a:pt x="1414" y="67"/>
                  <a:pt x="1397" y="63"/>
                  <a:pt x="1392" y="62"/>
                </a:cubicBezTo>
                <a:cubicBezTo>
                  <a:pt x="1381" y="64"/>
                  <a:pt x="1376" y="66"/>
                  <a:pt x="1381" y="69"/>
                </a:cubicBezTo>
                <a:moveTo>
                  <a:pt x="1511" y="39"/>
                </a:moveTo>
                <a:cubicBezTo>
                  <a:pt x="1538" y="25"/>
                  <a:pt x="1575" y="38"/>
                  <a:pt x="1511" y="39"/>
                </a:cubicBezTo>
                <a:moveTo>
                  <a:pt x="1495" y="31"/>
                </a:moveTo>
                <a:cubicBezTo>
                  <a:pt x="1511" y="29"/>
                  <a:pt x="1500" y="40"/>
                  <a:pt x="1500" y="45"/>
                </a:cubicBezTo>
                <a:cubicBezTo>
                  <a:pt x="1479" y="48"/>
                  <a:pt x="1495" y="39"/>
                  <a:pt x="1489" y="38"/>
                </a:cubicBezTo>
                <a:cubicBezTo>
                  <a:pt x="1468" y="33"/>
                  <a:pt x="1473" y="42"/>
                  <a:pt x="1457" y="43"/>
                </a:cubicBezTo>
                <a:cubicBezTo>
                  <a:pt x="1435" y="33"/>
                  <a:pt x="1495" y="35"/>
                  <a:pt x="1495" y="31"/>
                </a:cubicBezTo>
                <a:moveTo>
                  <a:pt x="1435" y="45"/>
                </a:moveTo>
                <a:cubicBezTo>
                  <a:pt x="1452" y="50"/>
                  <a:pt x="1441" y="56"/>
                  <a:pt x="1462" y="49"/>
                </a:cubicBezTo>
                <a:cubicBezTo>
                  <a:pt x="1479" y="57"/>
                  <a:pt x="1435" y="55"/>
                  <a:pt x="1419" y="56"/>
                </a:cubicBezTo>
                <a:cubicBezTo>
                  <a:pt x="1408" y="50"/>
                  <a:pt x="1403" y="53"/>
                  <a:pt x="1397" y="48"/>
                </a:cubicBezTo>
                <a:cubicBezTo>
                  <a:pt x="1414" y="46"/>
                  <a:pt x="1425" y="46"/>
                  <a:pt x="1435" y="45"/>
                </a:cubicBezTo>
                <a:moveTo>
                  <a:pt x="1333" y="57"/>
                </a:moveTo>
                <a:cubicBezTo>
                  <a:pt x="1344" y="62"/>
                  <a:pt x="1311" y="64"/>
                  <a:pt x="1317" y="69"/>
                </a:cubicBezTo>
                <a:cubicBezTo>
                  <a:pt x="1311" y="70"/>
                  <a:pt x="1306" y="67"/>
                  <a:pt x="1311" y="66"/>
                </a:cubicBezTo>
                <a:cubicBezTo>
                  <a:pt x="1306" y="64"/>
                  <a:pt x="1300" y="64"/>
                  <a:pt x="1300" y="66"/>
                </a:cubicBezTo>
                <a:cubicBezTo>
                  <a:pt x="1295" y="63"/>
                  <a:pt x="1300" y="63"/>
                  <a:pt x="1306" y="64"/>
                </a:cubicBezTo>
                <a:cubicBezTo>
                  <a:pt x="1327" y="62"/>
                  <a:pt x="1317" y="57"/>
                  <a:pt x="1333" y="57"/>
                </a:cubicBezTo>
                <a:moveTo>
                  <a:pt x="1031" y="103"/>
                </a:moveTo>
                <a:cubicBezTo>
                  <a:pt x="1025" y="97"/>
                  <a:pt x="1031" y="100"/>
                  <a:pt x="1014" y="104"/>
                </a:cubicBezTo>
                <a:cubicBezTo>
                  <a:pt x="1009" y="100"/>
                  <a:pt x="1009" y="97"/>
                  <a:pt x="1020" y="94"/>
                </a:cubicBezTo>
                <a:cubicBezTo>
                  <a:pt x="1041" y="94"/>
                  <a:pt x="1052" y="100"/>
                  <a:pt x="1031" y="103"/>
                </a:cubicBezTo>
                <a:moveTo>
                  <a:pt x="1160" y="74"/>
                </a:moveTo>
                <a:cubicBezTo>
                  <a:pt x="1155" y="76"/>
                  <a:pt x="1149" y="74"/>
                  <a:pt x="1149" y="73"/>
                </a:cubicBezTo>
                <a:cubicBezTo>
                  <a:pt x="1144" y="72"/>
                  <a:pt x="1138" y="73"/>
                  <a:pt x="1138" y="73"/>
                </a:cubicBezTo>
                <a:cubicBezTo>
                  <a:pt x="1122" y="72"/>
                  <a:pt x="1176" y="69"/>
                  <a:pt x="1144" y="69"/>
                </a:cubicBezTo>
                <a:cubicBezTo>
                  <a:pt x="1144" y="63"/>
                  <a:pt x="1192" y="67"/>
                  <a:pt x="1198" y="57"/>
                </a:cubicBezTo>
                <a:cubicBezTo>
                  <a:pt x="1209" y="63"/>
                  <a:pt x="1225" y="56"/>
                  <a:pt x="1235" y="63"/>
                </a:cubicBezTo>
                <a:cubicBezTo>
                  <a:pt x="1209" y="64"/>
                  <a:pt x="1160" y="64"/>
                  <a:pt x="1160" y="74"/>
                </a:cubicBezTo>
                <a:moveTo>
                  <a:pt x="1397" y="40"/>
                </a:moveTo>
                <a:cubicBezTo>
                  <a:pt x="1365" y="39"/>
                  <a:pt x="1365" y="52"/>
                  <a:pt x="1333" y="50"/>
                </a:cubicBezTo>
                <a:cubicBezTo>
                  <a:pt x="1327" y="48"/>
                  <a:pt x="1371" y="33"/>
                  <a:pt x="1371" y="40"/>
                </a:cubicBezTo>
                <a:cubicBezTo>
                  <a:pt x="1376" y="38"/>
                  <a:pt x="1387" y="35"/>
                  <a:pt x="1381" y="31"/>
                </a:cubicBezTo>
                <a:cubicBezTo>
                  <a:pt x="1408" y="29"/>
                  <a:pt x="1381" y="38"/>
                  <a:pt x="1397" y="40"/>
                </a:cubicBezTo>
                <a:moveTo>
                  <a:pt x="1273" y="40"/>
                </a:moveTo>
                <a:cubicBezTo>
                  <a:pt x="1290" y="46"/>
                  <a:pt x="1263" y="49"/>
                  <a:pt x="1279" y="55"/>
                </a:cubicBezTo>
                <a:cubicBezTo>
                  <a:pt x="1268" y="56"/>
                  <a:pt x="1268" y="53"/>
                  <a:pt x="1273" y="53"/>
                </a:cubicBezTo>
                <a:cubicBezTo>
                  <a:pt x="1263" y="49"/>
                  <a:pt x="1246" y="60"/>
                  <a:pt x="1241" y="52"/>
                </a:cubicBezTo>
                <a:cubicBezTo>
                  <a:pt x="1241" y="50"/>
                  <a:pt x="1246" y="52"/>
                  <a:pt x="1252" y="52"/>
                </a:cubicBezTo>
                <a:cubicBezTo>
                  <a:pt x="1279" y="49"/>
                  <a:pt x="1241" y="43"/>
                  <a:pt x="1273" y="40"/>
                </a:cubicBezTo>
                <a:moveTo>
                  <a:pt x="1095" y="76"/>
                </a:moveTo>
                <a:cubicBezTo>
                  <a:pt x="1095" y="80"/>
                  <a:pt x="1106" y="83"/>
                  <a:pt x="1106" y="87"/>
                </a:cubicBezTo>
                <a:cubicBezTo>
                  <a:pt x="1095" y="92"/>
                  <a:pt x="1068" y="82"/>
                  <a:pt x="1090" y="90"/>
                </a:cubicBezTo>
                <a:cubicBezTo>
                  <a:pt x="1079" y="92"/>
                  <a:pt x="1057" y="86"/>
                  <a:pt x="1079" y="93"/>
                </a:cubicBezTo>
                <a:cubicBezTo>
                  <a:pt x="1063" y="92"/>
                  <a:pt x="1036" y="93"/>
                  <a:pt x="1036" y="86"/>
                </a:cubicBezTo>
                <a:cubicBezTo>
                  <a:pt x="1074" y="92"/>
                  <a:pt x="1068" y="83"/>
                  <a:pt x="1095" y="76"/>
                </a:cubicBezTo>
                <a:moveTo>
                  <a:pt x="442" y="86"/>
                </a:moveTo>
                <a:cubicBezTo>
                  <a:pt x="410" y="84"/>
                  <a:pt x="442" y="73"/>
                  <a:pt x="404" y="83"/>
                </a:cubicBezTo>
                <a:cubicBezTo>
                  <a:pt x="399" y="77"/>
                  <a:pt x="447" y="72"/>
                  <a:pt x="480" y="66"/>
                </a:cubicBezTo>
                <a:cubicBezTo>
                  <a:pt x="485" y="70"/>
                  <a:pt x="485" y="73"/>
                  <a:pt x="491" y="76"/>
                </a:cubicBezTo>
                <a:cubicBezTo>
                  <a:pt x="458" y="77"/>
                  <a:pt x="447" y="77"/>
                  <a:pt x="442" y="86"/>
                </a:cubicBezTo>
                <a:moveTo>
                  <a:pt x="572" y="53"/>
                </a:moveTo>
                <a:cubicBezTo>
                  <a:pt x="593" y="49"/>
                  <a:pt x="572" y="62"/>
                  <a:pt x="588" y="57"/>
                </a:cubicBezTo>
                <a:cubicBezTo>
                  <a:pt x="593" y="60"/>
                  <a:pt x="577" y="62"/>
                  <a:pt x="572" y="63"/>
                </a:cubicBezTo>
                <a:cubicBezTo>
                  <a:pt x="550" y="60"/>
                  <a:pt x="577" y="57"/>
                  <a:pt x="572" y="53"/>
                </a:cubicBezTo>
                <a:moveTo>
                  <a:pt x="431" y="98"/>
                </a:moveTo>
                <a:cubicBezTo>
                  <a:pt x="404" y="94"/>
                  <a:pt x="464" y="87"/>
                  <a:pt x="475" y="94"/>
                </a:cubicBezTo>
                <a:cubicBezTo>
                  <a:pt x="458" y="98"/>
                  <a:pt x="447" y="92"/>
                  <a:pt x="431" y="98"/>
                </a:cubicBezTo>
                <a:moveTo>
                  <a:pt x="815" y="60"/>
                </a:moveTo>
                <a:cubicBezTo>
                  <a:pt x="842" y="53"/>
                  <a:pt x="815" y="53"/>
                  <a:pt x="858" y="52"/>
                </a:cubicBezTo>
                <a:cubicBezTo>
                  <a:pt x="858" y="53"/>
                  <a:pt x="852" y="53"/>
                  <a:pt x="852" y="53"/>
                </a:cubicBezTo>
                <a:cubicBezTo>
                  <a:pt x="842" y="55"/>
                  <a:pt x="852" y="56"/>
                  <a:pt x="858" y="59"/>
                </a:cubicBezTo>
                <a:cubicBezTo>
                  <a:pt x="842" y="63"/>
                  <a:pt x="831" y="57"/>
                  <a:pt x="815" y="60"/>
                </a:cubicBezTo>
                <a:moveTo>
                  <a:pt x="653" y="96"/>
                </a:moveTo>
                <a:cubicBezTo>
                  <a:pt x="663" y="97"/>
                  <a:pt x="669" y="100"/>
                  <a:pt x="674" y="101"/>
                </a:cubicBezTo>
                <a:cubicBezTo>
                  <a:pt x="653" y="107"/>
                  <a:pt x="626" y="98"/>
                  <a:pt x="653" y="96"/>
                </a:cubicBezTo>
                <a:moveTo>
                  <a:pt x="917" y="56"/>
                </a:moveTo>
                <a:cubicBezTo>
                  <a:pt x="928" y="63"/>
                  <a:pt x="917" y="63"/>
                  <a:pt x="890" y="67"/>
                </a:cubicBezTo>
                <a:cubicBezTo>
                  <a:pt x="869" y="62"/>
                  <a:pt x="912" y="60"/>
                  <a:pt x="917" y="56"/>
                </a:cubicBezTo>
                <a:moveTo>
                  <a:pt x="723" y="108"/>
                </a:moveTo>
                <a:cubicBezTo>
                  <a:pt x="712" y="106"/>
                  <a:pt x="717" y="104"/>
                  <a:pt x="712" y="101"/>
                </a:cubicBezTo>
                <a:cubicBezTo>
                  <a:pt x="723" y="101"/>
                  <a:pt x="728" y="100"/>
                  <a:pt x="739" y="98"/>
                </a:cubicBezTo>
                <a:cubicBezTo>
                  <a:pt x="755" y="101"/>
                  <a:pt x="750" y="103"/>
                  <a:pt x="755" y="106"/>
                </a:cubicBezTo>
                <a:cubicBezTo>
                  <a:pt x="744" y="108"/>
                  <a:pt x="734" y="106"/>
                  <a:pt x="723" y="108"/>
                </a:cubicBezTo>
                <a:moveTo>
                  <a:pt x="766" y="100"/>
                </a:moveTo>
                <a:cubicBezTo>
                  <a:pt x="766" y="92"/>
                  <a:pt x="787" y="100"/>
                  <a:pt x="820" y="94"/>
                </a:cubicBezTo>
                <a:cubicBezTo>
                  <a:pt x="809" y="94"/>
                  <a:pt x="798" y="96"/>
                  <a:pt x="793" y="93"/>
                </a:cubicBezTo>
                <a:cubicBezTo>
                  <a:pt x="804" y="90"/>
                  <a:pt x="815" y="90"/>
                  <a:pt x="825" y="93"/>
                </a:cubicBezTo>
                <a:cubicBezTo>
                  <a:pt x="820" y="101"/>
                  <a:pt x="787" y="96"/>
                  <a:pt x="766" y="100"/>
                </a:cubicBezTo>
                <a:moveTo>
                  <a:pt x="858" y="89"/>
                </a:moveTo>
                <a:cubicBezTo>
                  <a:pt x="852" y="86"/>
                  <a:pt x="874" y="89"/>
                  <a:pt x="869" y="84"/>
                </a:cubicBezTo>
                <a:cubicBezTo>
                  <a:pt x="890" y="90"/>
                  <a:pt x="869" y="97"/>
                  <a:pt x="874" y="104"/>
                </a:cubicBezTo>
                <a:cubicBezTo>
                  <a:pt x="858" y="100"/>
                  <a:pt x="869" y="90"/>
                  <a:pt x="858" y="89"/>
                </a:cubicBezTo>
                <a:moveTo>
                  <a:pt x="1052" y="52"/>
                </a:moveTo>
                <a:cubicBezTo>
                  <a:pt x="1031" y="48"/>
                  <a:pt x="1074" y="42"/>
                  <a:pt x="1084" y="43"/>
                </a:cubicBezTo>
                <a:cubicBezTo>
                  <a:pt x="1095" y="50"/>
                  <a:pt x="1068" y="48"/>
                  <a:pt x="1052" y="52"/>
                </a:cubicBezTo>
                <a:moveTo>
                  <a:pt x="1235" y="40"/>
                </a:moveTo>
                <a:cubicBezTo>
                  <a:pt x="1225" y="43"/>
                  <a:pt x="1214" y="40"/>
                  <a:pt x="1203" y="43"/>
                </a:cubicBezTo>
                <a:cubicBezTo>
                  <a:pt x="1192" y="46"/>
                  <a:pt x="1230" y="39"/>
                  <a:pt x="1209" y="35"/>
                </a:cubicBezTo>
                <a:cubicBezTo>
                  <a:pt x="1219" y="33"/>
                  <a:pt x="1230" y="31"/>
                  <a:pt x="1241" y="29"/>
                </a:cubicBezTo>
                <a:cubicBezTo>
                  <a:pt x="1225" y="29"/>
                  <a:pt x="1225" y="26"/>
                  <a:pt x="1235" y="25"/>
                </a:cubicBezTo>
                <a:cubicBezTo>
                  <a:pt x="1257" y="31"/>
                  <a:pt x="1219" y="35"/>
                  <a:pt x="1235" y="40"/>
                </a:cubicBezTo>
                <a:moveTo>
                  <a:pt x="982" y="72"/>
                </a:moveTo>
                <a:cubicBezTo>
                  <a:pt x="998" y="70"/>
                  <a:pt x="971" y="79"/>
                  <a:pt x="977" y="83"/>
                </a:cubicBezTo>
                <a:cubicBezTo>
                  <a:pt x="960" y="86"/>
                  <a:pt x="944" y="79"/>
                  <a:pt x="966" y="74"/>
                </a:cubicBezTo>
                <a:cubicBezTo>
                  <a:pt x="971" y="83"/>
                  <a:pt x="966" y="74"/>
                  <a:pt x="982" y="72"/>
                </a:cubicBezTo>
                <a:moveTo>
                  <a:pt x="1144" y="33"/>
                </a:moveTo>
                <a:cubicBezTo>
                  <a:pt x="1176" y="35"/>
                  <a:pt x="1127" y="38"/>
                  <a:pt x="1111" y="42"/>
                </a:cubicBezTo>
                <a:cubicBezTo>
                  <a:pt x="1111" y="40"/>
                  <a:pt x="1111" y="39"/>
                  <a:pt x="1106" y="36"/>
                </a:cubicBezTo>
                <a:cubicBezTo>
                  <a:pt x="1117" y="29"/>
                  <a:pt x="1149" y="42"/>
                  <a:pt x="1144" y="33"/>
                </a:cubicBezTo>
                <a:moveTo>
                  <a:pt x="993" y="62"/>
                </a:moveTo>
                <a:cubicBezTo>
                  <a:pt x="982" y="67"/>
                  <a:pt x="950" y="59"/>
                  <a:pt x="955" y="67"/>
                </a:cubicBezTo>
                <a:cubicBezTo>
                  <a:pt x="928" y="69"/>
                  <a:pt x="944" y="62"/>
                  <a:pt x="960" y="60"/>
                </a:cubicBezTo>
                <a:cubicBezTo>
                  <a:pt x="950" y="57"/>
                  <a:pt x="939" y="62"/>
                  <a:pt x="928" y="56"/>
                </a:cubicBezTo>
                <a:cubicBezTo>
                  <a:pt x="939" y="53"/>
                  <a:pt x="950" y="56"/>
                  <a:pt x="939" y="57"/>
                </a:cubicBezTo>
                <a:cubicBezTo>
                  <a:pt x="966" y="60"/>
                  <a:pt x="971" y="52"/>
                  <a:pt x="987" y="53"/>
                </a:cubicBezTo>
                <a:cubicBezTo>
                  <a:pt x="993" y="56"/>
                  <a:pt x="971" y="57"/>
                  <a:pt x="993" y="62"/>
                </a:cubicBezTo>
                <a:moveTo>
                  <a:pt x="1047" y="25"/>
                </a:moveTo>
                <a:cubicBezTo>
                  <a:pt x="1063" y="23"/>
                  <a:pt x="1074" y="23"/>
                  <a:pt x="1084" y="22"/>
                </a:cubicBezTo>
                <a:cubicBezTo>
                  <a:pt x="1106" y="33"/>
                  <a:pt x="1052" y="28"/>
                  <a:pt x="1047" y="40"/>
                </a:cubicBezTo>
                <a:cubicBezTo>
                  <a:pt x="1025" y="40"/>
                  <a:pt x="1025" y="38"/>
                  <a:pt x="1025" y="32"/>
                </a:cubicBezTo>
                <a:cubicBezTo>
                  <a:pt x="1020" y="36"/>
                  <a:pt x="1014" y="36"/>
                  <a:pt x="1009" y="33"/>
                </a:cubicBezTo>
                <a:cubicBezTo>
                  <a:pt x="1025" y="32"/>
                  <a:pt x="1047" y="31"/>
                  <a:pt x="1063" y="29"/>
                </a:cubicBezTo>
                <a:cubicBezTo>
                  <a:pt x="1068" y="26"/>
                  <a:pt x="1057" y="28"/>
                  <a:pt x="1047" y="25"/>
                </a:cubicBezTo>
                <a:moveTo>
                  <a:pt x="998" y="43"/>
                </a:moveTo>
                <a:cubicBezTo>
                  <a:pt x="982" y="45"/>
                  <a:pt x="955" y="43"/>
                  <a:pt x="955" y="39"/>
                </a:cubicBezTo>
                <a:cubicBezTo>
                  <a:pt x="971" y="35"/>
                  <a:pt x="998" y="39"/>
                  <a:pt x="998" y="43"/>
                </a:cubicBezTo>
                <a:moveTo>
                  <a:pt x="912" y="48"/>
                </a:moveTo>
                <a:cubicBezTo>
                  <a:pt x="885" y="42"/>
                  <a:pt x="923" y="39"/>
                  <a:pt x="912" y="35"/>
                </a:cubicBezTo>
                <a:cubicBezTo>
                  <a:pt x="923" y="33"/>
                  <a:pt x="923" y="45"/>
                  <a:pt x="912" y="48"/>
                </a:cubicBezTo>
                <a:moveTo>
                  <a:pt x="647" y="89"/>
                </a:moveTo>
                <a:cubicBezTo>
                  <a:pt x="653" y="93"/>
                  <a:pt x="642" y="90"/>
                  <a:pt x="637" y="89"/>
                </a:cubicBezTo>
                <a:cubicBezTo>
                  <a:pt x="615" y="94"/>
                  <a:pt x="615" y="110"/>
                  <a:pt x="577" y="98"/>
                </a:cubicBezTo>
                <a:cubicBezTo>
                  <a:pt x="610" y="96"/>
                  <a:pt x="604" y="92"/>
                  <a:pt x="615" y="86"/>
                </a:cubicBezTo>
                <a:cubicBezTo>
                  <a:pt x="626" y="83"/>
                  <a:pt x="637" y="90"/>
                  <a:pt x="647" y="89"/>
                </a:cubicBezTo>
                <a:moveTo>
                  <a:pt x="739" y="62"/>
                </a:moveTo>
                <a:cubicBezTo>
                  <a:pt x="734" y="63"/>
                  <a:pt x="739" y="63"/>
                  <a:pt x="739" y="64"/>
                </a:cubicBezTo>
                <a:cubicBezTo>
                  <a:pt x="707" y="63"/>
                  <a:pt x="755" y="60"/>
                  <a:pt x="761" y="56"/>
                </a:cubicBezTo>
                <a:cubicBezTo>
                  <a:pt x="782" y="60"/>
                  <a:pt x="755" y="64"/>
                  <a:pt x="739" y="62"/>
                </a:cubicBezTo>
                <a:moveTo>
                  <a:pt x="863" y="40"/>
                </a:moveTo>
                <a:cubicBezTo>
                  <a:pt x="847" y="42"/>
                  <a:pt x="836" y="45"/>
                  <a:pt x="825" y="48"/>
                </a:cubicBezTo>
                <a:cubicBezTo>
                  <a:pt x="815" y="42"/>
                  <a:pt x="842" y="38"/>
                  <a:pt x="842" y="33"/>
                </a:cubicBezTo>
                <a:cubicBezTo>
                  <a:pt x="863" y="35"/>
                  <a:pt x="847" y="36"/>
                  <a:pt x="863" y="40"/>
                </a:cubicBezTo>
                <a:moveTo>
                  <a:pt x="637" y="76"/>
                </a:moveTo>
                <a:cubicBezTo>
                  <a:pt x="653" y="77"/>
                  <a:pt x="653" y="70"/>
                  <a:pt x="674" y="73"/>
                </a:cubicBezTo>
                <a:cubicBezTo>
                  <a:pt x="680" y="82"/>
                  <a:pt x="642" y="79"/>
                  <a:pt x="626" y="83"/>
                </a:cubicBezTo>
                <a:cubicBezTo>
                  <a:pt x="620" y="80"/>
                  <a:pt x="615" y="79"/>
                  <a:pt x="610" y="76"/>
                </a:cubicBezTo>
                <a:cubicBezTo>
                  <a:pt x="620" y="72"/>
                  <a:pt x="626" y="69"/>
                  <a:pt x="631" y="67"/>
                </a:cubicBezTo>
                <a:cubicBezTo>
                  <a:pt x="653" y="64"/>
                  <a:pt x="626" y="73"/>
                  <a:pt x="637" y="76"/>
                </a:cubicBezTo>
                <a:moveTo>
                  <a:pt x="669" y="50"/>
                </a:moveTo>
                <a:cubicBezTo>
                  <a:pt x="690" y="56"/>
                  <a:pt x="669" y="60"/>
                  <a:pt x="669" y="64"/>
                </a:cubicBezTo>
                <a:cubicBezTo>
                  <a:pt x="663" y="64"/>
                  <a:pt x="663" y="63"/>
                  <a:pt x="663" y="62"/>
                </a:cubicBezTo>
                <a:cubicBezTo>
                  <a:pt x="658" y="62"/>
                  <a:pt x="647" y="62"/>
                  <a:pt x="637" y="63"/>
                </a:cubicBezTo>
                <a:cubicBezTo>
                  <a:pt x="631" y="59"/>
                  <a:pt x="647" y="55"/>
                  <a:pt x="669" y="50"/>
                </a:cubicBezTo>
                <a:moveTo>
                  <a:pt x="583" y="72"/>
                </a:moveTo>
                <a:cubicBezTo>
                  <a:pt x="566" y="77"/>
                  <a:pt x="555" y="86"/>
                  <a:pt x="534" y="87"/>
                </a:cubicBezTo>
                <a:cubicBezTo>
                  <a:pt x="534" y="80"/>
                  <a:pt x="518" y="73"/>
                  <a:pt x="550" y="67"/>
                </a:cubicBezTo>
                <a:cubicBezTo>
                  <a:pt x="572" y="67"/>
                  <a:pt x="561" y="74"/>
                  <a:pt x="583" y="72"/>
                </a:cubicBezTo>
                <a:moveTo>
                  <a:pt x="793" y="21"/>
                </a:moveTo>
                <a:cubicBezTo>
                  <a:pt x="782" y="23"/>
                  <a:pt x="777" y="22"/>
                  <a:pt x="782" y="21"/>
                </a:cubicBezTo>
                <a:cubicBezTo>
                  <a:pt x="771" y="19"/>
                  <a:pt x="750" y="23"/>
                  <a:pt x="739" y="25"/>
                </a:cubicBezTo>
                <a:cubicBezTo>
                  <a:pt x="723" y="19"/>
                  <a:pt x="777" y="12"/>
                  <a:pt x="793" y="21"/>
                </a:cubicBezTo>
                <a:moveTo>
                  <a:pt x="723" y="26"/>
                </a:moveTo>
                <a:cubicBezTo>
                  <a:pt x="723" y="33"/>
                  <a:pt x="701" y="36"/>
                  <a:pt x="707" y="40"/>
                </a:cubicBezTo>
                <a:cubicBezTo>
                  <a:pt x="696" y="43"/>
                  <a:pt x="685" y="46"/>
                  <a:pt x="669" y="48"/>
                </a:cubicBezTo>
                <a:cubicBezTo>
                  <a:pt x="658" y="46"/>
                  <a:pt x="658" y="43"/>
                  <a:pt x="669" y="40"/>
                </a:cubicBezTo>
                <a:cubicBezTo>
                  <a:pt x="674" y="42"/>
                  <a:pt x="669" y="43"/>
                  <a:pt x="669" y="43"/>
                </a:cubicBezTo>
                <a:cubicBezTo>
                  <a:pt x="690" y="45"/>
                  <a:pt x="701" y="25"/>
                  <a:pt x="690" y="29"/>
                </a:cubicBezTo>
                <a:cubicBezTo>
                  <a:pt x="685" y="26"/>
                  <a:pt x="707" y="25"/>
                  <a:pt x="701" y="22"/>
                </a:cubicBezTo>
                <a:cubicBezTo>
                  <a:pt x="712" y="21"/>
                  <a:pt x="707" y="25"/>
                  <a:pt x="723" y="26"/>
                </a:cubicBezTo>
                <a:moveTo>
                  <a:pt x="647" y="33"/>
                </a:moveTo>
                <a:cubicBezTo>
                  <a:pt x="663" y="38"/>
                  <a:pt x="631" y="40"/>
                  <a:pt x="642" y="45"/>
                </a:cubicBezTo>
                <a:cubicBezTo>
                  <a:pt x="626" y="46"/>
                  <a:pt x="620" y="35"/>
                  <a:pt x="647" y="33"/>
                </a:cubicBezTo>
                <a:moveTo>
                  <a:pt x="572" y="48"/>
                </a:moveTo>
                <a:cubicBezTo>
                  <a:pt x="572" y="43"/>
                  <a:pt x="588" y="39"/>
                  <a:pt x="604" y="36"/>
                </a:cubicBezTo>
                <a:cubicBezTo>
                  <a:pt x="631" y="43"/>
                  <a:pt x="593" y="45"/>
                  <a:pt x="572" y="48"/>
                </a:cubicBezTo>
                <a:moveTo>
                  <a:pt x="242" y="77"/>
                </a:moveTo>
                <a:cubicBezTo>
                  <a:pt x="221" y="80"/>
                  <a:pt x="199" y="80"/>
                  <a:pt x="183" y="74"/>
                </a:cubicBezTo>
                <a:cubicBezTo>
                  <a:pt x="178" y="79"/>
                  <a:pt x="167" y="83"/>
                  <a:pt x="183" y="87"/>
                </a:cubicBezTo>
                <a:cubicBezTo>
                  <a:pt x="151" y="92"/>
                  <a:pt x="156" y="93"/>
                  <a:pt x="129" y="93"/>
                </a:cubicBezTo>
                <a:cubicBezTo>
                  <a:pt x="145" y="84"/>
                  <a:pt x="167" y="83"/>
                  <a:pt x="145" y="72"/>
                </a:cubicBezTo>
                <a:cubicBezTo>
                  <a:pt x="194" y="70"/>
                  <a:pt x="172" y="57"/>
                  <a:pt x="189" y="50"/>
                </a:cubicBezTo>
                <a:cubicBezTo>
                  <a:pt x="194" y="56"/>
                  <a:pt x="205" y="63"/>
                  <a:pt x="183" y="69"/>
                </a:cubicBezTo>
                <a:cubicBezTo>
                  <a:pt x="183" y="67"/>
                  <a:pt x="178" y="67"/>
                  <a:pt x="172" y="69"/>
                </a:cubicBezTo>
                <a:cubicBezTo>
                  <a:pt x="178" y="69"/>
                  <a:pt x="183" y="70"/>
                  <a:pt x="183" y="72"/>
                </a:cubicBezTo>
                <a:cubicBezTo>
                  <a:pt x="194" y="74"/>
                  <a:pt x="205" y="69"/>
                  <a:pt x="215" y="70"/>
                </a:cubicBezTo>
                <a:cubicBezTo>
                  <a:pt x="221" y="67"/>
                  <a:pt x="226" y="64"/>
                  <a:pt x="215" y="62"/>
                </a:cubicBezTo>
                <a:cubicBezTo>
                  <a:pt x="232" y="59"/>
                  <a:pt x="248" y="56"/>
                  <a:pt x="264" y="52"/>
                </a:cubicBezTo>
                <a:cubicBezTo>
                  <a:pt x="296" y="62"/>
                  <a:pt x="226" y="66"/>
                  <a:pt x="242" y="77"/>
                </a:cubicBezTo>
                <a:moveTo>
                  <a:pt x="345" y="69"/>
                </a:moveTo>
                <a:cubicBezTo>
                  <a:pt x="340" y="67"/>
                  <a:pt x="334" y="70"/>
                  <a:pt x="329" y="70"/>
                </a:cubicBezTo>
                <a:cubicBezTo>
                  <a:pt x="307" y="57"/>
                  <a:pt x="394" y="69"/>
                  <a:pt x="350" y="76"/>
                </a:cubicBezTo>
                <a:cubicBezTo>
                  <a:pt x="345" y="73"/>
                  <a:pt x="350" y="72"/>
                  <a:pt x="345" y="69"/>
                </a:cubicBezTo>
                <a:moveTo>
                  <a:pt x="523" y="40"/>
                </a:moveTo>
                <a:cubicBezTo>
                  <a:pt x="512" y="31"/>
                  <a:pt x="572" y="38"/>
                  <a:pt x="561" y="28"/>
                </a:cubicBezTo>
                <a:cubicBezTo>
                  <a:pt x="583" y="32"/>
                  <a:pt x="610" y="18"/>
                  <a:pt x="626" y="26"/>
                </a:cubicBezTo>
                <a:cubicBezTo>
                  <a:pt x="604" y="29"/>
                  <a:pt x="610" y="28"/>
                  <a:pt x="599" y="33"/>
                </a:cubicBezTo>
                <a:cubicBezTo>
                  <a:pt x="593" y="25"/>
                  <a:pt x="555" y="38"/>
                  <a:pt x="539" y="45"/>
                </a:cubicBezTo>
                <a:cubicBezTo>
                  <a:pt x="512" y="40"/>
                  <a:pt x="502" y="43"/>
                  <a:pt x="464" y="38"/>
                </a:cubicBezTo>
                <a:cubicBezTo>
                  <a:pt x="485" y="35"/>
                  <a:pt x="502" y="35"/>
                  <a:pt x="523" y="40"/>
                </a:cubicBezTo>
                <a:moveTo>
                  <a:pt x="431" y="62"/>
                </a:moveTo>
                <a:cubicBezTo>
                  <a:pt x="410" y="53"/>
                  <a:pt x="469" y="53"/>
                  <a:pt x="485" y="50"/>
                </a:cubicBezTo>
                <a:cubicBezTo>
                  <a:pt x="496" y="59"/>
                  <a:pt x="447" y="56"/>
                  <a:pt x="431" y="62"/>
                </a:cubicBezTo>
                <a:moveTo>
                  <a:pt x="453" y="45"/>
                </a:moveTo>
                <a:cubicBezTo>
                  <a:pt x="437" y="45"/>
                  <a:pt x="421" y="50"/>
                  <a:pt x="410" y="49"/>
                </a:cubicBezTo>
                <a:cubicBezTo>
                  <a:pt x="394" y="43"/>
                  <a:pt x="431" y="36"/>
                  <a:pt x="442" y="36"/>
                </a:cubicBezTo>
                <a:cubicBezTo>
                  <a:pt x="442" y="39"/>
                  <a:pt x="447" y="42"/>
                  <a:pt x="453" y="45"/>
                </a:cubicBezTo>
                <a:moveTo>
                  <a:pt x="491" y="18"/>
                </a:moveTo>
                <a:cubicBezTo>
                  <a:pt x="502" y="23"/>
                  <a:pt x="491" y="31"/>
                  <a:pt x="469" y="31"/>
                </a:cubicBezTo>
                <a:cubicBezTo>
                  <a:pt x="464" y="26"/>
                  <a:pt x="469" y="22"/>
                  <a:pt x="491" y="18"/>
                </a:cubicBezTo>
                <a:moveTo>
                  <a:pt x="372" y="79"/>
                </a:moveTo>
                <a:cubicBezTo>
                  <a:pt x="383" y="70"/>
                  <a:pt x="372" y="69"/>
                  <a:pt x="367" y="62"/>
                </a:cubicBezTo>
                <a:cubicBezTo>
                  <a:pt x="361" y="56"/>
                  <a:pt x="323" y="62"/>
                  <a:pt x="334" y="56"/>
                </a:cubicBezTo>
                <a:cubicBezTo>
                  <a:pt x="367" y="46"/>
                  <a:pt x="453" y="67"/>
                  <a:pt x="372" y="79"/>
                </a:cubicBezTo>
                <a:moveTo>
                  <a:pt x="388" y="45"/>
                </a:moveTo>
                <a:cubicBezTo>
                  <a:pt x="377" y="48"/>
                  <a:pt x="313" y="52"/>
                  <a:pt x="302" y="57"/>
                </a:cubicBezTo>
                <a:cubicBezTo>
                  <a:pt x="296" y="52"/>
                  <a:pt x="318" y="48"/>
                  <a:pt x="340" y="42"/>
                </a:cubicBezTo>
                <a:cubicBezTo>
                  <a:pt x="356" y="43"/>
                  <a:pt x="372" y="46"/>
                  <a:pt x="388" y="45"/>
                </a:cubicBezTo>
                <a:moveTo>
                  <a:pt x="410" y="35"/>
                </a:moveTo>
                <a:cubicBezTo>
                  <a:pt x="377" y="35"/>
                  <a:pt x="377" y="36"/>
                  <a:pt x="350" y="39"/>
                </a:cubicBezTo>
                <a:cubicBezTo>
                  <a:pt x="340" y="36"/>
                  <a:pt x="356" y="35"/>
                  <a:pt x="350" y="32"/>
                </a:cubicBezTo>
                <a:cubicBezTo>
                  <a:pt x="334" y="31"/>
                  <a:pt x="313" y="46"/>
                  <a:pt x="285" y="38"/>
                </a:cubicBezTo>
                <a:cubicBezTo>
                  <a:pt x="323" y="32"/>
                  <a:pt x="318" y="26"/>
                  <a:pt x="345" y="21"/>
                </a:cubicBezTo>
                <a:cubicBezTo>
                  <a:pt x="356" y="29"/>
                  <a:pt x="372" y="32"/>
                  <a:pt x="410" y="35"/>
                </a:cubicBezTo>
                <a:moveTo>
                  <a:pt x="269" y="35"/>
                </a:moveTo>
                <a:cubicBezTo>
                  <a:pt x="248" y="45"/>
                  <a:pt x="307" y="46"/>
                  <a:pt x="285" y="50"/>
                </a:cubicBezTo>
                <a:cubicBezTo>
                  <a:pt x="275" y="45"/>
                  <a:pt x="259" y="50"/>
                  <a:pt x="253" y="45"/>
                </a:cubicBezTo>
                <a:cubicBezTo>
                  <a:pt x="242" y="49"/>
                  <a:pt x="242" y="53"/>
                  <a:pt x="215" y="56"/>
                </a:cubicBezTo>
                <a:cubicBezTo>
                  <a:pt x="215" y="45"/>
                  <a:pt x="221" y="38"/>
                  <a:pt x="269" y="35"/>
                </a:cubicBezTo>
                <a:moveTo>
                  <a:pt x="334" y="18"/>
                </a:moveTo>
                <a:cubicBezTo>
                  <a:pt x="334" y="23"/>
                  <a:pt x="285" y="21"/>
                  <a:pt x="269" y="31"/>
                </a:cubicBezTo>
                <a:cubicBezTo>
                  <a:pt x="259" y="28"/>
                  <a:pt x="248" y="32"/>
                  <a:pt x="237" y="28"/>
                </a:cubicBezTo>
                <a:cubicBezTo>
                  <a:pt x="253" y="23"/>
                  <a:pt x="285" y="28"/>
                  <a:pt x="264" y="19"/>
                </a:cubicBezTo>
                <a:cubicBezTo>
                  <a:pt x="291" y="14"/>
                  <a:pt x="313" y="19"/>
                  <a:pt x="334" y="18"/>
                </a:cubicBezTo>
              </a:path>
            </a:pathLst>
          </a:custGeom>
          <a:solidFill>
            <a:srgbClr val="5F7797">
              <a:alpha val="100000"/>
            </a:srgbClr>
          </a:solidFill>
          <a:ln w="0" cap="flat">
            <a:noFill/>
            <a:prstDash val="solid"/>
            <a:miter lim="0"/>
          </a:ln>
        </p:spPr>
        <p:txBody>
          <a:bodyPr rtlCol="0"/>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textbox 222"/>
          <p:cNvSpPr/>
          <p:nvPr/>
        </p:nvSpPr>
        <p:spPr>
          <a:xfrm>
            <a:off x="773777" y="1438250"/>
            <a:ext cx="10548619" cy="2609214"/>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a:ea typeface="Arial" panose="020B0604020202020204"/>
              <a:cs typeface="Arial" panose="020B0604020202020204"/>
            </a:endParaRPr>
          </a:p>
          <a:p>
            <a:pPr marL="12700" algn="l" rtl="0" eaLnBrk="0">
              <a:lnSpc>
                <a:spcPct val="98000"/>
              </a:lnSpc>
            </a:pPr>
            <a:r>
              <a:rPr sz="2000" kern="0" spc="-50" dirty="0">
                <a:solidFill>
                  <a:srgbClr val="5F7797">
                    <a:alpha val="100000"/>
                  </a:srgbClr>
                </a:solidFill>
                <a:latin typeface="Arial" panose="020B0604020202020204"/>
                <a:ea typeface="Arial" panose="020B0604020202020204"/>
                <a:cs typeface="Arial" panose="020B0604020202020204"/>
              </a:rPr>
              <a:t>•</a:t>
            </a:r>
            <a:r>
              <a:rPr sz="2000" kern="0" spc="13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微软雅黑" panose="020B0503020204020204" charset="-122"/>
                <a:ea typeface="微软雅黑" panose="020B0503020204020204" charset="-122"/>
                <a:cs typeface="微软雅黑" panose="020B0503020204020204" charset="-122"/>
              </a:rPr>
              <a:t>交叉</a:t>
            </a:r>
            <a:endParaRPr sz="2000" dirty="0">
              <a:latin typeface="微软雅黑" panose="020B0503020204020204" charset="-122"/>
              <a:ea typeface="微软雅黑" panose="020B0503020204020204" charset="-122"/>
              <a:cs typeface="微软雅黑" panose="020B0503020204020204" charset="-122"/>
            </a:endParaRPr>
          </a:p>
          <a:p>
            <a:pPr marL="469265" algn="l" rtl="0" eaLnBrk="0">
              <a:lnSpc>
                <a:spcPct val="95000"/>
              </a:lnSpc>
              <a:spcBef>
                <a:spcPts val="1255"/>
              </a:spcBef>
            </a:pPr>
            <a:r>
              <a:rPr sz="2000" kern="0" spc="-1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按顺序，两两个体之间按概率交叉。如</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1</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和</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2,2</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和</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3</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等。或者</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1</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和</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2,2</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和</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4</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等，或者</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1</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和</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4</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这样。</a:t>
            </a:r>
            <a:endParaRPr sz="2000" dirty="0">
              <a:latin typeface="微软雅黑" panose="020B0503020204020204" charset="-122"/>
              <a:ea typeface="微软雅黑" panose="020B0503020204020204" charset="-122"/>
              <a:cs typeface="微软雅黑" panose="020B0503020204020204" charset="-122"/>
            </a:endParaRPr>
          </a:p>
          <a:p>
            <a:pPr marL="469265" algn="l" rtl="0" eaLnBrk="0">
              <a:lnSpc>
                <a:spcPct val="97000"/>
              </a:lnSpc>
              <a:spcBef>
                <a:spcPts val="1325"/>
              </a:spcBef>
            </a:pPr>
            <a:r>
              <a:rPr sz="2000" kern="0" spc="1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必须两两交叉？</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3</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个可以吗？</a:t>
            </a:r>
            <a:r>
              <a:rPr sz="2000" kern="0" spc="0" dirty="0">
                <a:solidFill>
                  <a:srgbClr val="5F7797">
                    <a:alpha val="100000"/>
                  </a:srgbClr>
                </a:solidFill>
                <a:latin typeface="Times New Roman" panose="02020603050405020304"/>
                <a:ea typeface="Times New Roman" panose="02020603050405020304"/>
                <a:cs typeface="Times New Roman" panose="02020603050405020304"/>
              </a:rPr>
              <a:t>YES</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5</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个？</a:t>
            </a:r>
            <a:r>
              <a:rPr sz="2000" kern="0" spc="0" dirty="0">
                <a:solidFill>
                  <a:srgbClr val="5F7797">
                    <a:alpha val="100000"/>
                  </a:srgbClr>
                </a:solidFill>
                <a:latin typeface="Times New Roman" panose="02020603050405020304"/>
                <a:ea typeface="Times New Roman" panose="02020603050405020304"/>
                <a:cs typeface="Times New Roman" panose="02020603050405020304"/>
              </a:rPr>
              <a:t>YES</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a:t>
            </a:r>
            <a:endParaRPr sz="2000" dirty="0">
              <a:latin typeface="Times New Roman" panose="02020603050405020304"/>
              <a:ea typeface="Times New Roman" panose="02020603050405020304"/>
              <a:cs typeface="Times New Roman" panose="02020603050405020304"/>
            </a:endParaRPr>
          </a:p>
          <a:p>
            <a:pPr marL="469265" algn="l" rtl="0" eaLnBrk="0">
              <a:lnSpc>
                <a:spcPct val="98000"/>
              </a:lnSpc>
              <a:spcBef>
                <a:spcPts val="1255"/>
              </a:spcBef>
            </a:pPr>
            <a:r>
              <a:rPr sz="2000" kern="0" spc="1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对适应度高的前</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N/2</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个体、甚至</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N/4</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的个体</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之间相互交叉？</a:t>
            </a:r>
            <a:r>
              <a:rPr sz="2000" kern="0" spc="0" dirty="0">
                <a:solidFill>
                  <a:srgbClr val="5F7797">
                    <a:alpha val="100000"/>
                  </a:srgbClr>
                </a:solidFill>
                <a:latin typeface="Times New Roman" panose="02020603050405020304"/>
                <a:ea typeface="Times New Roman" panose="02020603050405020304"/>
                <a:cs typeface="Times New Roman" panose="02020603050405020304"/>
              </a:rPr>
              <a:t>YES!</a:t>
            </a:r>
            <a:endParaRPr sz="2000" dirty="0">
              <a:latin typeface="Times New Roman" panose="02020603050405020304"/>
              <a:ea typeface="Times New Roman" panose="02020603050405020304"/>
              <a:cs typeface="Times New Roman" panose="02020603050405020304"/>
            </a:endParaRPr>
          </a:p>
          <a:p>
            <a:pPr marL="469265" algn="l" rtl="0" eaLnBrk="0">
              <a:lnSpc>
                <a:spcPct val="97000"/>
              </a:lnSpc>
              <a:spcBef>
                <a:spcPts val="1260"/>
              </a:spcBef>
            </a:pPr>
            <a:r>
              <a:rPr sz="2000" kern="0" spc="1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一定是按顺序交叉吗？对每个个体随机从前</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N/2</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中选一个个体交叉？</a:t>
            </a:r>
            <a:r>
              <a:rPr sz="2000" kern="0" spc="0" dirty="0">
                <a:solidFill>
                  <a:srgbClr val="5F7797">
                    <a:alpha val="100000"/>
                  </a:srgbClr>
                </a:solidFill>
                <a:latin typeface="Times New Roman" panose="02020603050405020304"/>
                <a:ea typeface="Times New Roman" panose="02020603050405020304"/>
                <a:cs typeface="Times New Roman" panose="02020603050405020304"/>
              </a:rPr>
              <a:t>YES!</a:t>
            </a:r>
            <a:endParaRPr sz="2000" dirty="0">
              <a:latin typeface="Times New Roman" panose="02020603050405020304"/>
              <a:ea typeface="Times New Roman" panose="02020603050405020304"/>
              <a:cs typeface="Times New Roman" panose="020206030504050203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469265" algn="l" rtl="0" eaLnBrk="0">
              <a:lnSpc>
                <a:spcPct val="97000"/>
              </a:lnSpc>
            </a:pPr>
            <a:r>
              <a:rPr sz="2000" kern="0" spc="-10" dirty="0">
                <a:solidFill>
                  <a:srgbClr val="5F7797">
                    <a:alpha val="100000"/>
                  </a:srgbClr>
                </a:solidFill>
                <a:latin typeface="Arial" panose="020B0604020202020204"/>
                <a:ea typeface="Arial" panose="020B0604020202020204"/>
                <a:cs typeface="Arial" panose="020B0604020202020204"/>
              </a:rPr>
              <a:t>•</a:t>
            </a:r>
            <a:r>
              <a:rPr sz="2000" kern="0" spc="14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一定是只有一段交叉？多段呢？</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YES!</a:t>
            </a:r>
            <a:endParaRPr sz="2000" dirty="0">
              <a:latin typeface="Times New Roman" panose="02020603050405020304"/>
              <a:ea typeface="Times New Roman" panose="02020603050405020304"/>
              <a:cs typeface="Times New Roman" panose="02020603050405020304"/>
            </a:endParaRPr>
          </a:p>
        </p:txBody>
      </p:sp>
      <p:sp>
        <p:nvSpPr>
          <p:cNvPr id="224" name="textbox 224"/>
          <p:cNvSpPr/>
          <p:nvPr/>
        </p:nvSpPr>
        <p:spPr>
          <a:xfrm>
            <a:off x="276402" y="178383"/>
            <a:ext cx="7738744" cy="9182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6000"/>
              </a:lnSpc>
            </a:pPr>
            <a:endParaRPr sz="1600" dirty="0">
              <a:latin typeface="Arial" panose="020B0604020202020204"/>
              <a:ea typeface="Arial" panose="020B0604020202020204"/>
              <a:cs typeface="Arial" panose="020B0604020202020204"/>
            </a:endParaRPr>
          </a:p>
          <a:p>
            <a:pPr algn="r" rtl="0" eaLnBrk="0">
              <a:lnSpc>
                <a:spcPct val="97000"/>
              </a:lnSpc>
              <a:spcBef>
                <a:spcPts val="0"/>
              </a:spcBef>
            </a:pPr>
            <a:r>
              <a:rPr sz="3000" b="1" kern="0" spc="-10" dirty="0">
                <a:solidFill>
                  <a:srgbClr val="5F7797">
                    <a:alpha val="100000"/>
                  </a:srgbClr>
                </a:solidFill>
                <a:latin typeface="Arial" panose="020B0604020202020204"/>
                <a:ea typeface="Arial" panose="020B0604020202020204"/>
                <a:cs typeface="Arial" panose="020B0604020202020204"/>
              </a:rPr>
              <a:t>2.1 </a:t>
            </a:r>
            <a:r>
              <a:rPr sz="3000" b="1"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基本原理</a:t>
            </a:r>
            <a:r>
              <a:rPr sz="3000" b="1" kern="0" spc="-10" dirty="0">
                <a:solidFill>
                  <a:srgbClr val="5F7797">
                    <a:alpha val="100000"/>
                  </a:srgbClr>
                </a:solidFill>
                <a:latin typeface="Arial" panose="020B0604020202020204"/>
                <a:ea typeface="Arial" panose="020B0604020202020204"/>
                <a:cs typeface="Arial" panose="020B0604020202020204"/>
              </a:rPr>
              <a:t>-</a:t>
            </a:r>
            <a:r>
              <a:rPr sz="3000" b="1"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复制交叉</a:t>
            </a:r>
            <a:endParaRPr sz="3000" dirty="0">
              <a:latin typeface="微软雅黑" panose="020B0503020204020204" charset="-122"/>
              <a:ea typeface="微软雅黑" panose="020B0503020204020204" charset="-122"/>
              <a:cs typeface="微软雅黑" panose="020B0503020204020204" charset="-122"/>
            </a:endParaRPr>
          </a:p>
        </p:txBody>
      </p:sp>
      <p:pic>
        <p:nvPicPr>
          <p:cNvPr id="226" name="picture 226"/>
          <p:cNvPicPr>
            <a:picLocks noChangeAspect="1"/>
          </p:cNvPicPr>
          <p:nvPr/>
        </p:nvPicPr>
        <p:blipFill>
          <a:blip r:embed="rId3"/>
          <a:stretch>
            <a:fillRect/>
          </a:stretch>
        </p:blipFill>
        <p:spPr>
          <a:xfrm rot="21600000">
            <a:off x="2102357" y="4418076"/>
            <a:ext cx="425410" cy="2245001"/>
          </a:xfrm>
          <a:prstGeom prst="rect">
            <a:avLst/>
          </a:prstGeom>
        </p:spPr>
      </p:pic>
      <p:graphicFrame>
        <p:nvGraphicFramePr>
          <p:cNvPr id="228" name="table 228"/>
          <p:cNvGraphicFramePr>
            <a:graphicFrameLocks noGrp="1"/>
          </p:cNvGraphicFramePr>
          <p:nvPr/>
        </p:nvGraphicFramePr>
        <p:xfrm>
          <a:off x="2096007" y="4411726"/>
          <a:ext cx="2350133" cy="2251070"/>
        </p:xfrm>
        <a:graphic>
          <a:graphicData uri="http://schemas.openxmlformats.org/drawingml/2006/table">
            <a:tbl>
              <a:tblPr/>
              <a:tblGrid>
                <a:gridCol w="379729">
                  <a:extLst>
                    <a:ext uri="{9D8B030D-6E8A-4147-A177-3AD203B41FA5}">
                      <a16:colId xmlns:a16="http://schemas.microsoft.com/office/drawing/2014/main" val="20000"/>
                    </a:ext>
                  </a:extLst>
                </a:gridCol>
                <a:gridCol w="1545589">
                  <a:extLst>
                    <a:ext uri="{9D8B030D-6E8A-4147-A177-3AD203B41FA5}">
                      <a16:colId xmlns:a16="http://schemas.microsoft.com/office/drawing/2014/main" val="20001"/>
                    </a:ext>
                  </a:extLst>
                </a:gridCol>
                <a:gridCol w="424815">
                  <a:extLst>
                    <a:ext uri="{9D8B030D-6E8A-4147-A177-3AD203B41FA5}">
                      <a16:colId xmlns:a16="http://schemas.microsoft.com/office/drawing/2014/main" val="20002"/>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558165" algn="l" rtl="0" eaLnBrk="0">
                        <a:lnSpc>
                          <a:spcPct val="98000"/>
                        </a:lnSpc>
                        <a:spcBef>
                          <a:spcPts val="5"/>
                        </a:spcBef>
                      </a:pPr>
                      <a:r>
                        <a:rPr sz="1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交叉</a:t>
                      </a:r>
                      <a:endParaRPr sz="1800" dirty="0">
                        <a:latin typeface="微软雅黑" panose="020B0503020204020204" charset="-122"/>
                        <a:ea typeface="微软雅黑" panose="020B0503020204020204" charset="-122"/>
                        <a:cs typeface="微软雅黑" panose="020B0503020204020204" charset="-122"/>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A9A9A"/>
                    </a:solidFill>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A9A9A"/>
                    </a:solidFill>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A9A9A"/>
                    </a:solidFill>
                  </a:tcPr>
                </a:tc>
                <a:extLst>
                  <a:ext uri="{0D108BD9-81ED-4DB2-BD59-A6C34878D82A}">
                    <a16:rowId xmlns:a16="http://schemas.microsoft.com/office/drawing/2014/main" val="10002"/>
                  </a:ext>
                </a:extLst>
              </a:tr>
              <a:tr h="365759">
                <a:tc>
                  <a:txBody>
                    <a:bodyPr/>
                    <a:lstStyle/>
                    <a:p>
                      <a:pPr algn="l" rtl="0" eaLnBrk="0">
                        <a:lnSpc>
                          <a:spcPct val="111000"/>
                        </a:lnSpc>
                      </a:pPr>
                      <a:endParaRPr sz="600" dirty="0">
                        <a:latin typeface="Arial" panose="020B0604020202020204"/>
                        <a:ea typeface="Arial" panose="020B0604020202020204"/>
                        <a:cs typeface="Arial" panose="020B0604020202020204"/>
                      </a:endParaRPr>
                    </a:p>
                    <a:p>
                      <a:pPr marL="121920" algn="l" rtl="0" eaLnBrk="0">
                        <a:lnSpc>
                          <a:spcPct val="81000"/>
                        </a:lnSpc>
                        <a:spcBef>
                          <a:spcPts val="5"/>
                        </a:spcBef>
                      </a:pPr>
                      <a:r>
                        <a:rPr sz="1800" kern="0" spc="-20" dirty="0">
                          <a:solidFill>
                            <a:srgbClr val="000000">
                              <a:alpha val="100000"/>
                            </a:srgbClr>
                          </a:solidFill>
                          <a:latin typeface="Arial" panose="020B0604020202020204"/>
                          <a:ea typeface="Arial" panose="020B0604020202020204"/>
                          <a:cs typeface="Arial" panose="020B0604020202020204"/>
                        </a:rPr>
                        <a:t>C</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1000"/>
                        </a:lnSpc>
                      </a:pPr>
                      <a:endParaRPr sz="600" dirty="0">
                        <a:latin typeface="Arial" panose="020B0604020202020204"/>
                        <a:ea typeface="Arial" panose="020B0604020202020204"/>
                        <a:cs typeface="Arial" panose="020B0604020202020204"/>
                      </a:endParaRPr>
                    </a:p>
                    <a:p>
                      <a:pPr marL="115570" algn="l" rtl="0" eaLnBrk="0">
                        <a:lnSpc>
                          <a:spcPct val="81000"/>
                        </a:lnSpc>
                        <a:spcBef>
                          <a:spcPts val="5"/>
                        </a:spcBef>
                      </a:pPr>
                      <a:r>
                        <a:rPr sz="1800" kern="0" spc="-20" dirty="0">
                          <a:solidFill>
                            <a:srgbClr val="000000">
                              <a:alpha val="100000"/>
                            </a:srgbClr>
                          </a:solidFill>
                          <a:latin typeface="Arial" panose="020B0604020202020204"/>
                          <a:ea typeface="Arial" panose="020B0604020202020204"/>
                          <a:cs typeface="Arial" panose="020B0604020202020204"/>
                        </a:rPr>
                        <a:t>C</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A9A9A"/>
                    </a:solidFill>
                  </a:tcPr>
                </a:tc>
                <a:extLst>
                  <a:ext uri="{0D108BD9-81ED-4DB2-BD59-A6C34878D82A}">
                    <a16:rowId xmlns:a16="http://schemas.microsoft.com/office/drawing/2014/main" val="10003"/>
                  </a:ext>
                </a:extLst>
              </a:tr>
              <a:tr h="365759">
                <a:tc>
                  <a:txBody>
                    <a:bodyPr/>
                    <a:lstStyle/>
                    <a:p>
                      <a:pPr algn="l" rtl="0" eaLnBrk="0">
                        <a:lnSpc>
                          <a:spcPct val="115000"/>
                        </a:lnSpc>
                      </a:pPr>
                      <a:endParaRPr sz="600" dirty="0">
                        <a:latin typeface="Arial" panose="020B0604020202020204"/>
                        <a:ea typeface="Arial" panose="020B0604020202020204"/>
                        <a:cs typeface="Arial" panose="020B0604020202020204"/>
                      </a:endParaRPr>
                    </a:p>
                    <a:p>
                      <a:pPr marL="127635" algn="l" rtl="0" eaLnBrk="0">
                        <a:lnSpc>
                          <a:spcPct val="80000"/>
                        </a:lnSpc>
                      </a:pPr>
                      <a:r>
                        <a:rPr sz="1800" kern="0" spc="-20" dirty="0">
                          <a:solidFill>
                            <a:srgbClr val="000000">
                              <a:alpha val="100000"/>
                            </a:srgbClr>
                          </a:solidFill>
                          <a:latin typeface="Arial" panose="020B0604020202020204"/>
                          <a:ea typeface="Arial" panose="020B0604020202020204"/>
                          <a:cs typeface="Arial" panose="020B0604020202020204"/>
                        </a:rPr>
                        <a:t>D</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5000"/>
                        </a:lnSpc>
                      </a:pPr>
                      <a:endParaRPr sz="600" dirty="0">
                        <a:latin typeface="Arial" panose="020B0604020202020204"/>
                        <a:ea typeface="Arial" panose="020B0604020202020204"/>
                        <a:cs typeface="Arial" panose="020B0604020202020204"/>
                      </a:endParaRPr>
                    </a:p>
                    <a:p>
                      <a:pPr marL="121285" algn="l" rtl="0" eaLnBrk="0">
                        <a:lnSpc>
                          <a:spcPct val="80000"/>
                        </a:lnSpc>
                      </a:pPr>
                      <a:r>
                        <a:rPr sz="1800" kern="0" spc="-20" dirty="0">
                          <a:solidFill>
                            <a:srgbClr val="000000">
                              <a:alpha val="100000"/>
                            </a:srgbClr>
                          </a:solidFill>
                          <a:latin typeface="Arial" panose="020B0604020202020204"/>
                          <a:ea typeface="Arial" panose="020B0604020202020204"/>
                          <a:cs typeface="Arial" panose="020B0604020202020204"/>
                        </a:rPr>
                        <a:t>D</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A9A9A"/>
                    </a:solidFill>
                  </a:tcPr>
                </a:tc>
                <a:extLst>
                  <a:ext uri="{0D108BD9-81ED-4DB2-BD59-A6C34878D82A}">
                    <a16:rowId xmlns:a16="http://schemas.microsoft.com/office/drawing/2014/main" val="10004"/>
                  </a:ext>
                </a:extLst>
              </a:tr>
              <a:tr h="41592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A9A9A"/>
                    </a:solidFill>
                  </a:tcPr>
                </a:tc>
                <a:extLst>
                  <a:ext uri="{0D108BD9-81ED-4DB2-BD59-A6C34878D82A}">
                    <a16:rowId xmlns:a16="http://schemas.microsoft.com/office/drawing/2014/main" val="10005"/>
                  </a:ext>
                </a:extLst>
              </a:tr>
            </a:tbl>
          </a:graphicData>
        </a:graphic>
      </p:graphicFrame>
      <p:pic>
        <p:nvPicPr>
          <p:cNvPr id="230" name="picture 230"/>
          <p:cNvPicPr>
            <a:picLocks noChangeAspect="1"/>
          </p:cNvPicPr>
          <p:nvPr/>
        </p:nvPicPr>
        <p:blipFill>
          <a:blip r:embed="rId4"/>
          <a:stretch>
            <a:fillRect/>
          </a:stretch>
        </p:blipFill>
        <p:spPr>
          <a:xfrm rot="21600000">
            <a:off x="7732776" y="4418076"/>
            <a:ext cx="424648" cy="2245001"/>
          </a:xfrm>
          <a:prstGeom prst="rect">
            <a:avLst/>
          </a:prstGeom>
        </p:spPr>
      </p:pic>
      <p:graphicFrame>
        <p:nvGraphicFramePr>
          <p:cNvPr id="232" name="table 232"/>
          <p:cNvGraphicFramePr>
            <a:graphicFrameLocks noGrp="1"/>
          </p:cNvGraphicFramePr>
          <p:nvPr/>
        </p:nvGraphicFramePr>
        <p:xfrm>
          <a:off x="7726426" y="4411726"/>
          <a:ext cx="2349499" cy="2251070"/>
        </p:xfrm>
        <a:graphic>
          <a:graphicData uri="http://schemas.openxmlformats.org/drawingml/2006/table">
            <a:tbl>
              <a:tblPr/>
              <a:tblGrid>
                <a:gridCol w="379729">
                  <a:extLst>
                    <a:ext uri="{9D8B030D-6E8A-4147-A177-3AD203B41FA5}">
                      <a16:colId xmlns:a16="http://schemas.microsoft.com/office/drawing/2014/main" val="20000"/>
                    </a:ext>
                  </a:extLst>
                </a:gridCol>
                <a:gridCol w="1545590">
                  <a:extLst>
                    <a:ext uri="{9D8B030D-6E8A-4147-A177-3AD203B41FA5}">
                      <a16:colId xmlns:a16="http://schemas.microsoft.com/office/drawing/2014/main" val="20001"/>
                    </a:ext>
                  </a:extLst>
                </a:gridCol>
                <a:gridCol w="424180">
                  <a:extLst>
                    <a:ext uri="{9D8B030D-6E8A-4147-A177-3AD203B41FA5}">
                      <a16:colId xmlns:a16="http://schemas.microsoft.com/office/drawing/2014/main" val="20002"/>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558800" algn="l" rtl="0" eaLnBrk="0">
                        <a:lnSpc>
                          <a:spcPct val="98000"/>
                        </a:lnSpc>
                        <a:spcBef>
                          <a:spcPts val="5"/>
                        </a:spcBef>
                      </a:pPr>
                      <a:r>
                        <a:rPr sz="1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交叉</a:t>
                      </a:r>
                      <a:endParaRPr sz="1800" dirty="0">
                        <a:latin typeface="微软雅黑" panose="020B0503020204020204" charset="-122"/>
                        <a:ea typeface="微软雅黑" panose="020B0503020204020204" charset="-122"/>
                        <a:cs typeface="微软雅黑" panose="020B0503020204020204" charset="-122"/>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A9A9"/>
                    </a:solidFill>
                  </a:tcPr>
                </a:tc>
                <a:extLst>
                  <a:ext uri="{0D108BD9-81ED-4DB2-BD59-A6C34878D82A}">
                    <a16:rowId xmlns:a16="http://schemas.microsoft.com/office/drawing/2014/main" val="10000"/>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41605" algn="l" rtl="0" eaLnBrk="0">
                        <a:lnSpc>
                          <a:spcPct val="80000"/>
                        </a:lnSpc>
                        <a:spcBef>
                          <a:spcPts val="5"/>
                        </a:spcBef>
                      </a:pPr>
                      <a:r>
                        <a:rPr sz="1800" kern="0" spc="-20" dirty="0">
                          <a:solidFill>
                            <a:srgbClr val="000000">
                              <a:alpha val="100000"/>
                            </a:srgbClr>
                          </a:solidFill>
                          <a:latin typeface="Arial" panose="020B0604020202020204"/>
                          <a:ea typeface="Arial" panose="020B0604020202020204"/>
                          <a:cs typeface="Arial" panose="020B0604020202020204"/>
                        </a:rPr>
                        <a:t>F</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35255" algn="l" rtl="0" eaLnBrk="0">
                        <a:lnSpc>
                          <a:spcPct val="80000"/>
                        </a:lnSpc>
                        <a:spcBef>
                          <a:spcPts val="5"/>
                        </a:spcBef>
                      </a:pPr>
                      <a:r>
                        <a:rPr sz="1800" kern="0" spc="-20" dirty="0">
                          <a:solidFill>
                            <a:srgbClr val="000000">
                              <a:alpha val="100000"/>
                            </a:srgbClr>
                          </a:solidFill>
                          <a:latin typeface="Arial" panose="020B0604020202020204"/>
                          <a:ea typeface="Arial" panose="020B0604020202020204"/>
                          <a:cs typeface="Arial" panose="020B0604020202020204"/>
                        </a:rPr>
                        <a:t>F</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A9A9"/>
                    </a:solidFill>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A9A9"/>
                    </a:solidFill>
                  </a:tcPr>
                </a:tc>
                <a:extLst>
                  <a:ext uri="{0D108BD9-81ED-4DB2-BD59-A6C34878D82A}">
                    <a16:rowId xmlns:a16="http://schemas.microsoft.com/office/drawing/2014/main" val="10002"/>
                  </a:ext>
                </a:extLst>
              </a:tr>
              <a:tr h="365759">
                <a:tc>
                  <a:txBody>
                    <a:bodyPr/>
                    <a:lstStyle/>
                    <a:p>
                      <a:pPr algn="l" rtl="0" eaLnBrk="0">
                        <a:lnSpc>
                          <a:spcPct val="111000"/>
                        </a:lnSpc>
                      </a:pPr>
                      <a:endParaRPr sz="600" dirty="0">
                        <a:latin typeface="Arial" panose="020B0604020202020204"/>
                        <a:ea typeface="Arial" panose="020B0604020202020204"/>
                        <a:cs typeface="Arial" panose="020B0604020202020204"/>
                      </a:endParaRPr>
                    </a:p>
                    <a:p>
                      <a:pPr marL="121920" algn="l" rtl="0" eaLnBrk="0">
                        <a:lnSpc>
                          <a:spcPct val="81000"/>
                        </a:lnSpc>
                        <a:spcBef>
                          <a:spcPts val="5"/>
                        </a:spcBef>
                      </a:pPr>
                      <a:r>
                        <a:rPr sz="1800" kern="0" spc="-20" dirty="0">
                          <a:solidFill>
                            <a:srgbClr val="000000">
                              <a:alpha val="100000"/>
                            </a:srgbClr>
                          </a:solidFill>
                          <a:latin typeface="Arial" panose="020B0604020202020204"/>
                          <a:ea typeface="Arial" panose="020B0604020202020204"/>
                          <a:cs typeface="Arial" panose="020B0604020202020204"/>
                        </a:rPr>
                        <a:t>C</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1000"/>
                        </a:lnSpc>
                      </a:pPr>
                      <a:endParaRPr sz="600" dirty="0">
                        <a:latin typeface="Arial" panose="020B0604020202020204"/>
                        <a:ea typeface="Arial" panose="020B0604020202020204"/>
                        <a:cs typeface="Arial" panose="020B0604020202020204"/>
                      </a:endParaRPr>
                    </a:p>
                    <a:p>
                      <a:pPr marL="116205" algn="l" rtl="0" eaLnBrk="0">
                        <a:lnSpc>
                          <a:spcPct val="81000"/>
                        </a:lnSpc>
                        <a:spcBef>
                          <a:spcPts val="5"/>
                        </a:spcBef>
                      </a:pPr>
                      <a:r>
                        <a:rPr sz="1800" kern="0" spc="-20" dirty="0">
                          <a:solidFill>
                            <a:srgbClr val="000000">
                              <a:alpha val="100000"/>
                            </a:srgbClr>
                          </a:solidFill>
                          <a:latin typeface="Arial" panose="020B0604020202020204"/>
                          <a:ea typeface="Arial" panose="020B0604020202020204"/>
                          <a:cs typeface="Arial" panose="020B0604020202020204"/>
                        </a:rPr>
                        <a:t>C</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A9A9"/>
                    </a:solidFill>
                  </a:tcPr>
                </a:tc>
                <a:extLst>
                  <a:ext uri="{0D108BD9-81ED-4DB2-BD59-A6C34878D82A}">
                    <a16:rowId xmlns:a16="http://schemas.microsoft.com/office/drawing/2014/main" val="10003"/>
                  </a:ext>
                </a:extLst>
              </a:tr>
              <a:tr h="365759">
                <a:tc>
                  <a:txBody>
                    <a:bodyPr/>
                    <a:lstStyle/>
                    <a:p>
                      <a:pPr algn="l" rtl="0" eaLnBrk="0">
                        <a:lnSpc>
                          <a:spcPct val="115000"/>
                        </a:lnSpc>
                      </a:pPr>
                      <a:endParaRPr sz="600" dirty="0">
                        <a:latin typeface="Arial" panose="020B0604020202020204"/>
                        <a:ea typeface="Arial" panose="020B0604020202020204"/>
                        <a:cs typeface="Arial" panose="020B0604020202020204"/>
                      </a:endParaRPr>
                    </a:p>
                    <a:p>
                      <a:pPr marL="128270" algn="l" rtl="0" eaLnBrk="0">
                        <a:lnSpc>
                          <a:spcPct val="80000"/>
                        </a:lnSpc>
                      </a:pPr>
                      <a:r>
                        <a:rPr sz="1800" kern="0" spc="-20" dirty="0">
                          <a:solidFill>
                            <a:srgbClr val="000000">
                              <a:alpha val="100000"/>
                            </a:srgbClr>
                          </a:solidFill>
                          <a:latin typeface="Arial" panose="020B0604020202020204"/>
                          <a:ea typeface="Arial" panose="020B0604020202020204"/>
                          <a:cs typeface="Arial" panose="020B0604020202020204"/>
                        </a:rPr>
                        <a:t>D</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5000"/>
                        </a:lnSpc>
                      </a:pPr>
                      <a:endParaRPr sz="600" dirty="0">
                        <a:latin typeface="Arial" panose="020B0604020202020204"/>
                        <a:ea typeface="Arial" panose="020B0604020202020204"/>
                        <a:cs typeface="Arial" panose="020B0604020202020204"/>
                      </a:endParaRPr>
                    </a:p>
                    <a:p>
                      <a:pPr marL="121920" algn="l" rtl="0" eaLnBrk="0">
                        <a:lnSpc>
                          <a:spcPct val="80000"/>
                        </a:lnSpc>
                      </a:pPr>
                      <a:r>
                        <a:rPr sz="1800" kern="0" spc="-20" dirty="0">
                          <a:solidFill>
                            <a:srgbClr val="000000">
                              <a:alpha val="100000"/>
                            </a:srgbClr>
                          </a:solidFill>
                          <a:latin typeface="Arial" panose="020B0604020202020204"/>
                          <a:ea typeface="Arial" panose="020B0604020202020204"/>
                          <a:cs typeface="Arial" panose="020B0604020202020204"/>
                        </a:rPr>
                        <a:t>D</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A9A9"/>
                    </a:solidFill>
                  </a:tcPr>
                </a:tc>
                <a:extLst>
                  <a:ext uri="{0D108BD9-81ED-4DB2-BD59-A6C34878D82A}">
                    <a16:rowId xmlns:a16="http://schemas.microsoft.com/office/drawing/2014/main" val="10004"/>
                  </a:ext>
                </a:extLst>
              </a:tr>
              <a:tr h="41592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A9A9"/>
                    </a:solidFill>
                  </a:tcPr>
                </a:tc>
                <a:extLst>
                  <a:ext uri="{0D108BD9-81ED-4DB2-BD59-A6C34878D82A}">
                    <a16:rowId xmlns:a16="http://schemas.microsoft.com/office/drawing/2014/main" val="10005"/>
                  </a:ext>
                </a:extLst>
              </a:tr>
            </a:tbl>
          </a:graphicData>
        </a:graphic>
      </p:graphicFrame>
      <p:pic>
        <p:nvPicPr>
          <p:cNvPr id="234" name="picture 234"/>
          <p:cNvPicPr>
            <a:picLocks noChangeAspect="1"/>
          </p:cNvPicPr>
          <p:nvPr/>
        </p:nvPicPr>
        <p:blipFill>
          <a:blip r:embed="rId5"/>
          <a:stretch>
            <a:fillRect/>
          </a:stretch>
        </p:blipFill>
        <p:spPr>
          <a:xfrm rot="21600000">
            <a:off x="1499235" y="4418076"/>
            <a:ext cx="425028" cy="2245001"/>
          </a:xfrm>
          <a:prstGeom prst="rect">
            <a:avLst/>
          </a:prstGeom>
        </p:spPr>
      </p:pic>
      <p:graphicFrame>
        <p:nvGraphicFramePr>
          <p:cNvPr id="236" name="table 236"/>
          <p:cNvGraphicFramePr>
            <a:graphicFrameLocks noGrp="1"/>
          </p:cNvGraphicFramePr>
          <p:nvPr/>
        </p:nvGraphicFramePr>
        <p:xfrm>
          <a:off x="1492885" y="4411726"/>
          <a:ext cx="431165" cy="2251070"/>
        </p:xfrm>
        <a:graphic>
          <a:graphicData uri="http://schemas.openxmlformats.org/drawingml/2006/table">
            <a:tbl>
              <a:tblPr/>
              <a:tblGrid>
                <a:gridCol w="431165">
                  <a:extLst>
                    <a:ext uri="{9D8B030D-6E8A-4147-A177-3AD203B41FA5}">
                      <a16:colId xmlns:a16="http://schemas.microsoft.com/office/drawing/2014/main" val="20000"/>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15570" algn="l" rtl="0" eaLnBrk="0">
                        <a:lnSpc>
                          <a:spcPct val="80000"/>
                        </a:lnSpc>
                        <a:spcBef>
                          <a:spcPts val="5"/>
                        </a:spcBef>
                      </a:pPr>
                      <a:r>
                        <a:rPr sz="1800" kern="0" spc="-10" dirty="0">
                          <a:solidFill>
                            <a:srgbClr val="000000">
                              <a:alpha val="100000"/>
                            </a:srgbClr>
                          </a:solidFill>
                          <a:latin typeface="Arial" panose="020B0604020202020204"/>
                          <a:ea typeface="Arial" panose="020B0604020202020204"/>
                          <a:cs typeface="Arial" panose="020B0604020202020204"/>
                        </a:rPr>
                        <a:t>A</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15000"/>
                        </a:lnSpc>
                      </a:pPr>
                      <a:endParaRPr sz="600" dirty="0">
                        <a:latin typeface="Arial" panose="020B0604020202020204"/>
                        <a:ea typeface="Arial" panose="020B0604020202020204"/>
                        <a:cs typeface="Arial" panose="020B0604020202020204"/>
                      </a:endParaRPr>
                    </a:p>
                    <a:p>
                      <a:pPr marL="132715" algn="l" rtl="0" eaLnBrk="0">
                        <a:lnSpc>
                          <a:spcPct val="80000"/>
                        </a:lnSpc>
                      </a:pPr>
                      <a:r>
                        <a:rPr sz="1800" kern="0" spc="-10" dirty="0">
                          <a:solidFill>
                            <a:srgbClr val="000000">
                              <a:alpha val="100000"/>
                            </a:srgbClr>
                          </a:solidFill>
                          <a:latin typeface="Arial" panose="020B0604020202020204"/>
                          <a:ea typeface="Arial" panose="020B0604020202020204"/>
                          <a:cs typeface="Arial" panose="020B0604020202020204"/>
                        </a:rPr>
                        <a:t>B</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592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238" name="picture 238"/>
          <p:cNvPicPr>
            <a:picLocks noChangeAspect="1"/>
          </p:cNvPicPr>
          <p:nvPr/>
        </p:nvPicPr>
        <p:blipFill>
          <a:blip r:embed="rId6"/>
          <a:stretch>
            <a:fillRect/>
          </a:stretch>
        </p:blipFill>
        <p:spPr>
          <a:xfrm rot="21600000">
            <a:off x="10254869" y="4418076"/>
            <a:ext cx="424774" cy="2245001"/>
          </a:xfrm>
          <a:prstGeom prst="rect">
            <a:avLst/>
          </a:prstGeom>
        </p:spPr>
      </p:pic>
      <p:graphicFrame>
        <p:nvGraphicFramePr>
          <p:cNvPr id="240" name="table 240"/>
          <p:cNvGraphicFramePr>
            <a:graphicFrameLocks noGrp="1"/>
          </p:cNvGraphicFramePr>
          <p:nvPr/>
        </p:nvGraphicFramePr>
        <p:xfrm>
          <a:off x="10248519" y="4411726"/>
          <a:ext cx="430530" cy="2251070"/>
        </p:xfrm>
        <a:graphic>
          <a:graphicData uri="http://schemas.openxmlformats.org/drawingml/2006/table">
            <a:tbl>
              <a:tblPr/>
              <a:tblGrid>
                <a:gridCol w="430530">
                  <a:extLst>
                    <a:ext uri="{9D8B030D-6E8A-4147-A177-3AD203B41FA5}">
                      <a16:colId xmlns:a16="http://schemas.microsoft.com/office/drawing/2014/main" val="20000"/>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35255" algn="l" rtl="0" eaLnBrk="0">
                        <a:lnSpc>
                          <a:spcPct val="80000"/>
                        </a:lnSpc>
                        <a:spcBef>
                          <a:spcPts val="5"/>
                        </a:spcBef>
                      </a:pPr>
                      <a:r>
                        <a:rPr sz="1800" kern="0" spc="-10" dirty="0">
                          <a:solidFill>
                            <a:srgbClr val="000000">
                              <a:alpha val="100000"/>
                            </a:srgbClr>
                          </a:solidFill>
                          <a:latin typeface="Arial" panose="020B0604020202020204"/>
                          <a:ea typeface="Arial" panose="020B0604020202020204"/>
                          <a:cs typeface="Arial" panose="020B0604020202020204"/>
                        </a:rPr>
                        <a:t>E</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17475" algn="l" rtl="0" eaLnBrk="0">
                        <a:lnSpc>
                          <a:spcPct val="80000"/>
                        </a:lnSpc>
                        <a:spcBef>
                          <a:spcPts val="5"/>
                        </a:spcBef>
                      </a:pPr>
                      <a:r>
                        <a:rPr sz="1800" kern="0" spc="-10" dirty="0">
                          <a:solidFill>
                            <a:srgbClr val="000000">
                              <a:alpha val="100000"/>
                            </a:srgbClr>
                          </a:solidFill>
                          <a:latin typeface="Arial" panose="020B0604020202020204"/>
                          <a:ea typeface="Arial" panose="020B0604020202020204"/>
                          <a:cs typeface="Arial" panose="020B0604020202020204"/>
                        </a:rPr>
                        <a:t>A</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15000"/>
                        </a:lnSpc>
                      </a:pPr>
                      <a:endParaRPr sz="600" dirty="0">
                        <a:latin typeface="Arial" panose="020B0604020202020204"/>
                        <a:ea typeface="Arial" panose="020B0604020202020204"/>
                        <a:cs typeface="Arial" panose="020B0604020202020204"/>
                      </a:endParaRPr>
                    </a:p>
                    <a:p>
                      <a:pPr marL="133985" algn="l" rtl="0" eaLnBrk="0">
                        <a:lnSpc>
                          <a:spcPct val="80000"/>
                        </a:lnSpc>
                      </a:pPr>
                      <a:r>
                        <a:rPr sz="1800" kern="0" spc="-10" dirty="0">
                          <a:solidFill>
                            <a:srgbClr val="000000">
                              <a:alpha val="100000"/>
                            </a:srgbClr>
                          </a:solidFill>
                          <a:latin typeface="Arial" panose="020B0604020202020204"/>
                          <a:ea typeface="Arial" panose="020B0604020202020204"/>
                          <a:cs typeface="Arial" panose="020B0604020202020204"/>
                        </a:rPr>
                        <a:t>B</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592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242" name="picture 242"/>
          <p:cNvPicPr>
            <a:picLocks noChangeAspect="1"/>
          </p:cNvPicPr>
          <p:nvPr/>
        </p:nvPicPr>
        <p:blipFill>
          <a:blip r:embed="rId7"/>
          <a:stretch>
            <a:fillRect/>
          </a:stretch>
        </p:blipFill>
        <p:spPr>
          <a:xfrm rot="21600000">
            <a:off x="7129526" y="4418076"/>
            <a:ext cx="424519" cy="2245001"/>
          </a:xfrm>
          <a:prstGeom prst="rect">
            <a:avLst/>
          </a:prstGeom>
        </p:spPr>
      </p:pic>
      <p:graphicFrame>
        <p:nvGraphicFramePr>
          <p:cNvPr id="244" name="table 244"/>
          <p:cNvGraphicFramePr>
            <a:graphicFrameLocks noGrp="1"/>
          </p:cNvGraphicFramePr>
          <p:nvPr/>
        </p:nvGraphicFramePr>
        <p:xfrm>
          <a:off x="7123176" y="4411726"/>
          <a:ext cx="430530" cy="2251070"/>
        </p:xfrm>
        <a:graphic>
          <a:graphicData uri="http://schemas.openxmlformats.org/drawingml/2006/table">
            <a:tbl>
              <a:tblPr/>
              <a:tblGrid>
                <a:gridCol w="430530">
                  <a:extLst>
                    <a:ext uri="{9D8B030D-6E8A-4147-A177-3AD203B41FA5}">
                      <a16:colId xmlns:a16="http://schemas.microsoft.com/office/drawing/2014/main" val="20000"/>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34620" algn="l" rtl="0" eaLnBrk="0">
                        <a:lnSpc>
                          <a:spcPct val="80000"/>
                        </a:lnSpc>
                        <a:spcBef>
                          <a:spcPts val="5"/>
                        </a:spcBef>
                      </a:pPr>
                      <a:r>
                        <a:rPr sz="1800" kern="0" spc="-10" dirty="0">
                          <a:solidFill>
                            <a:srgbClr val="000000">
                              <a:alpha val="100000"/>
                            </a:srgbClr>
                          </a:solidFill>
                          <a:latin typeface="Arial" panose="020B0604020202020204"/>
                          <a:ea typeface="Arial" panose="020B0604020202020204"/>
                          <a:cs typeface="Arial" panose="020B0604020202020204"/>
                        </a:rPr>
                        <a:t>E</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16840" algn="l" rtl="0" eaLnBrk="0">
                        <a:lnSpc>
                          <a:spcPct val="80000"/>
                        </a:lnSpc>
                        <a:spcBef>
                          <a:spcPts val="5"/>
                        </a:spcBef>
                      </a:pPr>
                      <a:r>
                        <a:rPr sz="1800" kern="0" spc="-10" dirty="0">
                          <a:solidFill>
                            <a:srgbClr val="000000">
                              <a:alpha val="100000"/>
                            </a:srgbClr>
                          </a:solidFill>
                          <a:latin typeface="Arial" panose="020B0604020202020204"/>
                          <a:ea typeface="Arial" panose="020B0604020202020204"/>
                          <a:cs typeface="Arial" panose="020B0604020202020204"/>
                        </a:rPr>
                        <a:t>A</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15000"/>
                        </a:lnSpc>
                      </a:pPr>
                      <a:endParaRPr sz="600" dirty="0">
                        <a:latin typeface="Arial" panose="020B0604020202020204"/>
                        <a:ea typeface="Arial" panose="020B0604020202020204"/>
                        <a:cs typeface="Arial" panose="020B0604020202020204"/>
                      </a:endParaRPr>
                    </a:p>
                    <a:p>
                      <a:pPr marL="133350" algn="l" rtl="0" eaLnBrk="0">
                        <a:lnSpc>
                          <a:spcPct val="80000"/>
                        </a:lnSpc>
                      </a:pPr>
                      <a:r>
                        <a:rPr sz="1800" kern="0" spc="-10" dirty="0">
                          <a:solidFill>
                            <a:srgbClr val="000000">
                              <a:alpha val="100000"/>
                            </a:srgbClr>
                          </a:solidFill>
                          <a:latin typeface="Arial" panose="020B0604020202020204"/>
                          <a:ea typeface="Arial" panose="020B0604020202020204"/>
                          <a:cs typeface="Arial" panose="020B0604020202020204"/>
                        </a:rPr>
                        <a:t>B</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592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246" name="picture 246"/>
          <p:cNvPicPr>
            <a:picLocks noChangeAspect="1"/>
          </p:cNvPicPr>
          <p:nvPr/>
        </p:nvPicPr>
        <p:blipFill>
          <a:blip r:embed="rId8"/>
          <a:stretch>
            <a:fillRect/>
          </a:stretch>
        </p:blipFill>
        <p:spPr>
          <a:xfrm rot="21600000">
            <a:off x="4624451" y="4418076"/>
            <a:ext cx="424138" cy="2245001"/>
          </a:xfrm>
          <a:prstGeom prst="rect">
            <a:avLst/>
          </a:prstGeom>
        </p:spPr>
      </p:pic>
      <p:graphicFrame>
        <p:nvGraphicFramePr>
          <p:cNvPr id="248" name="table 248"/>
          <p:cNvGraphicFramePr>
            <a:graphicFrameLocks noGrp="1"/>
          </p:cNvGraphicFramePr>
          <p:nvPr/>
        </p:nvGraphicFramePr>
        <p:xfrm>
          <a:off x="4618101" y="4411726"/>
          <a:ext cx="429894" cy="2251070"/>
        </p:xfrm>
        <a:graphic>
          <a:graphicData uri="http://schemas.openxmlformats.org/drawingml/2006/table">
            <a:tbl>
              <a:tblPr/>
              <a:tblGrid>
                <a:gridCol w="429894">
                  <a:extLst>
                    <a:ext uri="{9D8B030D-6E8A-4147-A177-3AD203B41FA5}">
                      <a16:colId xmlns:a16="http://schemas.microsoft.com/office/drawing/2014/main" val="20000"/>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16205" algn="l" rtl="0" eaLnBrk="0">
                        <a:lnSpc>
                          <a:spcPct val="80000"/>
                        </a:lnSpc>
                        <a:spcBef>
                          <a:spcPts val="5"/>
                        </a:spcBef>
                      </a:pPr>
                      <a:r>
                        <a:rPr sz="1800" kern="0" spc="-10" dirty="0">
                          <a:solidFill>
                            <a:srgbClr val="000000">
                              <a:alpha val="100000"/>
                            </a:srgbClr>
                          </a:solidFill>
                          <a:latin typeface="Arial" panose="020B0604020202020204"/>
                          <a:ea typeface="Arial" panose="020B0604020202020204"/>
                          <a:cs typeface="Arial" panose="020B0604020202020204"/>
                        </a:rPr>
                        <a:t>A</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15000"/>
                        </a:lnSpc>
                      </a:pPr>
                      <a:endParaRPr sz="600" dirty="0">
                        <a:latin typeface="Arial" panose="020B0604020202020204"/>
                        <a:ea typeface="Arial" panose="020B0604020202020204"/>
                        <a:cs typeface="Arial" panose="020B0604020202020204"/>
                      </a:endParaRPr>
                    </a:p>
                    <a:p>
                      <a:pPr marL="133350" algn="l" rtl="0" eaLnBrk="0">
                        <a:lnSpc>
                          <a:spcPct val="80000"/>
                        </a:lnSpc>
                      </a:pPr>
                      <a:r>
                        <a:rPr sz="1800" kern="0" spc="-10" dirty="0">
                          <a:solidFill>
                            <a:srgbClr val="000000">
                              <a:alpha val="100000"/>
                            </a:srgbClr>
                          </a:solidFill>
                          <a:latin typeface="Arial" panose="020B0604020202020204"/>
                          <a:ea typeface="Arial" panose="020B0604020202020204"/>
                          <a:cs typeface="Arial" panose="020B0604020202020204"/>
                        </a:rPr>
                        <a:t>B</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592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16" name="group 16"/>
          <p:cNvGrpSpPr/>
          <p:nvPr/>
        </p:nvGrpSpPr>
        <p:grpSpPr>
          <a:xfrm rot="21600000">
            <a:off x="9651619" y="4418076"/>
            <a:ext cx="373380" cy="2194572"/>
            <a:chOff x="0" y="0"/>
            <a:chExt cx="373380" cy="2194572"/>
          </a:xfrm>
        </p:grpSpPr>
        <p:sp>
          <p:nvSpPr>
            <p:cNvPr id="250" name="path 250"/>
            <p:cNvSpPr/>
            <p:nvPr/>
          </p:nvSpPr>
          <p:spPr>
            <a:xfrm>
              <a:off x="0" y="0"/>
              <a:ext cx="373380" cy="365760"/>
            </a:xfrm>
            <a:custGeom>
              <a:avLst/>
              <a:gdLst/>
              <a:ahLst/>
              <a:cxnLst/>
              <a:rect l="0" t="0" r="0" b="0"/>
              <a:pathLst>
                <a:path w="588" h="576">
                  <a:moveTo>
                    <a:pt x="0" y="576"/>
                  </a:moveTo>
                  <a:lnTo>
                    <a:pt x="588" y="576"/>
                  </a:lnTo>
                  <a:lnTo>
                    <a:pt x="588" y="0"/>
                  </a:lnTo>
                  <a:lnTo>
                    <a:pt x="0" y="0"/>
                  </a:lnTo>
                  <a:lnTo>
                    <a:pt x="0" y="576"/>
                  </a:lnTo>
                  <a:close/>
                </a:path>
              </a:pathLst>
            </a:custGeom>
            <a:solidFill>
              <a:srgbClr val="009900">
                <a:alpha val="100000"/>
              </a:srgbClr>
            </a:solidFill>
            <a:ln w="0" cap="flat">
              <a:noFill/>
              <a:prstDash val="solid"/>
              <a:miter lim="0"/>
            </a:ln>
          </p:spPr>
          <p:txBody>
            <a:bodyPr rtlCol="0"/>
            <a:lstStyle/>
            <a:p>
              <a:pPr algn="ctr"/>
              <a:endParaRPr lang="zh-CN" altLang="en-US"/>
            </a:p>
          </p:txBody>
        </p:sp>
        <p:sp>
          <p:nvSpPr>
            <p:cNvPr id="252" name="path 252"/>
            <p:cNvSpPr/>
            <p:nvPr/>
          </p:nvSpPr>
          <p:spPr>
            <a:xfrm>
              <a:off x="0" y="365760"/>
              <a:ext cx="373380" cy="365760"/>
            </a:xfrm>
            <a:custGeom>
              <a:avLst/>
              <a:gdLst/>
              <a:ahLst/>
              <a:cxnLst/>
              <a:rect l="0" t="0" r="0" b="0"/>
              <a:pathLst>
                <a:path w="588" h="576">
                  <a:moveTo>
                    <a:pt x="0" y="576"/>
                  </a:moveTo>
                  <a:lnTo>
                    <a:pt x="588" y="576"/>
                  </a:lnTo>
                  <a:lnTo>
                    <a:pt x="588" y="0"/>
                  </a:lnTo>
                  <a:lnTo>
                    <a:pt x="0" y="0"/>
                  </a:lnTo>
                  <a:lnTo>
                    <a:pt x="0" y="576"/>
                  </a:lnTo>
                  <a:close/>
                </a:path>
              </a:pathLst>
            </a:custGeom>
            <a:solidFill>
              <a:srgbClr val="EB2713">
                <a:alpha val="100000"/>
              </a:srgbClr>
            </a:solidFill>
            <a:ln w="0" cap="flat">
              <a:noFill/>
              <a:prstDash val="solid"/>
              <a:miter lim="0"/>
            </a:ln>
          </p:spPr>
          <p:txBody>
            <a:bodyPr rtlCol="0"/>
            <a:lstStyle/>
            <a:p>
              <a:pPr algn="ctr"/>
              <a:endParaRPr lang="zh-CN" altLang="en-US"/>
            </a:p>
          </p:txBody>
        </p:sp>
        <p:sp>
          <p:nvSpPr>
            <p:cNvPr id="254" name="path 254"/>
            <p:cNvSpPr/>
            <p:nvPr/>
          </p:nvSpPr>
          <p:spPr>
            <a:xfrm>
              <a:off x="0" y="731520"/>
              <a:ext cx="373380" cy="365759"/>
            </a:xfrm>
            <a:custGeom>
              <a:avLst/>
              <a:gdLst/>
              <a:ahLst/>
              <a:cxnLst/>
              <a:rect l="0" t="0" r="0" b="0"/>
              <a:pathLst>
                <a:path w="588" h="575">
                  <a:moveTo>
                    <a:pt x="0" y="575"/>
                  </a:moveTo>
                  <a:lnTo>
                    <a:pt x="588" y="575"/>
                  </a:lnTo>
                  <a:lnTo>
                    <a:pt x="588" y="0"/>
                  </a:lnTo>
                  <a:lnTo>
                    <a:pt x="0" y="0"/>
                  </a:lnTo>
                  <a:lnTo>
                    <a:pt x="0" y="575"/>
                  </a:lnTo>
                  <a:close/>
                </a:path>
              </a:pathLst>
            </a:custGeom>
            <a:solidFill>
              <a:srgbClr val="009900">
                <a:alpha val="100000"/>
              </a:srgbClr>
            </a:solidFill>
            <a:ln w="0" cap="flat">
              <a:noFill/>
              <a:prstDash val="solid"/>
              <a:miter lim="0"/>
            </a:ln>
          </p:spPr>
          <p:txBody>
            <a:bodyPr rtlCol="0"/>
            <a:lstStyle/>
            <a:p>
              <a:pPr algn="ctr"/>
              <a:endParaRPr lang="zh-CN" altLang="en-US"/>
            </a:p>
          </p:txBody>
        </p:sp>
        <p:sp>
          <p:nvSpPr>
            <p:cNvPr id="256" name="path 256"/>
            <p:cNvSpPr/>
            <p:nvPr/>
          </p:nvSpPr>
          <p:spPr>
            <a:xfrm>
              <a:off x="0" y="1097292"/>
              <a:ext cx="373380" cy="731520"/>
            </a:xfrm>
            <a:custGeom>
              <a:avLst/>
              <a:gdLst/>
              <a:ahLst/>
              <a:cxnLst/>
              <a:rect l="0" t="0" r="0" b="0"/>
              <a:pathLst>
                <a:path w="588" h="1152">
                  <a:moveTo>
                    <a:pt x="0" y="576"/>
                  </a:moveTo>
                  <a:lnTo>
                    <a:pt x="588" y="576"/>
                  </a:lnTo>
                  <a:lnTo>
                    <a:pt x="588" y="0"/>
                  </a:lnTo>
                  <a:lnTo>
                    <a:pt x="0" y="0"/>
                  </a:lnTo>
                  <a:lnTo>
                    <a:pt x="0" y="576"/>
                  </a:lnTo>
                  <a:close/>
                </a:path>
                <a:path w="588" h="1152">
                  <a:moveTo>
                    <a:pt x="0" y="1152"/>
                  </a:moveTo>
                  <a:lnTo>
                    <a:pt x="588" y="1152"/>
                  </a:lnTo>
                  <a:lnTo>
                    <a:pt x="588" y="576"/>
                  </a:lnTo>
                  <a:lnTo>
                    <a:pt x="0" y="576"/>
                  </a:lnTo>
                  <a:lnTo>
                    <a:pt x="0" y="1152"/>
                  </a:lnTo>
                  <a:close/>
                </a:path>
              </a:pathLst>
            </a:custGeom>
            <a:solidFill>
              <a:srgbClr val="EB2713">
                <a:alpha val="100000"/>
              </a:srgbClr>
            </a:solidFill>
            <a:ln w="0" cap="flat">
              <a:noFill/>
              <a:prstDash val="solid"/>
              <a:miter lim="0"/>
            </a:ln>
          </p:spPr>
          <p:txBody>
            <a:bodyPr rtlCol="0"/>
            <a:lstStyle/>
            <a:p>
              <a:pPr algn="ctr"/>
              <a:endParaRPr lang="zh-CN" altLang="en-US"/>
            </a:p>
          </p:txBody>
        </p:sp>
        <p:sp>
          <p:nvSpPr>
            <p:cNvPr id="258" name="path 258"/>
            <p:cNvSpPr/>
            <p:nvPr/>
          </p:nvSpPr>
          <p:spPr>
            <a:xfrm>
              <a:off x="0" y="1828812"/>
              <a:ext cx="373380" cy="365759"/>
            </a:xfrm>
            <a:custGeom>
              <a:avLst/>
              <a:gdLst/>
              <a:ahLst/>
              <a:cxnLst/>
              <a:rect l="0" t="0" r="0" b="0"/>
              <a:pathLst>
                <a:path w="588" h="575">
                  <a:moveTo>
                    <a:pt x="0" y="575"/>
                  </a:moveTo>
                  <a:lnTo>
                    <a:pt x="588" y="575"/>
                  </a:lnTo>
                  <a:lnTo>
                    <a:pt x="588" y="0"/>
                  </a:lnTo>
                  <a:lnTo>
                    <a:pt x="0" y="0"/>
                  </a:lnTo>
                  <a:lnTo>
                    <a:pt x="0" y="575"/>
                  </a:lnTo>
                  <a:close/>
                </a:path>
              </a:pathLst>
            </a:custGeom>
            <a:solidFill>
              <a:srgbClr val="009900">
                <a:alpha val="100000"/>
              </a:srgbClr>
            </a:solidFill>
            <a:ln w="0" cap="flat">
              <a:noFill/>
              <a:prstDash val="solid"/>
              <a:miter lim="0"/>
            </a:ln>
          </p:spPr>
          <p:txBody>
            <a:bodyPr rtlCol="0"/>
            <a:lstStyle/>
            <a:p>
              <a:pPr algn="ctr"/>
              <a:endParaRPr lang="zh-CN" altLang="en-US"/>
            </a:p>
          </p:txBody>
        </p:sp>
      </p:grpSp>
      <p:grpSp>
        <p:nvGrpSpPr>
          <p:cNvPr id="18" name="group 18"/>
          <p:cNvGrpSpPr/>
          <p:nvPr/>
        </p:nvGrpSpPr>
        <p:grpSpPr>
          <a:xfrm rot="21600000">
            <a:off x="4021328" y="4418076"/>
            <a:ext cx="373379" cy="2194572"/>
            <a:chOff x="0" y="0"/>
            <a:chExt cx="373379" cy="2194572"/>
          </a:xfrm>
        </p:grpSpPr>
        <p:sp>
          <p:nvSpPr>
            <p:cNvPr id="260" name="path 260"/>
            <p:cNvSpPr/>
            <p:nvPr/>
          </p:nvSpPr>
          <p:spPr>
            <a:xfrm>
              <a:off x="0" y="0"/>
              <a:ext cx="373379" cy="1097280"/>
            </a:xfrm>
            <a:custGeom>
              <a:avLst/>
              <a:gdLst/>
              <a:ahLst/>
              <a:cxnLst/>
              <a:rect l="0" t="0" r="0" b="0"/>
              <a:pathLst>
                <a:path w="587" h="1728">
                  <a:moveTo>
                    <a:pt x="0" y="576"/>
                  </a:moveTo>
                  <a:lnTo>
                    <a:pt x="587" y="576"/>
                  </a:lnTo>
                  <a:lnTo>
                    <a:pt x="587" y="0"/>
                  </a:lnTo>
                  <a:lnTo>
                    <a:pt x="0" y="0"/>
                  </a:lnTo>
                  <a:lnTo>
                    <a:pt x="0" y="576"/>
                  </a:lnTo>
                  <a:close/>
                </a:path>
                <a:path w="587" h="1728">
                  <a:moveTo>
                    <a:pt x="0" y="1152"/>
                  </a:moveTo>
                  <a:lnTo>
                    <a:pt x="587" y="1152"/>
                  </a:lnTo>
                  <a:lnTo>
                    <a:pt x="587" y="576"/>
                  </a:lnTo>
                  <a:lnTo>
                    <a:pt x="0" y="576"/>
                  </a:lnTo>
                  <a:lnTo>
                    <a:pt x="0" y="1152"/>
                  </a:lnTo>
                  <a:close/>
                </a:path>
                <a:path w="587" h="1728">
                  <a:moveTo>
                    <a:pt x="0" y="1728"/>
                  </a:moveTo>
                  <a:lnTo>
                    <a:pt x="587" y="1728"/>
                  </a:lnTo>
                  <a:lnTo>
                    <a:pt x="587" y="1152"/>
                  </a:lnTo>
                  <a:lnTo>
                    <a:pt x="0" y="1152"/>
                  </a:lnTo>
                  <a:lnTo>
                    <a:pt x="0" y="1728"/>
                  </a:lnTo>
                  <a:close/>
                </a:path>
              </a:pathLst>
            </a:custGeom>
            <a:solidFill>
              <a:srgbClr val="009900">
                <a:alpha val="100000"/>
              </a:srgbClr>
            </a:solidFill>
            <a:ln w="0" cap="flat">
              <a:noFill/>
              <a:prstDash val="solid"/>
              <a:miter lim="0"/>
            </a:ln>
          </p:spPr>
          <p:txBody>
            <a:bodyPr rtlCol="0"/>
            <a:lstStyle/>
            <a:p>
              <a:pPr algn="ctr"/>
              <a:endParaRPr lang="zh-CN" altLang="en-US"/>
            </a:p>
          </p:txBody>
        </p:sp>
        <p:sp>
          <p:nvSpPr>
            <p:cNvPr id="262" name="path 262"/>
            <p:cNvSpPr/>
            <p:nvPr/>
          </p:nvSpPr>
          <p:spPr>
            <a:xfrm>
              <a:off x="0" y="1097292"/>
              <a:ext cx="373379" cy="731520"/>
            </a:xfrm>
            <a:custGeom>
              <a:avLst/>
              <a:gdLst/>
              <a:ahLst/>
              <a:cxnLst/>
              <a:rect l="0" t="0" r="0" b="0"/>
              <a:pathLst>
                <a:path w="587" h="1152">
                  <a:moveTo>
                    <a:pt x="0" y="576"/>
                  </a:moveTo>
                  <a:lnTo>
                    <a:pt x="587" y="576"/>
                  </a:lnTo>
                  <a:lnTo>
                    <a:pt x="587" y="0"/>
                  </a:lnTo>
                  <a:lnTo>
                    <a:pt x="0" y="0"/>
                  </a:lnTo>
                  <a:lnTo>
                    <a:pt x="0" y="576"/>
                  </a:lnTo>
                  <a:close/>
                </a:path>
                <a:path w="587" h="1152">
                  <a:moveTo>
                    <a:pt x="0" y="1152"/>
                  </a:moveTo>
                  <a:lnTo>
                    <a:pt x="587" y="1152"/>
                  </a:lnTo>
                  <a:lnTo>
                    <a:pt x="587" y="576"/>
                  </a:lnTo>
                  <a:lnTo>
                    <a:pt x="0" y="576"/>
                  </a:lnTo>
                  <a:lnTo>
                    <a:pt x="0" y="1152"/>
                  </a:lnTo>
                  <a:close/>
                </a:path>
              </a:pathLst>
            </a:custGeom>
            <a:solidFill>
              <a:srgbClr val="EB2713">
                <a:alpha val="100000"/>
              </a:srgbClr>
            </a:solidFill>
            <a:ln w="0" cap="flat">
              <a:noFill/>
              <a:prstDash val="solid"/>
              <a:miter lim="0"/>
            </a:ln>
          </p:spPr>
          <p:txBody>
            <a:bodyPr rtlCol="0"/>
            <a:lstStyle/>
            <a:p>
              <a:pPr algn="ctr"/>
              <a:endParaRPr lang="zh-CN" altLang="en-US"/>
            </a:p>
          </p:txBody>
        </p:sp>
        <p:sp>
          <p:nvSpPr>
            <p:cNvPr id="264" name="path 264"/>
            <p:cNvSpPr/>
            <p:nvPr/>
          </p:nvSpPr>
          <p:spPr>
            <a:xfrm>
              <a:off x="0" y="1828812"/>
              <a:ext cx="373379" cy="365759"/>
            </a:xfrm>
            <a:custGeom>
              <a:avLst/>
              <a:gdLst/>
              <a:ahLst/>
              <a:cxnLst/>
              <a:rect l="0" t="0" r="0" b="0"/>
              <a:pathLst>
                <a:path w="587" h="575">
                  <a:moveTo>
                    <a:pt x="0" y="575"/>
                  </a:moveTo>
                  <a:lnTo>
                    <a:pt x="587" y="575"/>
                  </a:lnTo>
                  <a:lnTo>
                    <a:pt x="587" y="0"/>
                  </a:lnTo>
                  <a:lnTo>
                    <a:pt x="0" y="0"/>
                  </a:lnTo>
                  <a:lnTo>
                    <a:pt x="0" y="575"/>
                  </a:lnTo>
                  <a:close/>
                </a:path>
              </a:pathLst>
            </a:custGeom>
            <a:solidFill>
              <a:srgbClr val="009900">
                <a:alpha val="100000"/>
              </a:srgbClr>
            </a:solidFill>
            <a:ln w="0" cap="flat">
              <a:noFill/>
              <a:prstDash val="solid"/>
              <a:miter lim="0"/>
            </a:ln>
          </p:spPr>
          <p:txBody>
            <a:bodyPr rtlCol="0"/>
            <a:lstStyle/>
            <a:p>
              <a:pPr algn="ctr"/>
              <a:endParaRPr lang="zh-CN" altLang="en-US"/>
            </a:p>
          </p:txBody>
        </p:sp>
      </p:grpSp>
      <p:grpSp>
        <p:nvGrpSpPr>
          <p:cNvPr id="20" name="group 20"/>
          <p:cNvGrpSpPr/>
          <p:nvPr/>
        </p:nvGrpSpPr>
        <p:grpSpPr>
          <a:xfrm rot="21600000">
            <a:off x="11045006" y="6024838"/>
            <a:ext cx="921774" cy="822622"/>
            <a:chOff x="0" y="0"/>
            <a:chExt cx="921774" cy="822622"/>
          </a:xfrm>
        </p:grpSpPr>
        <p:pic>
          <p:nvPicPr>
            <p:cNvPr id="266" name="picture 266"/>
            <p:cNvPicPr>
              <a:picLocks noChangeAspect="1"/>
            </p:cNvPicPr>
            <p:nvPr/>
          </p:nvPicPr>
          <p:blipFill>
            <a:blip r:embed="rId9"/>
            <a:stretch>
              <a:fillRect/>
            </a:stretch>
          </p:blipFill>
          <p:spPr>
            <a:xfrm rot="21600000">
              <a:off x="0" y="0"/>
              <a:ext cx="921774" cy="822622"/>
            </a:xfrm>
            <a:prstGeom prst="rect">
              <a:avLst/>
            </a:prstGeom>
          </p:spPr>
        </p:pic>
        <p:sp>
          <p:nvSpPr>
            <p:cNvPr id="268" name="textbox 268"/>
            <p:cNvSpPr/>
            <p:nvPr/>
          </p:nvSpPr>
          <p:spPr>
            <a:xfrm>
              <a:off x="-12700" y="-12700"/>
              <a:ext cx="947419" cy="909319"/>
            </a:xfrm>
            <a:prstGeom prst="rect">
              <a:avLst/>
            </a:prstGeom>
            <a:noFill/>
            <a:ln w="0" cap="flat">
              <a:no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377190" algn="l" rtl="0" eaLnBrk="0">
                <a:lnSpc>
                  <a:spcPct val="80000"/>
                </a:lnSpc>
                <a:spcBef>
                  <a:spcPts val="5"/>
                </a:spcBef>
              </a:pPr>
              <a:r>
                <a:rPr sz="2000" b="1" kern="0" spc="-90" dirty="0">
                  <a:solidFill>
                    <a:srgbClr val="5F7797">
                      <a:alpha val="100000"/>
                    </a:srgbClr>
                  </a:solidFill>
                  <a:latin typeface="Arial" panose="020B0604020202020204"/>
                  <a:ea typeface="Arial" panose="020B0604020202020204"/>
                  <a:cs typeface="Arial" panose="020B0604020202020204"/>
                </a:rPr>
                <a:t>12</a:t>
              </a:r>
              <a:endParaRPr sz="2000" dirty="0">
                <a:latin typeface="Arial" panose="020B0604020202020204"/>
                <a:ea typeface="Arial" panose="020B0604020202020204"/>
                <a:cs typeface="Arial" panose="020B0604020202020204"/>
              </a:endParaRPr>
            </a:p>
          </p:txBody>
        </p:sp>
      </p:grpSp>
      <p:sp>
        <p:nvSpPr>
          <p:cNvPr id="270" name="path 270"/>
          <p:cNvSpPr/>
          <p:nvPr/>
        </p:nvSpPr>
        <p:spPr>
          <a:xfrm>
            <a:off x="4870703" y="1118616"/>
            <a:ext cx="2450592" cy="85343"/>
          </a:xfrm>
          <a:custGeom>
            <a:avLst/>
            <a:gdLst/>
            <a:ahLst/>
            <a:cxnLst/>
            <a:rect l="0" t="0" r="0" b="0"/>
            <a:pathLst>
              <a:path w="3859" h="134">
                <a:moveTo>
                  <a:pt x="102" y="23"/>
                </a:moveTo>
                <a:cubicBezTo>
                  <a:pt x="113" y="26"/>
                  <a:pt x="124" y="19"/>
                  <a:pt x="135" y="22"/>
                </a:cubicBezTo>
                <a:cubicBezTo>
                  <a:pt x="129" y="23"/>
                  <a:pt x="135" y="25"/>
                  <a:pt x="129" y="26"/>
                </a:cubicBezTo>
                <a:cubicBezTo>
                  <a:pt x="102" y="23"/>
                  <a:pt x="102" y="31"/>
                  <a:pt x="75" y="32"/>
                </a:cubicBezTo>
                <a:cubicBezTo>
                  <a:pt x="86" y="36"/>
                  <a:pt x="107" y="31"/>
                  <a:pt x="107" y="39"/>
                </a:cubicBezTo>
                <a:cubicBezTo>
                  <a:pt x="145" y="35"/>
                  <a:pt x="156" y="18"/>
                  <a:pt x="183" y="22"/>
                </a:cubicBezTo>
                <a:cubicBezTo>
                  <a:pt x="178" y="23"/>
                  <a:pt x="189" y="26"/>
                  <a:pt x="183" y="28"/>
                </a:cubicBezTo>
                <a:cubicBezTo>
                  <a:pt x="167" y="32"/>
                  <a:pt x="151" y="36"/>
                  <a:pt x="172" y="40"/>
                </a:cubicBezTo>
                <a:cubicBezTo>
                  <a:pt x="183" y="39"/>
                  <a:pt x="189" y="36"/>
                  <a:pt x="199" y="35"/>
                </a:cubicBezTo>
                <a:cubicBezTo>
                  <a:pt x="194" y="28"/>
                  <a:pt x="189" y="22"/>
                  <a:pt x="205" y="16"/>
                </a:cubicBezTo>
                <a:cubicBezTo>
                  <a:pt x="210" y="23"/>
                  <a:pt x="215" y="23"/>
                  <a:pt x="237" y="31"/>
                </a:cubicBezTo>
                <a:cubicBezTo>
                  <a:pt x="215" y="36"/>
                  <a:pt x="205" y="36"/>
                  <a:pt x="199" y="45"/>
                </a:cubicBezTo>
                <a:cubicBezTo>
                  <a:pt x="183" y="38"/>
                  <a:pt x="183" y="46"/>
                  <a:pt x="183" y="49"/>
                </a:cubicBezTo>
                <a:cubicBezTo>
                  <a:pt x="178" y="46"/>
                  <a:pt x="172" y="45"/>
                  <a:pt x="167" y="43"/>
                </a:cubicBezTo>
                <a:cubicBezTo>
                  <a:pt x="135" y="52"/>
                  <a:pt x="162" y="59"/>
                  <a:pt x="135" y="64"/>
                </a:cubicBezTo>
                <a:cubicBezTo>
                  <a:pt x="140" y="63"/>
                  <a:pt x="151" y="63"/>
                  <a:pt x="162" y="63"/>
                </a:cubicBezTo>
                <a:cubicBezTo>
                  <a:pt x="145" y="66"/>
                  <a:pt x="151" y="67"/>
                  <a:pt x="140" y="70"/>
                </a:cubicBezTo>
                <a:cubicBezTo>
                  <a:pt x="129" y="60"/>
                  <a:pt x="107" y="72"/>
                  <a:pt x="91" y="67"/>
                </a:cubicBezTo>
                <a:cubicBezTo>
                  <a:pt x="107" y="57"/>
                  <a:pt x="113" y="48"/>
                  <a:pt x="135" y="40"/>
                </a:cubicBezTo>
                <a:cubicBezTo>
                  <a:pt x="118" y="39"/>
                  <a:pt x="97" y="42"/>
                  <a:pt x="86" y="38"/>
                </a:cubicBezTo>
                <a:cubicBezTo>
                  <a:pt x="64" y="42"/>
                  <a:pt x="54" y="46"/>
                  <a:pt x="54" y="50"/>
                </a:cubicBezTo>
                <a:cubicBezTo>
                  <a:pt x="70" y="52"/>
                  <a:pt x="64" y="42"/>
                  <a:pt x="86" y="45"/>
                </a:cubicBezTo>
                <a:cubicBezTo>
                  <a:pt x="97" y="49"/>
                  <a:pt x="75" y="50"/>
                  <a:pt x="81" y="53"/>
                </a:cubicBezTo>
                <a:cubicBezTo>
                  <a:pt x="86" y="53"/>
                  <a:pt x="97" y="52"/>
                  <a:pt x="97" y="53"/>
                </a:cubicBezTo>
                <a:cubicBezTo>
                  <a:pt x="37" y="62"/>
                  <a:pt x="37" y="74"/>
                  <a:pt x="0" y="84"/>
                </a:cubicBezTo>
                <a:cubicBezTo>
                  <a:pt x="32" y="80"/>
                  <a:pt x="64" y="74"/>
                  <a:pt x="91" y="80"/>
                </a:cubicBezTo>
                <a:cubicBezTo>
                  <a:pt x="102" y="74"/>
                  <a:pt x="43" y="73"/>
                  <a:pt x="70" y="66"/>
                </a:cubicBezTo>
                <a:cubicBezTo>
                  <a:pt x="75" y="73"/>
                  <a:pt x="118" y="70"/>
                  <a:pt x="135" y="79"/>
                </a:cubicBezTo>
                <a:cubicBezTo>
                  <a:pt x="118" y="82"/>
                  <a:pt x="102" y="86"/>
                  <a:pt x="86" y="89"/>
                </a:cubicBezTo>
                <a:cubicBezTo>
                  <a:pt x="64" y="83"/>
                  <a:pt x="37" y="90"/>
                  <a:pt x="16" y="90"/>
                </a:cubicBezTo>
                <a:cubicBezTo>
                  <a:pt x="32" y="94"/>
                  <a:pt x="10" y="101"/>
                  <a:pt x="37" y="98"/>
                </a:cubicBezTo>
                <a:cubicBezTo>
                  <a:pt x="37" y="90"/>
                  <a:pt x="129" y="90"/>
                  <a:pt x="140" y="98"/>
                </a:cubicBezTo>
                <a:cubicBezTo>
                  <a:pt x="151" y="96"/>
                  <a:pt x="167" y="93"/>
                  <a:pt x="183" y="90"/>
                </a:cubicBezTo>
                <a:cubicBezTo>
                  <a:pt x="194" y="98"/>
                  <a:pt x="215" y="90"/>
                  <a:pt x="232" y="94"/>
                </a:cubicBezTo>
                <a:cubicBezTo>
                  <a:pt x="232" y="104"/>
                  <a:pt x="215" y="97"/>
                  <a:pt x="194" y="100"/>
                </a:cubicBezTo>
                <a:cubicBezTo>
                  <a:pt x="189" y="103"/>
                  <a:pt x="189" y="106"/>
                  <a:pt x="199" y="110"/>
                </a:cubicBezTo>
                <a:cubicBezTo>
                  <a:pt x="221" y="103"/>
                  <a:pt x="237" y="106"/>
                  <a:pt x="259" y="100"/>
                </a:cubicBezTo>
                <a:cubicBezTo>
                  <a:pt x="248" y="96"/>
                  <a:pt x="226" y="84"/>
                  <a:pt x="269" y="84"/>
                </a:cubicBezTo>
                <a:cubicBezTo>
                  <a:pt x="259" y="80"/>
                  <a:pt x="237" y="76"/>
                  <a:pt x="253" y="72"/>
                </a:cubicBezTo>
                <a:cubicBezTo>
                  <a:pt x="280" y="74"/>
                  <a:pt x="280" y="62"/>
                  <a:pt x="302" y="64"/>
                </a:cubicBezTo>
                <a:cubicBezTo>
                  <a:pt x="291" y="67"/>
                  <a:pt x="302" y="69"/>
                  <a:pt x="296" y="70"/>
                </a:cubicBezTo>
                <a:cubicBezTo>
                  <a:pt x="291" y="72"/>
                  <a:pt x="275" y="70"/>
                  <a:pt x="280" y="74"/>
                </a:cubicBezTo>
                <a:cubicBezTo>
                  <a:pt x="302" y="74"/>
                  <a:pt x="269" y="97"/>
                  <a:pt x="264" y="106"/>
                </a:cubicBezTo>
                <a:cubicBezTo>
                  <a:pt x="296" y="106"/>
                  <a:pt x="307" y="96"/>
                  <a:pt x="318" y="107"/>
                </a:cubicBezTo>
                <a:cubicBezTo>
                  <a:pt x="334" y="98"/>
                  <a:pt x="367" y="100"/>
                  <a:pt x="350" y="92"/>
                </a:cubicBezTo>
                <a:cubicBezTo>
                  <a:pt x="334" y="92"/>
                  <a:pt x="329" y="93"/>
                  <a:pt x="323" y="96"/>
                </a:cubicBezTo>
                <a:cubicBezTo>
                  <a:pt x="323" y="93"/>
                  <a:pt x="285" y="93"/>
                  <a:pt x="302" y="89"/>
                </a:cubicBezTo>
                <a:cubicBezTo>
                  <a:pt x="334" y="87"/>
                  <a:pt x="329" y="86"/>
                  <a:pt x="334" y="79"/>
                </a:cubicBezTo>
                <a:cubicBezTo>
                  <a:pt x="345" y="82"/>
                  <a:pt x="361" y="76"/>
                  <a:pt x="372" y="82"/>
                </a:cubicBezTo>
                <a:cubicBezTo>
                  <a:pt x="334" y="87"/>
                  <a:pt x="361" y="90"/>
                  <a:pt x="383" y="89"/>
                </a:cubicBezTo>
                <a:cubicBezTo>
                  <a:pt x="361" y="94"/>
                  <a:pt x="356" y="101"/>
                  <a:pt x="350" y="107"/>
                </a:cubicBezTo>
                <a:cubicBezTo>
                  <a:pt x="388" y="110"/>
                  <a:pt x="404" y="90"/>
                  <a:pt x="442" y="103"/>
                </a:cubicBezTo>
                <a:cubicBezTo>
                  <a:pt x="437" y="106"/>
                  <a:pt x="421" y="104"/>
                  <a:pt x="426" y="107"/>
                </a:cubicBezTo>
                <a:cubicBezTo>
                  <a:pt x="437" y="106"/>
                  <a:pt x="431" y="108"/>
                  <a:pt x="437" y="111"/>
                </a:cubicBezTo>
                <a:cubicBezTo>
                  <a:pt x="458" y="103"/>
                  <a:pt x="480" y="101"/>
                  <a:pt x="496" y="92"/>
                </a:cubicBezTo>
                <a:cubicBezTo>
                  <a:pt x="512" y="93"/>
                  <a:pt x="529" y="89"/>
                  <a:pt x="545" y="90"/>
                </a:cubicBezTo>
                <a:cubicBezTo>
                  <a:pt x="518" y="94"/>
                  <a:pt x="523" y="101"/>
                  <a:pt x="512" y="107"/>
                </a:cubicBezTo>
                <a:cubicBezTo>
                  <a:pt x="502" y="108"/>
                  <a:pt x="469" y="104"/>
                  <a:pt x="475" y="110"/>
                </a:cubicBezTo>
                <a:cubicBezTo>
                  <a:pt x="485" y="107"/>
                  <a:pt x="491" y="114"/>
                  <a:pt x="502" y="113"/>
                </a:cubicBezTo>
                <a:cubicBezTo>
                  <a:pt x="512" y="111"/>
                  <a:pt x="523" y="108"/>
                  <a:pt x="534" y="107"/>
                </a:cubicBezTo>
                <a:cubicBezTo>
                  <a:pt x="550" y="111"/>
                  <a:pt x="534" y="113"/>
                  <a:pt x="555" y="114"/>
                </a:cubicBezTo>
                <a:cubicBezTo>
                  <a:pt x="577" y="111"/>
                  <a:pt x="583" y="110"/>
                  <a:pt x="583" y="104"/>
                </a:cubicBezTo>
                <a:cubicBezTo>
                  <a:pt x="620" y="106"/>
                  <a:pt x="593" y="110"/>
                  <a:pt x="631" y="115"/>
                </a:cubicBezTo>
                <a:cubicBezTo>
                  <a:pt x="653" y="108"/>
                  <a:pt x="669" y="115"/>
                  <a:pt x="690" y="108"/>
                </a:cubicBezTo>
                <a:cubicBezTo>
                  <a:pt x="696" y="110"/>
                  <a:pt x="690" y="113"/>
                  <a:pt x="707" y="115"/>
                </a:cubicBezTo>
                <a:cubicBezTo>
                  <a:pt x="723" y="114"/>
                  <a:pt x="744" y="113"/>
                  <a:pt x="761" y="114"/>
                </a:cubicBezTo>
                <a:cubicBezTo>
                  <a:pt x="744" y="110"/>
                  <a:pt x="782" y="103"/>
                  <a:pt x="798" y="107"/>
                </a:cubicBezTo>
                <a:cubicBezTo>
                  <a:pt x="798" y="114"/>
                  <a:pt x="755" y="106"/>
                  <a:pt x="771" y="114"/>
                </a:cubicBezTo>
                <a:cubicBezTo>
                  <a:pt x="831" y="111"/>
                  <a:pt x="885" y="118"/>
                  <a:pt x="950" y="114"/>
                </a:cubicBezTo>
                <a:cubicBezTo>
                  <a:pt x="923" y="110"/>
                  <a:pt x="944" y="106"/>
                  <a:pt x="950" y="101"/>
                </a:cubicBezTo>
                <a:cubicBezTo>
                  <a:pt x="944" y="111"/>
                  <a:pt x="1009" y="127"/>
                  <a:pt x="1009" y="113"/>
                </a:cubicBezTo>
                <a:cubicBezTo>
                  <a:pt x="982" y="117"/>
                  <a:pt x="993" y="101"/>
                  <a:pt x="971" y="100"/>
                </a:cubicBezTo>
                <a:cubicBezTo>
                  <a:pt x="977" y="98"/>
                  <a:pt x="982" y="96"/>
                  <a:pt x="982" y="94"/>
                </a:cubicBezTo>
                <a:cubicBezTo>
                  <a:pt x="982" y="100"/>
                  <a:pt x="993" y="98"/>
                  <a:pt x="1009" y="100"/>
                </a:cubicBezTo>
                <a:cubicBezTo>
                  <a:pt x="977" y="106"/>
                  <a:pt x="1020" y="111"/>
                  <a:pt x="1036" y="108"/>
                </a:cubicBezTo>
                <a:cubicBezTo>
                  <a:pt x="1025" y="111"/>
                  <a:pt x="1020" y="114"/>
                  <a:pt x="1036" y="117"/>
                </a:cubicBezTo>
                <a:cubicBezTo>
                  <a:pt x="1041" y="117"/>
                  <a:pt x="1047" y="115"/>
                  <a:pt x="1052" y="117"/>
                </a:cubicBezTo>
                <a:cubicBezTo>
                  <a:pt x="1057" y="106"/>
                  <a:pt x="1101" y="107"/>
                  <a:pt x="1095" y="92"/>
                </a:cubicBezTo>
                <a:cubicBezTo>
                  <a:pt x="1095" y="93"/>
                  <a:pt x="1101" y="94"/>
                  <a:pt x="1106" y="93"/>
                </a:cubicBezTo>
                <a:cubicBezTo>
                  <a:pt x="1101" y="96"/>
                  <a:pt x="1101" y="100"/>
                  <a:pt x="1122" y="104"/>
                </a:cubicBezTo>
                <a:cubicBezTo>
                  <a:pt x="1138" y="101"/>
                  <a:pt x="1192" y="101"/>
                  <a:pt x="1176" y="108"/>
                </a:cubicBezTo>
                <a:cubicBezTo>
                  <a:pt x="1155" y="101"/>
                  <a:pt x="1127" y="110"/>
                  <a:pt x="1084" y="107"/>
                </a:cubicBezTo>
                <a:cubicBezTo>
                  <a:pt x="1074" y="110"/>
                  <a:pt x="1079" y="113"/>
                  <a:pt x="1074" y="114"/>
                </a:cubicBezTo>
                <a:cubicBezTo>
                  <a:pt x="1106" y="121"/>
                  <a:pt x="1144" y="115"/>
                  <a:pt x="1176" y="118"/>
                </a:cubicBezTo>
                <a:cubicBezTo>
                  <a:pt x="1171" y="117"/>
                  <a:pt x="1165" y="115"/>
                  <a:pt x="1176" y="113"/>
                </a:cubicBezTo>
                <a:cubicBezTo>
                  <a:pt x="1225" y="108"/>
                  <a:pt x="1214" y="128"/>
                  <a:pt x="1214" y="128"/>
                </a:cubicBezTo>
                <a:cubicBezTo>
                  <a:pt x="1230" y="124"/>
                  <a:pt x="1263" y="120"/>
                  <a:pt x="1225" y="120"/>
                </a:cubicBezTo>
                <a:cubicBezTo>
                  <a:pt x="1230" y="114"/>
                  <a:pt x="1257" y="110"/>
                  <a:pt x="1268" y="121"/>
                </a:cubicBezTo>
                <a:cubicBezTo>
                  <a:pt x="1327" y="117"/>
                  <a:pt x="1365" y="124"/>
                  <a:pt x="1419" y="115"/>
                </a:cubicBezTo>
                <a:cubicBezTo>
                  <a:pt x="1425" y="122"/>
                  <a:pt x="1473" y="121"/>
                  <a:pt x="1500" y="120"/>
                </a:cubicBezTo>
                <a:cubicBezTo>
                  <a:pt x="1505" y="111"/>
                  <a:pt x="1516" y="114"/>
                  <a:pt x="1505" y="110"/>
                </a:cubicBezTo>
                <a:cubicBezTo>
                  <a:pt x="1516" y="108"/>
                  <a:pt x="1522" y="106"/>
                  <a:pt x="1532" y="104"/>
                </a:cubicBezTo>
                <a:cubicBezTo>
                  <a:pt x="1532" y="108"/>
                  <a:pt x="1543" y="111"/>
                  <a:pt x="1559" y="107"/>
                </a:cubicBezTo>
                <a:cubicBezTo>
                  <a:pt x="1559" y="101"/>
                  <a:pt x="1549" y="104"/>
                  <a:pt x="1532" y="101"/>
                </a:cubicBezTo>
                <a:cubicBezTo>
                  <a:pt x="1543" y="98"/>
                  <a:pt x="1538" y="96"/>
                  <a:pt x="1554" y="93"/>
                </a:cubicBezTo>
                <a:cubicBezTo>
                  <a:pt x="1554" y="101"/>
                  <a:pt x="1586" y="113"/>
                  <a:pt x="1543" y="121"/>
                </a:cubicBezTo>
                <a:cubicBezTo>
                  <a:pt x="1559" y="128"/>
                  <a:pt x="1559" y="114"/>
                  <a:pt x="1575" y="124"/>
                </a:cubicBezTo>
                <a:cubicBezTo>
                  <a:pt x="1597" y="122"/>
                  <a:pt x="1597" y="114"/>
                  <a:pt x="1608" y="117"/>
                </a:cubicBezTo>
                <a:cubicBezTo>
                  <a:pt x="1619" y="128"/>
                  <a:pt x="1624" y="115"/>
                  <a:pt x="1657" y="117"/>
                </a:cubicBezTo>
                <a:cubicBezTo>
                  <a:pt x="1662" y="120"/>
                  <a:pt x="1651" y="121"/>
                  <a:pt x="1646" y="122"/>
                </a:cubicBezTo>
                <a:cubicBezTo>
                  <a:pt x="1700" y="131"/>
                  <a:pt x="1662" y="108"/>
                  <a:pt x="1705" y="104"/>
                </a:cubicBezTo>
                <a:cubicBezTo>
                  <a:pt x="1667" y="94"/>
                  <a:pt x="1667" y="121"/>
                  <a:pt x="1624" y="111"/>
                </a:cubicBezTo>
                <a:cubicBezTo>
                  <a:pt x="1667" y="113"/>
                  <a:pt x="1657" y="96"/>
                  <a:pt x="1700" y="98"/>
                </a:cubicBezTo>
                <a:cubicBezTo>
                  <a:pt x="1705" y="93"/>
                  <a:pt x="1711" y="87"/>
                  <a:pt x="1727" y="82"/>
                </a:cubicBezTo>
                <a:cubicBezTo>
                  <a:pt x="1743" y="87"/>
                  <a:pt x="1705" y="94"/>
                  <a:pt x="1743" y="93"/>
                </a:cubicBezTo>
                <a:cubicBezTo>
                  <a:pt x="1727" y="98"/>
                  <a:pt x="1716" y="93"/>
                  <a:pt x="1705" y="94"/>
                </a:cubicBezTo>
                <a:cubicBezTo>
                  <a:pt x="1748" y="106"/>
                  <a:pt x="1667" y="114"/>
                  <a:pt x="1705" y="125"/>
                </a:cubicBezTo>
                <a:cubicBezTo>
                  <a:pt x="1727" y="121"/>
                  <a:pt x="1743" y="115"/>
                  <a:pt x="1732" y="110"/>
                </a:cubicBezTo>
                <a:cubicBezTo>
                  <a:pt x="1754" y="104"/>
                  <a:pt x="1770" y="107"/>
                  <a:pt x="1786" y="108"/>
                </a:cubicBezTo>
                <a:cubicBezTo>
                  <a:pt x="1759" y="111"/>
                  <a:pt x="1781" y="115"/>
                  <a:pt x="1759" y="120"/>
                </a:cubicBezTo>
                <a:cubicBezTo>
                  <a:pt x="1754" y="117"/>
                  <a:pt x="1748" y="114"/>
                  <a:pt x="1743" y="115"/>
                </a:cubicBezTo>
                <a:cubicBezTo>
                  <a:pt x="1759" y="122"/>
                  <a:pt x="1737" y="118"/>
                  <a:pt x="1743" y="125"/>
                </a:cubicBezTo>
                <a:cubicBezTo>
                  <a:pt x="1765" y="124"/>
                  <a:pt x="1797" y="125"/>
                  <a:pt x="1802" y="121"/>
                </a:cubicBezTo>
                <a:cubicBezTo>
                  <a:pt x="1797" y="117"/>
                  <a:pt x="1786" y="118"/>
                  <a:pt x="1775" y="118"/>
                </a:cubicBezTo>
                <a:cubicBezTo>
                  <a:pt x="1808" y="118"/>
                  <a:pt x="1792" y="110"/>
                  <a:pt x="1808" y="113"/>
                </a:cubicBezTo>
                <a:cubicBezTo>
                  <a:pt x="1813" y="115"/>
                  <a:pt x="1813" y="120"/>
                  <a:pt x="1813" y="124"/>
                </a:cubicBezTo>
                <a:cubicBezTo>
                  <a:pt x="1937" y="122"/>
                  <a:pt x="2061" y="127"/>
                  <a:pt x="2185" y="124"/>
                </a:cubicBezTo>
                <a:cubicBezTo>
                  <a:pt x="2159" y="115"/>
                  <a:pt x="2202" y="111"/>
                  <a:pt x="2213" y="111"/>
                </a:cubicBezTo>
                <a:cubicBezTo>
                  <a:pt x="2218" y="118"/>
                  <a:pt x="2196" y="118"/>
                  <a:pt x="2185" y="124"/>
                </a:cubicBezTo>
                <a:cubicBezTo>
                  <a:pt x="2202" y="131"/>
                  <a:pt x="2223" y="124"/>
                  <a:pt x="2234" y="120"/>
                </a:cubicBezTo>
                <a:cubicBezTo>
                  <a:pt x="2256" y="121"/>
                  <a:pt x="2240" y="127"/>
                  <a:pt x="2261" y="120"/>
                </a:cubicBezTo>
                <a:cubicBezTo>
                  <a:pt x="2261" y="131"/>
                  <a:pt x="2310" y="120"/>
                  <a:pt x="2331" y="127"/>
                </a:cubicBezTo>
                <a:cubicBezTo>
                  <a:pt x="2331" y="125"/>
                  <a:pt x="2364" y="122"/>
                  <a:pt x="2369" y="117"/>
                </a:cubicBezTo>
                <a:cubicBezTo>
                  <a:pt x="2374" y="120"/>
                  <a:pt x="2385" y="120"/>
                  <a:pt x="2391" y="121"/>
                </a:cubicBezTo>
                <a:cubicBezTo>
                  <a:pt x="2385" y="124"/>
                  <a:pt x="2358" y="120"/>
                  <a:pt x="2364" y="125"/>
                </a:cubicBezTo>
                <a:cubicBezTo>
                  <a:pt x="2380" y="124"/>
                  <a:pt x="2369" y="128"/>
                  <a:pt x="2380" y="131"/>
                </a:cubicBezTo>
                <a:cubicBezTo>
                  <a:pt x="2417" y="124"/>
                  <a:pt x="2482" y="134"/>
                  <a:pt x="2504" y="125"/>
                </a:cubicBezTo>
                <a:cubicBezTo>
                  <a:pt x="2493" y="120"/>
                  <a:pt x="2417" y="125"/>
                  <a:pt x="2407" y="117"/>
                </a:cubicBezTo>
                <a:cubicBezTo>
                  <a:pt x="2450" y="122"/>
                  <a:pt x="2499" y="118"/>
                  <a:pt x="2547" y="117"/>
                </a:cubicBezTo>
                <a:cubicBezTo>
                  <a:pt x="2536" y="118"/>
                  <a:pt x="2531" y="120"/>
                  <a:pt x="2520" y="122"/>
                </a:cubicBezTo>
                <a:cubicBezTo>
                  <a:pt x="2531" y="125"/>
                  <a:pt x="2542" y="128"/>
                  <a:pt x="2547" y="131"/>
                </a:cubicBezTo>
                <a:cubicBezTo>
                  <a:pt x="2580" y="128"/>
                  <a:pt x="2547" y="121"/>
                  <a:pt x="2569" y="118"/>
                </a:cubicBezTo>
                <a:cubicBezTo>
                  <a:pt x="2574" y="120"/>
                  <a:pt x="2563" y="121"/>
                  <a:pt x="2574" y="124"/>
                </a:cubicBezTo>
                <a:cubicBezTo>
                  <a:pt x="2617" y="117"/>
                  <a:pt x="2585" y="101"/>
                  <a:pt x="2617" y="100"/>
                </a:cubicBezTo>
                <a:cubicBezTo>
                  <a:pt x="2601" y="107"/>
                  <a:pt x="2623" y="117"/>
                  <a:pt x="2585" y="124"/>
                </a:cubicBezTo>
                <a:cubicBezTo>
                  <a:pt x="2617" y="134"/>
                  <a:pt x="2623" y="120"/>
                  <a:pt x="2650" y="131"/>
                </a:cubicBezTo>
                <a:cubicBezTo>
                  <a:pt x="2666" y="127"/>
                  <a:pt x="2677" y="130"/>
                  <a:pt x="2693" y="124"/>
                </a:cubicBezTo>
                <a:cubicBezTo>
                  <a:pt x="2698" y="131"/>
                  <a:pt x="2758" y="134"/>
                  <a:pt x="2769" y="125"/>
                </a:cubicBezTo>
                <a:cubicBezTo>
                  <a:pt x="2790" y="130"/>
                  <a:pt x="2828" y="134"/>
                  <a:pt x="2849" y="124"/>
                </a:cubicBezTo>
                <a:cubicBezTo>
                  <a:pt x="2855" y="131"/>
                  <a:pt x="2892" y="131"/>
                  <a:pt x="2892" y="122"/>
                </a:cubicBezTo>
                <a:cubicBezTo>
                  <a:pt x="2903" y="125"/>
                  <a:pt x="2909" y="128"/>
                  <a:pt x="2909" y="130"/>
                </a:cubicBezTo>
                <a:cubicBezTo>
                  <a:pt x="2941" y="118"/>
                  <a:pt x="3065" y="128"/>
                  <a:pt x="3038" y="108"/>
                </a:cubicBezTo>
                <a:cubicBezTo>
                  <a:pt x="3049" y="107"/>
                  <a:pt x="3055" y="111"/>
                  <a:pt x="3060" y="114"/>
                </a:cubicBezTo>
                <a:cubicBezTo>
                  <a:pt x="3076" y="111"/>
                  <a:pt x="3065" y="108"/>
                  <a:pt x="3071" y="107"/>
                </a:cubicBezTo>
                <a:cubicBezTo>
                  <a:pt x="3082" y="107"/>
                  <a:pt x="3098" y="103"/>
                  <a:pt x="3109" y="107"/>
                </a:cubicBezTo>
                <a:cubicBezTo>
                  <a:pt x="3087" y="111"/>
                  <a:pt x="3076" y="114"/>
                  <a:pt x="3082" y="122"/>
                </a:cubicBezTo>
                <a:cubicBezTo>
                  <a:pt x="3060" y="121"/>
                  <a:pt x="3038" y="127"/>
                  <a:pt x="3022" y="127"/>
                </a:cubicBezTo>
                <a:cubicBezTo>
                  <a:pt x="3082" y="131"/>
                  <a:pt x="3190" y="132"/>
                  <a:pt x="3254" y="118"/>
                </a:cubicBezTo>
                <a:cubicBezTo>
                  <a:pt x="3265" y="127"/>
                  <a:pt x="3287" y="111"/>
                  <a:pt x="3303" y="115"/>
                </a:cubicBezTo>
                <a:cubicBezTo>
                  <a:pt x="3281" y="120"/>
                  <a:pt x="3260" y="124"/>
                  <a:pt x="3260" y="130"/>
                </a:cubicBezTo>
                <a:cubicBezTo>
                  <a:pt x="3270" y="128"/>
                  <a:pt x="3287" y="125"/>
                  <a:pt x="3297" y="130"/>
                </a:cubicBezTo>
                <a:cubicBezTo>
                  <a:pt x="3335" y="122"/>
                  <a:pt x="3319" y="108"/>
                  <a:pt x="3362" y="110"/>
                </a:cubicBezTo>
                <a:cubicBezTo>
                  <a:pt x="3368" y="104"/>
                  <a:pt x="3357" y="90"/>
                  <a:pt x="3400" y="90"/>
                </a:cubicBezTo>
                <a:cubicBezTo>
                  <a:pt x="3378" y="106"/>
                  <a:pt x="3405" y="115"/>
                  <a:pt x="3324" y="127"/>
                </a:cubicBezTo>
                <a:cubicBezTo>
                  <a:pt x="3362" y="134"/>
                  <a:pt x="3422" y="125"/>
                  <a:pt x="3449" y="115"/>
                </a:cubicBezTo>
                <a:cubicBezTo>
                  <a:pt x="3438" y="110"/>
                  <a:pt x="3422" y="115"/>
                  <a:pt x="3416" y="110"/>
                </a:cubicBezTo>
                <a:cubicBezTo>
                  <a:pt x="3422" y="110"/>
                  <a:pt x="3416" y="107"/>
                  <a:pt x="3422" y="107"/>
                </a:cubicBezTo>
                <a:cubicBezTo>
                  <a:pt x="3459" y="108"/>
                  <a:pt x="3513" y="107"/>
                  <a:pt x="3535" y="96"/>
                </a:cubicBezTo>
                <a:cubicBezTo>
                  <a:pt x="3557" y="100"/>
                  <a:pt x="3540" y="104"/>
                  <a:pt x="3524" y="108"/>
                </a:cubicBezTo>
                <a:cubicBezTo>
                  <a:pt x="3519" y="106"/>
                  <a:pt x="3524" y="103"/>
                  <a:pt x="3508" y="106"/>
                </a:cubicBezTo>
                <a:cubicBezTo>
                  <a:pt x="3497" y="114"/>
                  <a:pt x="3519" y="110"/>
                  <a:pt x="3535" y="114"/>
                </a:cubicBezTo>
                <a:cubicBezTo>
                  <a:pt x="3519" y="115"/>
                  <a:pt x="3508" y="122"/>
                  <a:pt x="3497" y="118"/>
                </a:cubicBezTo>
                <a:cubicBezTo>
                  <a:pt x="3481" y="115"/>
                  <a:pt x="3502" y="113"/>
                  <a:pt x="3492" y="110"/>
                </a:cubicBezTo>
                <a:cubicBezTo>
                  <a:pt x="3432" y="111"/>
                  <a:pt x="3476" y="121"/>
                  <a:pt x="3449" y="128"/>
                </a:cubicBezTo>
                <a:cubicBezTo>
                  <a:pt x="3481" y="131"/>
                  <a:pt x="3535" y="117"/>
                  <a:pt x="3557" y="110"/>
                </a:cubicBezTo>
                <a:cubicBezTo>
                  <a:pt x="3567" y="111"/>
                  <a:pt x="3573" y="110"/>
                  <a:pt x="3584" y="114"/>
                </a:cubicBezTo>
                <a:cubicBezTo>
                  <a:pt x="3600" y="103"/>
                  <a:pt x="3632" y="94"/>
                  <a:pt x="3664" y="87"/>
                </a:cubicBezTo>
                <a:cubicBezTo>
                  <a:pt x="3648" y="80"/>
                  <a:pt x="3638" y="86"/>
                  <a:pt x="3627" y="90"/>
                </a:cubicBezTo>
                <a:cubicBezTo>
                  <a:pt x="3594" y="80"/>
                  <a:pt x="3632" y="73"/>
                  <a:pt x="3664" y="70"/>
                </a:cubicBezTo>
                <a:cubicBezTo>
                  <a:pt x="3675" y="76"/>
                  <a:pt x="3632" y="73"/>
                  <a:pt x="3659" y="82"/>
                </a:cubicBezTo>
                <a:cubicBezTo>
                  <a:pt x="3670" y="79"/>
                  <a:pt x="3675" y="80"/>
                  <a:pt x="3686" y="77"/>
                </a:cubicBezTo>
                <a:cubicBezTo>
                  <a:pt x="3675" y="64"/>
                  <a:pt x="3735" y="55"/>
                  <a:pt x="3702" y="40"/>
                </a:cubicBezTo>
                <a:cubicBezTo>
                  <a:pt x="3718" y="38"/>
                  <a:pt x="3729" y="38"/>
                  <a:pt x="3735" y="42"/>
                </a:cubicBezTo>
                <a:cubicBezTo>
                  <a:pt x="3713" y="45"/>
                  <a:pt x="3740" y="49"/>
                  <a:pt x="3751" y="49"/>
                </a:cubicBezTo>
                <a:cubicBezTo>
                  <a:pt x="3735" y="52"/>
                  <a:pt x="3718" y="55"/>
                  <a:pt x="3729" y="59"/>
                </a:cubicBezTo>
                <a:cubicBezTo>
                  <a:pt x="3756" y="57"/>
                  <a:pt x="3762" y="50"/>
                  <a:pt x="3794" y="45"/>
                </a:cubicBezTo>
                <a:cubicBezTo>
                  <a:pt x="3805" y="48"/>
                  <a:pt x="3810" y="50"/>
                  <a:pt x="3821" y="50"/>
                </a:cubicBezTo>
                <a:cubicBezTo>
                  <a:pt x="3837" y="46"/>
                  <a:pt x="3853" y="49"/>
                  <a:pt x="3859" y="43"/>
                </a:cubicBezTo>
                <a:cubicBezTo>
                  <a:pt x="3848" y="35"/>
                  <a:pt x="3832" y="46"/>
                  <a:pt x="3826" y="42"/>
                </a:cubicBezTo>
                <a:cubicBezTo>
                  <a:pt x="3832" y="39"/>
                  <a:pt x="3848" y="36"/>
                  <a:pt x="3842" y="32"/>
                </a:cubicBezTo>
                <a:cubicBezTo>
                  <a:pt x="3805" y="33"/>
                  <a:pt x="3772" y="45"/>
                  <a:pt x="3740" y="43"/>
                </a:cubicBezTo>
                <a:cubicBezTo>
                  <a:pt x="3762" y="35"/>
                  <a:pt x="3718" y="36"/>
                  <a:pt x="3702" y="33"/>
                </a:cubicBezTo>
                <a:cubicBezTo>
                  <a:pt x="3708" y="32"/>
                  <a:pt x="3713" y="31"/>
                  <a:pt x="3708" y="29"/>
                </a:cubicBezTo>
                <a:cubicBezTo>
                  <a:pt x="3681" y="38"/>
                  <a:pt x="3697" y="48"/>
                  <a:pt x="3691" y="56"/>
                </a:cubicBezTo>
                <a:cubicBezTo>
                  <a:pt x="3670" y="57"/>
                  <a:pt x="3648" y="70"/>
                  <a:pt x="3616" y="60"/>
                </a:cubicBezTo>
                <a:cubicBezTo>
                  <a:pt x="3638" y="57"/>
                  <a:pt x="3616" y="53"/>
                  <a:pt x="3611" y="49"/>
                </a:cubicBezTo>
                <a:cubicBezTo>
                  <a:pt x="3578" y="56"/>
                  <a:pt x="3589" y="64"/>
                  <a:pt x="3584" y="73"/>
                </a:cubicBezTo>
                <a:cubicBezTo>
                  <a:pt x="3600" y="72"/>
                  <a:pt x="3594" y="63"/>
                  <a:pt x="3616" y="66"/>
                </a:cubicBezTo>
                <a:cubicBezTo>
                  <a:pt x="3621" y="73"/>
                  <a:pt x="3600" y="72"/>
                  <a:pt x="3578" y="77"/>
                </a:cubicBezTo>
                <a:cubicBezTo>
                  <a:pt x="3578" y="82"/>
                  <a:pt x="3611" y="79"/>
                  <a:pt x="3594" y="83"/>
                </a:cubicBezTo>
                <a:cubicBezTo>
                  <a:pt x="3540" y="90"/>
                  <a:pt x="3513" y="96"/>
                  <a:pt x="3465" y="101"/>
                </a:cubicBezTo>
                <a:cubicBezTo>
                  <a:pt x="3465" y="98"/>
                  <a:pt x="3481" y="94"/>
                  <a:pt x="3481" y="92"/>
                </a:cubicBezTo>
                <a:cubicBezTo>
                  <a:pt x="3508" y="90"/>
                  <a:pt x="3578" y="84"/>
                  <a:pt x="3573" y="79"/>
                </a:cubicBezTo>
                <a:cubicBezTo>
                  <a:pt x="3535" y="77"/>
                  <a:pt x="3530" y="83"/>
                  <a:pt x="3492" y="82"/>
                </a:cubicBezTo>
                <a:cubicBezTo>
                  <a:pt x="3508" y="73"/>
                  <a:pt x="3530" y="77"/>
                  <a:pt x="3557" y="73"/>
                </a:cubicBezTo>
                <a:cubicBezTo>
                  <a:pt x="3584" y="66"/>
                  <a:pt x="3573" y="53"/>
                  <a:pt x="3562" y="49"/>
                </a:cubicBezTo>
                <a:cubicBezTo>
                  <a:pt x="3573" y="49"/>
                  <a:pt x="3584" y="48"/>
                  <a:pt x="3600" y="45"/>
                </a:cubicBezTo>
                <a:cubicBezTo>
                  <a:pt x="3605" y="49"/>
                  <a:pt x="3616" y="49"/>
                  <a:pt x="3632" y="46"/>
                </a:cubicBezTo>
                <a:cubicBezTo>
                  <a:pt x="3621" y="40"/>
                  <a:pt x="3578" y="46"/>
                  <a:pt x="3584" y="39"/>
                </a:cubicBezTo>
                <a:cubicBezTo>
                  <a:pt x="3600" y="40"/>
                  <a:pt x="3621" y="43"/>
                  <a:pt x="3638" y="42"/>
                </a:cubicBezTo>
                <a:cubicBezTo>
                  <a:pt x="3632" y="38"/>
                  <a:pt x="3627" y="33"/>
                  <a:pt x="3632" y="29"/>
                </a:cubicBezTo>
                <a:cubicBezTo>
                  <a:pt x="3611" y="36"/>
                  <a:pt x="3594" y="32"/>
                  <a:pt x="3578" y="31"/>
                </a:cubicBezTo>
                <a:cubicBezTo>
                  <a:pt x="3562" y="33"/>
                  <a:pt x="3573" y="36"/>
                  <a:pt x="3551" y="39"/>
                </a:cubicBezTo>
                <a:cubicBezTo>
                  <a:pt x="3557" y="40"/>
                  <a:pt x="3567" y="42"/>
                  <a:pt x="3573" y="42"/>
                </a:cubicBezTo>
                <a:cubicBezTo>
                  <a:pt x="3540" y="42"/>
                  <a:pt x="3562" y="50"/>
                  <a:pt x="3540" y="55"/>
                </a:cubicBezTo>
                <a:cubicBezTo>
                  <a:pt x="3519" y="46"/>
                  <a:pt x="3546" y="48"/>
                  <a:pt x="3513" y="42"/>
                </a:cubicBezTo>
                <a:cubicBezTo>
                  <a:pt x="3481" y="45"/>
                  <a:pt x="3443" y="46"/>
                  <a:pt x="3432" y="35"/>
                </a:cubicBezTo>
                <a:cubicBezTo>
                  <a:pt x="3427" y="36"/>
                  <a:pt x="3416" y="36"/>
                  <a:pt x="3411" y="38"/>
                </a:cubicBezTo>
                <a:cubicBezTo>
                  <a:pt x="3405" y="43"/>
                  <a:pt x="3427" y="45"/>
                  <a:pt x="3427" y="49"/>
                </a:cubicBezTo>
                <a:cubicBezTo>
                  <a:pt x="3395" y="46"/>
                  <a:pt x="3351" y="63"/>
                  <a:pt x="3297" y="55"/>
                </a:cubicBezTo>
                <a:cubicBezTo>
                  <a:pt x="3324" y="57"/>
                  <a:pt x="3330" y="42"/>
                  <a:pt x="3362" y="45"/>
                </a:cubicBezTo>
                <a:cubicBezTo>
                  <a:pt x="3357" y="46"/>
                  <a:pt x="3346" y="48"/>
                  <a:pt x="3351" y="49"/>
                </a:cubicBezTo>
                <a:cubicBezTo>
                  <a:pt x="3362" y="48"/>
                  <a:pt x="3368" y="52"/>
                  <a:pt x="3384" y="48"/>
                </a:cubicBezTo>
                <a:cubicBezTo>
                  <a:pt x="3373" y="31"/>
                  <a:pt x="3459" y="33"/>
                  <a:pt x="3459" y="28"/>
                </a:cubicBezTo>
                <a:cubicBezTo>
                  <a:pt x="3416" y="33"/>
                  <a:pt x="3373" y="26"/>
                  <a:pt x="3330" y="31"/>
                </a:cubicBezTo>
                <a:cubicBezTo>
                  <a:pt x="3335" y="32"/>
                  <a:pt x="3324" y="33"/>
                  <a:pt x="3319" y="35"/>
                </a:cubicBezTo>
                <a:cubicBezTo>
                  <a:pt x="3324" y="38"/>
                  <a:pt x="3330" y="39"/>
                  <a:pt x="3324" y="42"/>
                </a:cubicBezTo>
                <a:cubicBezTo>
                  <a:pt x="3303" y="43"/>
                  <a:pt x="3297" y="52"/>
                  <a:pt x="3292" y="49"/>
                </a:cubicBezTo>
                <a:cubicBezTo>
                  <a:pt x="3292" y="46"/>
                  <a:pt x="3308" y="43"/>
                  <a:pt x="3292" y="40"/>
                </a:cubicBezTo>
                <a:cubicBezTo>
                  <a:pt x="3287" y="40"/>
                  <a:pt x="3281" y="43"/>
                  <a:pt x="3276" y="42"/>
                </a:cubicBezTo>
                <a:cubicBezTo>
                  <a:pt x="3254" y="46"/>
                  <a:pt x="3260" y="55"/>
                  <a:pt x="3227" y="52"/>
                </a:cubicBezTo>
                <a:cubicBezTo>
                  <a:pt x="3222" y="48"/>
                  <a:pt x="3260" y="46"/>
                  <a:pt x="3249" y="42"/>
                </a:cubicBezTo>
                <a:cubicBezTo>
                  <a:pt x="3227" y="48"/>
                  <a:pt x="3216" y="39"/>
                  <a:pt x="3200" y="45"/>
                </a:cubicBezTo>
                <a:cubicBezTo>
                  <a:pt x="3211" y="49"/>
                  <a:pt x="3222" y="52"/>
                  <a:pt x="3200" y="55"/>
                </a:cubicBezTo>
                <a:cubicBezTo>
                  <a:pt x="3206" y="42"/>
                  <a:pt x="3162" y="53"/>
                  <a:pt x="3195" y="40"/>
                </a:cubicBezTo>
                <a:cubicBezTo>
                  <a:pt x="3227" y="45"/>
                  <a:pt x="3270" y="32"/>
                  <a:pt x="3303" y="40"/>
                </a:cubicBezTo>
                <a:cubicBezTo>
                  <a:pt x="3324" y="39"/>
                  <a:pt x="3297" y="28"/>
                  <a:pt x="3292" y="31"/>
                </a:cubicBezTo>
                <a:cubicBezTo>
                  <a:pt x="3292" y="33"/>
                  <a:pt x="3254" y="33"/>
                  <a:pt x="3249" y="36"/>
                </a:cubicBezTo>
                <a:cubicBezTo>
                  <a:pt x="3238" y="33"/>
                  <a:pt x="3249" y="32"/>
                  <a:pt x="3249" y="29"/>
                </a:cubicBezTo>
                <a:cubicBezTo>
                  <a:pt x="3243" y="29"/>
                  <a:pt x="3243" y="31"/>
                  <a:pt x="3238" y="29"/>
                </a:cubicBezTo>
                <a:cubicBezTo>
                  <a:pt x="3232" y="29"/>
                  <a:pt x="3227" y="29"/>
                  <a:pt x="3222" y="29"/>
                </a:cubicBezTo>
                <a:cubicBezTo>
                  <a:pt x="3227" y="32"/>
                  <a:pt x="3243" y="35"/>
                  <a:pt x="3232" y="38"/>
                </a:cubicBezTo>
                <a:cubicBezTo>
                  <a:pt x="3227" y="35"/>
                  <a:pt x="3222" y="38"/>
                  <a:pt x="3211" y="36"/>
                </a:cubicBezTo>
                <a:cubicBezTo>
                  <a:pt x="3200" y="33"/>
                  <a:pt x="3211" y="32"/>
                  <a:pt x="3200" y="29"/>
                </a:cubicBezTo>
                <a:cubicBezTo>
                  <a:pt x="3179" y="28"/>
                  <a:pt x="3190" y="32"/>
                  <a:pt x="3168" y="35"/>
                </a:cubicBezTo>
                <a:cubicBezTo>
                  <a:pt x="3179" y="26"/>
                  <a:pt x="3076" y="29"/>
                  <a:pt x="3125" y="33"/>
                </a:cubicBezTo>
                <a:cubicBezTo>
                  <a:pt x="3119" y="35"/>
                  <a:pt x="3109" y="38"/>
                  <a:pt x="3103" y="39"/>
                </a:cubicBezTo>
                <a:cubicBezTo>
                  <a:pt x="3087" y="31"/>
                  <a:pt x="3060" y="38"/>
                  <a:pt x="3044" y="35"/>
                </a:cubicBezTo>
                <a:cubicBezTo>
                  <a:pt x="3038" y="33"/>
                  <a:pt x="3049" y="32"/>
                  <a:pt x="3044" y="29"/>
                </a:cubicBezTo>
                <a:cubicBezTo>
                  <a:pt x="3028" y="29"/>
                  <a:pt x="3011" y="36"/>
                  <a:pt x="2995" y="29"/>
                </a:cubicBezTo>
                <a:cubicBezTo>
                  <a:pt x="2974" y="31"/>
                  <a:pt x="2984" y="39"/>
                  <a:pt x="2968" y="36"/>
                </a:cubicBezTo>
                <a:cubicBezTo>
                  <a:pt x="2974" y="25"/>
                  <a:pt x="2876" y="25"/>
                  <a:pt x="2849" y="36"/>
                </a:cubicBezTo>
                <a:cubicBezTo>
                  <a:pt x="2822" y="38"/>
                  <a:pt x="2855" y="28"/>
                  <a:pt x="2833" y="31"/>
                </a:cubicBezTo>
                <a:cubicBezTo>
                  <a:pt x="2844" y="33"/>
                  <a:pt x="2806" y="36"/>
                  <a:pt x="2806" y="33"/>
                </a:cubicBezTo>
                <a:cubicBezTo>
                  <a:pt x="2812" y="31"/>
                  <a:pt x="2801" y="28"/>
                  <a:pt x="2801" y="26"/>
                </a:cubicBezTo>
                <a:cubicBezTo>
                  <a:pt x="2774" y="28"/>
                  <a:pt x="2812" y="32"/>
                  <a:pt x="2785" y="35"/>
                </a:cubicBezTo>
                <a:cubicBezTo>
                  <a:pt x="2785" y="32"/>
                  <a:pt x="2774" y="33"/>
                  <a:pt x="2774" y="32"/>
                </a:cubicBezTo>
                <a:cubicBezTo>
                  <a:pt x="2795" y="31"/>
                  <a:pt x="2774" y="22"/>
                  <a:pt x="2779" y="28"/>
                </a:cubicBezTo>
                <a:cubicBezTo>
                  <a:pt x="2763" y="29"/>
                  <a:pt x="2769" y="38"/>
                  <a:pt x="2747" y="35"/>
                </a:cubicBezTo>
                <a:cubicBezTo>
                  <a:pt x="2742" y="31"/>
                  <a:pt x="2763" y="25"/>
                  <a:pt x="2736" y="23"/>
                </a:cubicBezTo>
                <a:cubicBezTo>
                  <a:pt x="2731" y="32"/>
                  <a:pt x="2688" y="40"/>
                  <a:pt x="2671" y="32"/>
                </a:cubicBezTo>
                <a:cubicBezTo>
                  <a:pt x="2661" y="36"/>
                  <a:pt x="2661" y="48"/>
                  <a:pt x="2634" y="42"/>
                </a:cubicBezTo>
                <a:cubicBezTo>
                  <a:pt x="2644" y="40"/>
                  <a:pt x="2650" y="39"/>
                  <a:pt x="2639" y="36"/>
                </a:cubicBezTo>
                <a:cubicBezTo>
                  <a:pt x="2634" y="38"/>
                  <a:pt x="2628" y="39"/>
                  <a:pt x="2623" y="38"/>
                </a:cubicBezTo>
                <a:cubicBezTo>
                  <a:pt x="2628" y="25"/>
                  <a:pt x="2698" y="35"/>
                  <a:pt x="2698" y="23"/>
                </a:cubicBezTo>
                <a:cubicBezTo>
                  <a:pt x="2666" y="28"/>
                  <a:pt x="2639" y="22"/>
                  <a:pt x="2612" y="28"/>
                </a:cubicBezTo>
                <a:cubicBezTo>
                  <a:pt x="2601" y="29"/>
                  <a:pt x="2607" y="32"/>
                  <a:pt x="2601" y="33"/>
                </a:cubicBezTo>
                <a:cubicBezTo>
                  <a:pt x="2580" y="28"/>
                  <a:pt x="2574" y="48"/>
                  <a:pt x="2542" y="36"/>
                </a:cubicBezTo>
                <a:cubicBezTo>
                  <a:pt x="2580" y="36"/>
                  <a:pt x="2563" y="29"/>
                  <a:pt x="2601" y="26"/>
                </a:cubicBezTo>
                <a:cubicBezTo>
                  <a:pt x="2563" y="21"/>
                  <a:pt x="2525" y="28"/>
                  <a:pt x="2488" y="26"/>
                </a:cubicBezTo>
                <a:cubicBezTo>
                  <a:pt x="2499" y="33"/>
                  <a:pt x="2515" y="23"/>
                  <a:pt x="2520" y="31"/>
                </a:cubicBezTo>
                <a:cubicBezTo>
                  <a:pt x="2515" y="31"/>
                  <a:pt x="2515" y="33"/>
                  <a:pt x="2515" y="33"/>
                </a:cubicBezTo>
                <a:cubicBezTo>
                  <a:pt x="2493" y="29"/>
                  <a:pt x="2455" y="32"/>
                  <a:pt x="2472" y="22"/>
                </a:cubicBezTo>
                <a:cubicBezTo>
                  <a:pt x="2466" y="23"/>
                  <a:pt x="2461" y="23"/>
                  <a:pt x="2461" y="22"/>
                </a:cubicBezTo>
                <a:cubicBezTo>
                  <a:pt x="2450" y="23"/>
                  <a:pt x="2445" y="22"/>
                  <a:pt x="2439" y="23"/>
                </a:cubicBezTo>
                <a:cubicBezTo>
                  <a:pt x="2450" y="26"/>
                  <a:pt x="2445" y="28"/>
                  <a:pt x="2434" y="31"/>
                </a:cubicBezTo>
                <a:cubicBezTo>
                  <a:pt x="2455" y="33"/>
                  <a:pt x="2455" y="36"/>
                  <a:pt x="2428" y="42"/>
                </a:cubicBezTo>
                <a:cubicBezTo>
                  <a:pt x="2428" y="38"/>
                  <a:pt x="2423" y="36"/>
                  <a:pt x="2407" y="35"/>
                </a:cubicBezTo>
                <a:cubicBezTo>
                  <a:pt x="2434" y="33"/>
                  <a:pt x="2417" y="29"/>
                  <a:pt x="2423" y="26"/>
                </a:cubicBezTo>
                <a:cubicBezTo>
                  <a:pt x="2407" y="22"/>
                  <a:pt x="2396" y="18"/>
                  <a:pt x="2374" y="23"/>
                </a:cubicBezTo>
                <a:cubicBezTo>
                  <a:pt x="2385" y="31"/>
                  <a:pt x="2396" y="26"/>
                  <a:pt x="2407" y="28"/>
                </a:cubicBezTo>
                <a:cubicBezTo>
                  <a:pt x="2380" y="29"/>
                  <a:pt x="2417" y="33"/>
                  <a:pt x="2391" y="36"/>
                </a:cubicBezTo>
                <a:cubicBezTo>
                  <a:pt x="2391" y="32"/>
                  <a:pt x="2396" y="26"/>
                  <a:pt x="2374" y="29"/>
                </a:cubicBezTo>
                <a:cubicBezTo>
                  <a:pt x="2380" y="35"/>
                  <a:pt x="2337" y="32"/>
                  <a:pt x="2342" y="39"/>
                </a:cubicBezTo>
                <a:cubicBezTo>
                  <a:pt x="2315" y="29"/>
                  <a:pt x="2315" y="45"/>
                  <a:pt x="2294" y="39"/>
                </a:cubicBezTo>
                <a:cubicBezTo>
                  <a:pt x="2304" y="35"/>
                  <a:pt x="2283" y="31"/>
                  <a:pt x="2299" y="28"/>
                </a:cubicBezTo>
                <a:cubicBezTo>
                  <a:pt x="2294" y="31"/>
                  <a:pt x="2304" y="35"/>
                  <a:pt x="2321" y="35"/>
                </a:cubicBezTo>
                <a:cubicBezTo>
                  <a:pt x="2337" y="28"/>
                  <a:pt x="2347" y="33"/>
                  <a:pt x="2369" y="25"/>
                </a:cubicBezTo>
                <a:cubicBezTo>
                  <a:pt x="2326" y="22"/>
                  <a:pt x="2277" y="22"/>
                  <a:pt x="2250" y="26"/>
                </a:cubicBezTo>
                <a:cubicBezTo>
                  <a:pt x="2229" y="16"/>
                  <a:pt x="2142" y="16"/>
                  <a:pt x="2126" y="32"/>
                </a:cubicBezTo>
                <a:cubicBezTo>
                  <a:pt x="2126" y="23"/>
                  <a:pt x="2110" y="32"/>
                  <a:pt x="2099" y="29"/>
                </a:cubicBezTo>
                <a:cubicBezTo>
                  <a:pt x="2083" y="23"/>
                  <a:pt x="2121" y="25"/>
                  <a:pt x="2115" y="21"/>
                </a:cubicBezTo>
                <a:cubicBezTo>
                  <a:pt x="2083" y="21"/>
                  <a:pt x="2077" y="33"/>
                  <a:pt x="2045" y="31"/>
                </a:cubicBezTo>
                <a:cubicBezTo>
                  <a:pt x="2045" y="26"/>
                  <a:pt x="2067" y="28"/>
                  <a:pt x="2067" y="21"/>
                </a:cubicBezTo>
                <a:cubicBezTo>
                  <a:pt x="2056" y="23"/>
                  <a:pt x="2045" y="22"/>
                  <a:pt x="2034" y="25"/>
                </a:cubicBezTo>
                <a:cubicBezTo>
                  <a:pt x="2040" y="28"/>
                  <a:pt x="2051" y="38"/>
                  <a:pt x="2024" y="35"/>
                </a:cubicBezTo>
                <a:cubicBezTo>
                  <a:pt x="2024" y="29"/>
                  <a:pt x="2040" y="23"/>
                  <a:pt x="2018" y="18"/>
                </a:cubicBezTo>
                <a:cubicBezTo>
                  <a:pt x="1997" y="22"/>
                  <a:pt x="1986" y="18"/>
                  <a:pt x="1964" y="21"/>
                </a:cubicBezTo>
                <a:cubicBezTo>
                  <a:pt x="1975" y="29"/>
                  <a:pt x="2018" y="19"/>
                  <a:pt x="2007" y="28"/>
                </a:cubicBezTo>
                <a:cubicBezTo>
                  <a:pt x="1997" y="26"/>
                  <a:pt x="1927" y="32"/>
                  <a:pt x="1970" y="32"/>
                </a:cubicBezTo>
                <a:cubicBezTo>
                  <a:pt x="1948" y="35"/>
                  <a:pt x="1953" y="45"/>
                  <a:pt x="1927" y="40"/>
                </a:cubicBezTo>
                <a:cubicBezTo>
                  <a:pt x="1959" y="35"/>
                  <a:pt x="1905" y="28"/>
                  <a:pt x="1959" y="22"/>
                </a:cubicBezTo>
                <a:cubicBezTo>
                  <a:pt x="1932" y="16"/>
                  <a:pt x="1900" y="21"/>
                  <a:pt x="1867" y="21"/>
                </a:cubicBezTo>
                <a:cubicBezTo>
                  <a:pt x="1883" y="26"/>
                  <a:pt x="1900" y="25"/>
                  <a:pt x="1921" y="28"/>
                </a:cubicBezTo>
                <a:cubicBezTo>
                  <a:pt x="1900" y="28"/>
                  <a:pt x="1910" y="29"/>
                  <a:pt x="1894" y="33"/>
                </a:cubicBezTo>
                <a:cubicBezTo>
                  <a:pt x="1900" y="23"/>
                  <a:pt x="1873" y="35"/>
                  <a:pt x="1862" y="32"/>
                </a:cubicBezTo>
                <a:cubicBezTo>
                  <a:pt x="1840" y="26"/>
                  <a:pt x="1867" y="23"/>
                  <a:pt x="1851" y="19"/>
                </a:cubicBezTo>
                <a:cubicBezTo>
                  <a:pt x="1824" y="18"/>
                  <a:pt x="1829" y="28"/>
                  <a:pt x="1802" y="26"/>
                </a:cubicBezTo>
                <a:cubicBezTo>
                  <a:pt x="1797" y="23"/>
                  <a:pt x="1808" y="21"/>
                  <a:pt x="1802" y="18"/>
                </a:cubicBezTo>
                <a:cubicBezTo>
                  <a:pt x="1786" y="26"/>
                  <a:pt x="1759" y="26"/>
                  <a:pt x="1748" y="16"/>
                </a:cubicBezTo>
                <a:cubicBezTo>
                  <a:pt x="1711" y="21"/>
                  <a:pt x="1711" y="16"/>
                  <a:pt x="1678" y="26"/>
                </a:cubicBezTo>
                <a:cubicBezTo>
                  <a:pt x="1678" y="21"/>
                  <a:pt x="1640" y="19"/>
                  <a:pt x="1624" y="16"/>
                </a:cubicBezTo>
                <a:cubicBezTo>
                  <a:pt x="1592" y="22"/>
                  <a:pt x="1597" y="26"/>
                  <a:pt x="1575" y="26"/>
                </a:cubicBezTo>
                <a:cubicBezTo>
                  <a:pt x="1603" y="21"/>
                  <a:pt x="1549" y="19"/>
                  <a:pt x="1559" y="15"/>
                </a:cubicBezTo>
                <a:cubicBezTo>
                  <a:pt x="1532" y="18"/>
                  <a:pt x="1511" y="23"/>
                  <a:pt x="1489" y="15"/>
                </a:cubicBezTo>
                <a:cubicBezTo>
                  <a:pt x="1468" y="21"/>
                  <a:pt x="1441" y="25"/>
                  <a:pt x="1419" y="18"/>
                </a:cubicBezTo>
                <a:cubicBezTo>
                  <a:pt x="1403" y="21"/>
                  <a:pt x="1392" y="23"/>
                  <a:pt x="1376" y="26"/>
                </a:cubicBezTo>
                <a:cubicBezTo>
                  <a:pt x="1365" y="19"/>
                  <a:pt x="1344" y="25"/>
                  <a:pt x="1333" y="21"/>
                </a:cubicBezTo>
                <a:cubicBezTo>
                  <a:pt x="1349" y="18"/>
                  <a:pt x="1381" y="22"/>
                  <a:pt x="1371" y="15"/>
                </a:cubicBezTo>
                <a:cubicBezTo>
                  <a:pt x="1333" y="14"/>
                  <a:pt x="1290" y="23"/>
                  <a:pt x="1252" y="14"/>
                </a:cubicBezTo>
                <a:cubicBezTo>
                  <a:pt x="1225" y="21"/>
                  <a:pt x="1214" y="25"/>
                  <a:pt x="1187" y="19"/>
                </a:cubicBezTo>
                <a:cubicBezTo>
                  <a:pt x="1203" y="18"/>
                  <a:pt x="1235" y="18"/>
                  <a:pt x="1225" y="11"/>
                </a:cubicBezTo>
                <a:cubicBezTo>
                  <a:pt x="1209" y="14"/>
                  <a:pt x="1187" y="12"/>
                  <a:pt x="1171" y="15"/>
                </a:cubicBezTo>
                <a:cubicBezTo>
                  <a:pt x="1171" y="23"/>
                  <a:pt x="1192" y="25"/>
                  <a:pt x="1198" y="28"/>
                </a:cubicBezTo>
                <a:cubicBezTo>
                  <a:pt x="1176" y="23"/>
                  <a:pt x="1149" y="32"/>
                  <a:pt x="1133" y="25"/>
                </a:cubicBezTo>
                <a:cubicBezTo>
                  <a:pt x="1144" y="23"/>
                  <a:pt x="1155" y="26"/>
                  <a:pt x="1171" y="22"/>
                </a:cubicBezTo>
                <a:cubicBezTo>
                  <a:pt x="1149" y="16"/>
                  <a:pt x="1155" y="14"/>
                  <a:pt x="1133" y="10"/>
                </a:cubicBezTo>
                <a:cubicBezTo>
                  <a:pt x="1117" y="14"/>
                  <a:pt x="1084" y="12"/>
                  <a:pt x="1052" y="14"/>
                </a:cubicBezTo>
                <a:cubicBezTo>
                  <a:pt x="1047" y="21"/>
                  <a:pt x="1031" y="28"/>
                  <a:pt x="993" y="28"/>
                </a:cubicBezTo>
                <a:cubicBezTo>
                  <a:pt x="1009" y="25"/>
                  <a:pt x="998" y="23"/>
                  <a:pt x="1014" y="23"/>
                </a:cubicBezTo>
                <a:cubicBezTo>
                  <a:pt x="1009" y="18"/>
                  <a:pt x="993" y="18"/>
                  <a:pt x="982" y="18"/>
                </a:cubicBezTo>
                <a:cubicBezTo>
                  <a:pt x="982" y="16"/>
                  <a:pt x="987" y="16"/>
                  <a:pt x="982" y="15"/>
                </a:cubicBezTo>
                <a:cubicBezTo>
                  <a:pt x="1004" y="15"/>
                  <a:pt x="1036" y="22"/>
                  <a:pt x="1041" y="12"/>
                </a:cubicBezTo>
                <a:cubicBezTo>
                  <a:pt x="1009" y="8"/>
                  <a:pt x="987" y="14"/>
                  <a:pt x="966" y="10"/>
                </a:cubicBezTo>
                <a:cubicBezTo>
                  <a:pt x="950" y="16"/>
                  <a:pt x="912" y="18"/>
                  <a:pt x="890" y="16"/>
                </a:cubicBezTo>
                <a:cubicBezTo>
                  <a:pt x="906" y="19"/>
                  <a:pt x="885" y="22"/>
                  <a:pt x="885" y="25"/>
                </a:cubicBezTo>
                <a:cubicBezTo>
                  <a:pt x="869" y="12"/>
                  <a:pt x="912" y="16"/>
                  <a:pt x="923" y="10"/>
                </a:cubicBezTo>
                <a:cubicBezTo>
                  <a:pt x="869" y="11"/>
                  <a:pt x="842" y="4"/>
                  <a:pt x="831" y="18"/>
                </a:cubicBezTo>
                <a:cubicBezTo>
                  <a:pt x="831" y="15"/>
                  <a:pt x="831" y="12"/>
                  <a:pt x="825" y="10"/>
                </a:cubicBezTo>
                <a:cubicBezTo>
                  <a:pt x="804" y="16"/>
                  <a:pt x="787" y="8"/>
                  <a:pt x="771" y="6"/>
                </a:cubicBezTo>
                <a:cubicBezTo>
                  <a:pt x="750" y="8"/>
                  <a:pt x="744" y="18"/>
                  <a:pt x="734" y="15"/>
                </a:cubicBezTo>
                <a:cubicBezTo>
                  <a:pt x="723" y="12"/>
                  <a:pt x="739" y="5"/>
                  <a:pt x="717" y="8"/>
                </a:cubicBezTo>
                <a:cubicBezTo>
                  <a:pt x="717" y="10"/>
                  <a:pt x="712" y="18"/>
                  <a:pt x="696" y="15"/>
                </a:cubicBezTo>
                <a:cubicBezTo>
                  <a:pt x="690" y="12"/>
                  <a:pt x="712" y="10"/>
                  <a:pt x="690" y="5"/>
                </a:cubicBezTo>
                <a:cubicBezTo>
                  <a:pt x="680" y="15"/>
                  <a:pt x="647" y="15"/>
                  <a:pt x="631" y="25"/>
                </a:cubicBezTo>
                <a:cubicBezTo>
                  <a:pt x="631" y="21"/>
                  <a:pt x="626" y="23"/>
                  <a:pt x="615" y="19"/>
                </a:cubicBezTo>
                <a:cubicBezTo>
                  <a:pt x="642" y="15"/>
                  <a:pt x="631" y="12"/>
                  <a:pt x="658" y="11"/>
                </a:cubicBezTo>
                <a:cubicBezTo>
                  <a:pt x="637" y="10"/>
                  <a:pt x="593" y="0"/>
                  <a:pt x="583" y="10"/>
                </a:cubicBezTo>
                <a:cubicBezTo>
                  <a:pt x="593" y="8"/>
                  <a:pt x="599" y="11"/>
                  <a:pt x="593" y="12"/>
                </a:cubicBezTo>
                <a:cubicBezTo>
                  <a:pt x="555" y="11"/>
                  <a:pt x="550" y="23"/>
                  <a:pt x="529" y="29"/>
                </a:cubicBezTo>
                <a:cubicBezTo>
                  <a:pt x="485" y="18"/>
                  <a:pt x="566" y="16"/>
                  <a:pt x="561" y="8"/>
                </a:cubicBezTo>
                <a:cubicBezTo>
                  <a:pt x="512" y="2"/>
                  <a:pt x="421" y="16"/>
                  <a:pt x="453" y="31"/>
                </a:cubicBezTo>
                <a:cubicBezTo>
                  <a:pt x="431" y="29"/>
                  <a:pt x="404" y="33"/>
                  <a:pt x="383" y="28"/>
                </a:cubicBezTo>
                <a:cubicBezTo>
                  <a:pt x="431" y="21"/>
                  <a:pt x="453" y="18"/>
                  <a:pt x="453" y="5"/>
                </a:cubicBezTo>
                <a:cubicBezTo>
                  <a:pt x="404" y="6"/>
                  <a:pt x="415" y="15"/>
                  <a:pt x="367" y="21"/>
                </a:cubicBezTo>
                <a:cubicBezTo>
                  <a:pt x="356" y="18"/>
                  <a:pt x="350" y="19"/>
                  <a:pt x="340" y="16"/>
                </a:cubicBezTo>
                <a:cubicBezTo>
                  <a:pt x="372" y="18"/>
                  <a:pt x="350" y="6"/>
                  <a:pt x="377" y="8"/>
                </a:cubicBezTo>
                <a:cubicBezTo>
                  <a:pt x="329" y="5"/>
                  <a:pt x="280" y="10"/>
                  <a:pt x="237" y="6"/>
                </a:cubicBezTo>
                <a:cubicBezTo>
                  <a:pt x="215" y="21"/>
                  <a:pt x="107" y="10"/>
                  <a:pt x="102" y="23"/>
                </a:cubicBezTo>
                <a:moveTo>
                  <a:pt x="3600" y="87"/>
                </a:moveTo>
                <a:cubicBezTo>
                  <a:pt x="3600" y="90"/>
                  <a:pt x="3600" y="92"/>
                  <a:pt x="3611" y="94"/>
                </a:cubicBezTo>
                <a:cubicBezTo>
                  <a:pt x="3600" y="94"/>
                  <a:pt x="3594" y="96"/>
                  <a:pt x="3589" y="97"/>
                </a:cubicBezTo>
                <a:cubicBezTo>
                  <a:pt x="3584" y="96"/>
                  <a:pt x="3578" y="94"/>
                  <a:pt x="3573" y="96"/>
                </a:cubicBezTo>
                <a:cubicBezTo>
                  <a:pt x="3562" y="93"/>
                  <a:pt x="3594" y="90"/>
                  <a:pt x="3600" y="87"/>
                </a:cubicBezTo>
                <a:moveTo>
                  <a:pt x="2126" y="124"/>
                </a:moveTo>
                <a:cubicBezTo>
                  <a:pt x="2115" y="118"/>
                  <a:pt x="2094" y="124"/>
                  <a:pt x="2094" y="117"/>
                </a:cubicBezTo>
                <a:cubicBezTo>
                  <a:pt x="2132" y="121"/>
                  <a:pt x="2159" y="115"/>
                  <a:pt x="2175" y="108"/>
                </a:cubicBezTo>
                <a:cubicBezTo>
                  <a:pt x="2180" y="115"/>
                  <a:pt x="2153" y="120"/>
                  <a:pt x="2126" y="124"/>
                </a:cubicBezTo>
                <a:moveTo>
                  <a:pt x="2229" y="108"/>
                </a:moveTo>
                <a:cubicBezTo>
                  <a:pt x="2223" y="103"/>
                  <a:pt x="2261" y="98"/>
                  <a:pt x="2272" y="104"/>
                </a:cubicBezTo>
                <a:cubicBezTo>
                  <a:pt x="2277" y="103"/>
                  <a:pt x="2272" y="101"/>
                  <a:pt x="2267" y="100"/>
                </a:cubicBezTo>
                <a:cubicBezTo>
                  <a:pt x="2283" y="94"/>
                  <a:pt x="2288" y="100"/>
                  <a:pt x="2304" y="97"/>
                </a:cubicBezTo>
                <a:cubicBezTo>
                  <a:pt x="2299" y="101"/>
                  <a:pt x="2277" y="103"/>
                  <a:pt x="2261" y="110"/>
                </a:cubicBezTo>
                <a:cubicBezTo>
                  <a:pt x="2250" y="108"/>
                  <a:pt x="2240" y="104"/>
                  <a:pt x="2229" y="108"/>
                </a:cubicBezTo>
                <a:moveTo>
                  <a:pt x="2299" y="93"/>
                </a:moveTo>
                <a:cubicBezTo>
                  <a:pt x="2310" y="92"/>
                  <a:pt x="2315" y="90"/>
                  <a:pt x="2326" y="89"/>
                </a:cubicBezTo>
                <a:cubicBezTo>
                  <a:pt x="2337" y="96"/>
                  <a:pt x="2304" y="94"/>
                  <a:pt x="2342" y="100"/>
                </a:cubicBezTo>
                <a:cubicBezTo>
                  <a:pt x="2342" y="100"/>
                  <a:pt x="2347" y="98"/>
                  <a:pt x="2353" y="98"/>
                </a:cubicBezTo>
                <a:cubicBezTo>
                  <a:pt x="2364" y="103"/>
                  <a:pt x="2337" y="98"/>
                  <a:pt x="2326" y="103"/>
                </a:cubicBezTo>
                <a:cubicBezTo>
                  <a:pt x="2331" y="98"/>
                  <a:pt x="2310" y="97"/>
                  <a:pt x="2315" y="103"/>
                </a:cubicBezTo>
                <a:cubicBezTo>
                  <a:pt x="2310" y="107"/>
                  <a:pt x="2310" y="96"/>
                  <a:pt x="2299" y="93"/>
                </a:cubicBezTo>
                <a:moveTo>
                  <a:pt x="2267" y="118"/>
                </a:moveTo>
                <a:cubicBezTo>
                  <a:pt x="2256" y="114"/>
                  <a:pt x="2277" y="110"/>
                  <a:pt x="2294" y="110"/>
                </a:cubicBezTo>
                <a:cubicBezTo>
                  <a:pt x="2304" y="114"/>
                  <a:pt x="2277" y="118"/>
                  <a:pt x="2267" y="118"/>
                </a:cubicBezTo>
                <a:moveTo>
                  <a:pt x="2342" y="115"/>
                </a:moveTo>
                <a:cubicBezTo>
                  <a:pt x="2342" y="113"/>
                  <a:pt x="2342" y="111"/>
                  <a:pt x="2337" y="108"/>
                </a:cubicBezTo>
                <a:cubicBezTo>
                  <a:pt x="2353" y="104"/>
                  <a:pt x="2364" y="107"/>
                  <a:pt x="2374" y="106"/>
                </a:cubicBezTo>
                <a:cubicBezTo>
                  <a:pt x="2385" y="110"/>
                  <a:pt x="2353" y="111"/>
                  <a:pt x="2342" y="115"/>
                </a:cubicBezTo>
                <a:moveTo>
                  <a:pt x="2472" y="79"/>
                </a:moveTo>
                <a:cubicBezTo>
                  <a:pt x="2461" y="73"/>
                  <a:pt x="2493" y="76"/>
                  <a:pt x="2499" y="76"/>
                </a:cubicBezTo>
                <a:cubicBezTo>
                  <a:pt x="2499" y="79"/>
                  <a:pt x="2493" y="82"/>
                  <a:pt x="2499" y="86"/>
                </a:cubicBezTo>
                <a:cubicBezTo>
                  <a:pt x="2493" y="94"/>
                  <a:pt x="2493" y="70"/>
                  <a:pt x="2472" y="79"/>
                </a:cubicBezTo>
                <a:moveTo>
                  <a:pt x="2536" y="64"/>
                </a:moveTo>
                <a:cubicBezTo>
                  <a:pt x="2553" y="70"/>
                  <a:pt x="2542" y="76"/>
                  <a:pt x="2536" y="80"/>
                </a:cubicBezTo>
                <a:cubicBezTo>
                  <a:pt x="2520" y="74"/>
                  <a:pt x="2509" y="69"/>
                  <a:pt x="2536" y="64"/>
                </a:cubicBezTo>
                <a:moveTo>
                  <a:pt x="2472" y="114"/>
                </a:moveTo>
                <a:cubicBezTo>
                  <a:pt x="2466" y="113"/>
                  <a:pt x="2488" y="107"/>
                  <a:pt x="2461" y="111"/>
                </a:cubicBezTo>
                <a:cubicBezTo>
                  <a:pt x="2461" y="103"/>
                  <a:pt x="2428" y="110"/>
                  <a:pt x="2445" y="103"/>
                </a:cubicBezTo>
                <a:cubicBezTo>
                  <a:pt x="2493" y="101"/>
                  <a:pt x="2482" y="104"/>
                  <a:pt x="2520" y="101"/>
                </a:cubicBezTo>
                <a:cubicBezTo>
                  <a:pt x="2531" y="100"/>
                  <a:pt x="2520" y="106"/>
                  <a:pt x="2536" y="104"/>
                </a:cubicBezTo>
                <a:cubicBezTo>
                  <a:pt x="2531" y="113"/>
                  <a:pt x="2477" y="101"/>
                  <a:pt x="2472" y="114"/>
                </a:cubicBezTo>
                <a:moveTo>
                  <a:pt x="2553" y="87"/>
                </a:moveTo>
                <a:cubicBezTo>
                  <a:pt x="2558" y="89"/>
                  <a:pt x="2553" y="90"/>
                  <a:pt x="2547" y="92"/>
                </a:cubicBezTo>
                <a:cubicBezTo>
                  <a:pt x="2553" y="92"/>
                  <a:pt x="2558" y="93"/>
                  <a:pt x="2569" y="94"/>
                </a:cubicBezTo>
                <a:cubicBezTo>
                  <a:pt x="2542" y="101"/>
                  <a:pt x="2520" y="90"/>
                  <a:pt x="2553" y="87"/>
                </a:cubicBezTo>
                <a:moveTo>
                  <a:pt x="2569" y="110"/>
                </a:moveTo>
                <a:cubicBezTo>
                  <a:pt x="2563" y="111"/>
                  <a:pt x="2547" y="110"/>
                  <a:pt x="2553" y="113"/>
                </a:cubicBezTo>
                <a:cubicBezTo>
                  <a:pt x="2531" y="117"/>
                  <a:pt x="2542" y="104"/>
                  <a:pt x="2553" y="110"/>
                </a:cubicBezTo>
                <a:cubicBezTo>
                  <a:pt x="2553" y="107"/>
                  <a:pt x="2553" y="94"/>
                  <a:pt x="2580" y="103"/>
                </a:cubicBezTo>
                <a:cubicBezTo>
                  <a:pt x="2574" y="104"/>
                  <a:pt x="2574" y="103"/>
                  <a:pt x="2569" y="101"/>
                </a:cubicBezTo>
                <a:cubicBezTo>
                  <a:pt x="2569" y="104"/>
                  <a:pt x="2569" y="107"/>
                  <a:pt x="2569" y="110"/>
                </a:cubicBezTo>
                <a:moveTo>
                  <a:pt x="2623" y="97"/>
                </a:moveTo>
                <a:cubicBezTo>
                  <a:pt x="2628" y="94"/>
                  <a:pt x="2639" y="93"/>
                  <a:pt x="2634" y="92"/>
                </a:cubicBezTo>
                <a:cubicBezTo>
                  <a:pt x="2661" y="87"/>
                  <a:pt x="2644" y="101"/>
                  <a:pt x="2666" y="97"/>
                </a:cubicBezTo>
                <a:cubicBezTo>
                  <a:pt x="2671" y="101"/>
                  <a:pt x="2628" y="103"/>
                  <a:pt x="2623" y="97"/>
                </a:cubicBezTo>
                <a:moveTo>
                  <a:pt x="2715" y="90"/>
                </a:moveTo>
                <a:cubicBezTo>
                  <a:pt x="2704" y="86"/>
                  <a:pt x="2698" y="82"/>
                  <a:pt x="2715" y="79"/>
                </a:cubicBezTo>
                <a:cubicBezTo>
                  <a:pt x="2731" y="83"/>
                  <a:pt x="2742" y="87"/>
                  <a:pt x="2715" y="90"/>
                </a:cubicBezTo>
                <a:moveTo>
                  <a:pt x="2849" y="62"/>
                </a:moveTo>
                <a:cubicBezTo>
                  <a:pt x="2855" y="70"/>
                  <a:pt x="2817" y="66"/>
                  <a:pt x="2806" y="66"/>
                </a:cubicBezTo>
                <a:cubicBezTo>
                  <a:pt x="2801" y="60"/>
                  <a:pt x="2839" y="64"/>
                  <a:pt x="2849" y="62"/>
                </a:cubicBezTo>
                <a:moveTo>
                  <a:pt x="2785" y="76"/>
                </a:moveTo>
                <a:cubicBezTo>
                  <a:pt x="2790" y="72"/>
                  <a:pt x="2822" y="73"/>
                  <a:pt x="2844" y="69"/>
                </a:cubicBezTo>
                <a:cubicBezTo>
                  <a:pt x="2855" y="76"/>
                  <a:pt x="2822" y="73"/>
                  <a:pt x="2806" y="79"/>
                </a:cubicBezTo>
                <a:cubicBezTo>
                  <a:pt x="2795" y="77"/>
                  <a:pt x="2790" y="74"/>
                  <a:pt x="2785" y="76"/>
                </a:cubicBezTo>
                <a:moveTo>
                  <a:pt x="2790" y="100"/>
                </a:moveTo>
                <a:cubicBezTo>
                  <a:pt x="2769" y="100"/>
                  <a:pt x="2779" y="103"/>
                  <a:pt x="2763" y="106"/>
                </a:cubicBezTo>
                <a:cubicBezTo>
                  <a:pt x="2758" y="104"/>
                  <a:pt x="2758" y="103"/>
                  <a:pt x="2752" y="100"/>
                </a:cubicBezTo>
                <a:cubicBezTo>
                  <a:pt x="2779" y="101"/>
                  <a:pt x="2752" y="94"/>
                  <a:pt x="2779" y="92"/>
                </a:cubicBezTo>
                <a:cubicBezTo>
                  <a:pt x="2774" y="92"/>
                  <a:pt x="2763" y="89"/>
                  <a:pt x="2758" y="86"/>
                </a:cubicBezTo>
                <a:cubicBezTo>
                  <a:pt x="2763" y="86"/>
                  <a:pt x="2774" y="86"/>
                  <a:pt x="2769" y="84"/>
                </a:cubicBezTo>
                <a:cubicBezTo>
                  <a:pt x="2779" y="83"/>
                  <a:pt x="2785" y="86"/>
                  <a:pt x="2790" y="84"/>
                </a:cubicBezTo>
                <a:cubicBezTo>
                  <a:pt x="2795" y="87"/>
                  <a:pt x="2785" y="87"/>
                  <a:pt x="2785" y="86"/>
                </a:cubicBezTo>
                <a:cubicBezTo>
                  <a:pt x="2795" y="92"/>
                  <a:pt x="2774" y="96"/>
                  <a:pt x="2790" y="100"/>
                </a:cubicBezTo>
                <a:moveTo>
                  <a:pt x="2720" y="107"/>
                </a:moveTo>
                <a:cubicBezTo>
                  <a:pt x="2682" y="113"/>
                  <a:pt x="2661" y="108"/>
                  <a:pt x="2634" y="114"/>
                </a:cubicBezTo>
                <a:cubicBezTo>
                  <a:pt x="2634" y="106"/>
                  <a:pt x="2693" y="104"/>
                  <a:pt x="2720" y="107"/>
                </a:cubicBezTo>
                <a:moveTo>
                  <a:pt x="2634" y="124"/>
                </a:moveTo>
                <a:cubicBezTo>
                  <a:pt x="2623" y="121"/>
                  <a:pt x="2639" y="120"/>
                  <a:pt x="2634" y="117"/>
                </a:cubicBezTo>
                <a:cubicBezTo>
                  <a:pt x="2655" y="118"/>
                  <a:pt x="2671" y="121"/>
                  <a:pt x="2693" y="120"/>
                </a:cubicBezTo>
                <a:cubicBezTo>
                  <a:pt x="2693" y="130"/>
                  <a:pt x="2655" y="118"/>
                  <a:pt x="2634" y="124"/>
                </a:cubicBezTo>
                <a:moveTo>
                  <a:pt x="2806" y="87"/>
                </a:moveTo>
                <a:cubicBezTo>
                  <a:pt x="2795" y="77"/>
                  <a:pt x="2822" y="86"/>
                  <a:pt x="2844" y="79"/>
                </a:cubicBezTo>
                <a:cubicBezTo>
                  <a:pt x="2844" y="84"/>
                  <a:pt x="2844" y="87"/>
                  <a:pt x="2866" y="90"/>
                </a:cubicBezTo>
                <a:cubicBezTo>
                  <a:pt x="2882" y="87"/>
                  <a:pt x="2887" y="84"/>
                  <a:pt x="2882" y="82"/>
                </a:cubicBezTo>
                <a:cubicBezTo>
                  <a:pt x="2903" y="80"/>
                  <a:pt x="2892" y="87"/>
                  <a:pt x="2892" y="90"/>
                </a:cubicBezTo>
                <a:cubicBezTo>
                  <a:pt x="2839" y="96"/>
                  <a:pt x="2849" y="86"/>
                  <a:pt x="2806" y="87"/>
                </a:cubicBezTo>
                <a:moveTo>
                  <a:pt x="2974" y="57"/>
                </a:moveTo>
                <a:cubicBezTo>
                  <a:pt x="2974" y="62"/>
                  <a:pt x="2963" y="64"/>
                  <a:pt x="2947" y="67"/>
                </a:cubicBezTo>
                <a:cubicBezTo>
                  <a:pt x="2941" y="66"/>
                  <a:pt x="2936" y="64"/>
                  <a:pt x="2930" y="63"/>
                </a:cubicBezTo>
                <a:cubicBezTo>
                  <a:pt x="2947" y="59"/>
                  <a:pt x="2957" y="62"/>
                  <a:pt x="2974" y="57"/>
                </a:cubicBezTo>
                <a:moveTo>
                  <a:pt x="3060" y="60"/>
                </a:moveTo>
                <a:cubicBezTo>
                  <a:pt x="3044" y="63"/>
                  <a:pt x="3028" y="64"/>
                  <a:pt x="3017" y="59"/>
                </a:cubicBezTo>
                <a:cubicBezTo>
                  <a:pt x="3033" y="55"/>
                  <a:pt x="3049" y="55"/>
                  <a:pt x="3060" y="60"/>
                </a:cubicBezTo>
                <a:moveTo>
                  <a:pt x="2742" y="120"/>
                </a:moveTo>
                <a:cubicBezTo>
                  <a:pt x="2752" y="111"/>
                  <a:pt x="2790" y="110"/>
                  <a:pt x="2806" y="103"/>
                </a:cubicBezTo>
                <a:cubicBezTo>
                  <a:pt x="2828" y="113"/>
                  <a:pt x="2763" y="111"/>
                  <a:pt x="2785" y="118"/>
                </a:cubicBezTo>
                <a:cubicBezTo>
                  <a:pt x="2769" y="124"/>
                  <a:pt x="2758" y="118"/>
                  <a:pt x="2742" y="120"/>
                </a:cubicBezTo>
                <a:moveTo>
                  <a:pt x="2925" y="84"/>
                </a:moveTo>
                <a:cubicBezTo>
                  <a:pt x="2963" y="80"/>
                  <a:pt x="2947" y="74"/>
                  <a:pt x="2974" y="70"/>
                </a:cubicBezTo>
                <a:cubicBezTo>
                  <a:pt x="2990" y="74"/>
                  <a:pt x="3011" y="74"/>
                  <a:pt x="3033" y="67"/>
                </a:cubicBezTo>
                <a:cubicBezTo>
                  <a:pt x="3055" y="80"/>
                  <a:pt x="3001" y="72"/>
                  <a:pt x="2974" y="77"/>
                </a:cubicBezTo>
                <a:cubicBezTo>
                  <a:pt x="2963" y="80"/>
                  <a:pt x="3001" y="80"/>
                  <a:pt x="3006" y="82"/>
                </a:cubicBezTo>
                <a:cubicBezTo>
                  <a:pt x="2995" y="86"/>
                  <a:pt x="3028" y="92"/>
                  <a:pt x="3001" y="96"/>
                </a:cubicBezTo>
                <a:cubicBezTo>
                  <a:pt x="2995" y="82"/>
                  <a:pt x="2963" y="86"/>
                  <a:pt x="2925" y="84"/>
                </a:cubicBezTo>
                <a:moveTo>
                  <a:pt x="3022" y="87"/>
                </a:moveTo>
                <a:cubicBezTo>
                  <a:pt x="3033" y="87"/>
                  <a:pt x="3038" y="86"/>
                  <a:pt x="3044" y="84"/>
                </a:cubicBezTo>
                <a:cubicBezTo>
                  <a:pt x="3055" y="89"/>
                  <a:pt x="3060" y="86"/>
                  <a:pt x="3060" y="90"/>
                </a:cubicBezTo>
                <a:cubicBezTo>
                  <a:pt x="3049" y="92"/>
                  <a:pt x="3033" y="92"/>
                  <a:pt x="3022" y="87"/>
                </a:cubicBezTo>
                <a:moveTo>
                  <a:pt x="2849" y="121"/>
                </a:moveTo>
                <a:cubicBezTo>
                  <a:pt x="2844" y="114"/>
                  <a:pt x="2839" y="117"/>
                  <a:pt x="2833" y="111"/>
                </a:cubicBezTo>
                <a:cubicBezTo>
                  <a:pt x="2871" y="115"/>
                  <a:pt x="2909" y="100"/>
                  <a:pt x="2941" y="93"/>
                </a:cubicBezTo>
                <a:cubicBezTo>
                  <a:pt x="2957" y="101"/>
                  <a:pt x="2903" y="103"/>
                  <a:pt x="2898" y="108"/>
                </a:cubicBezTo>
                <a:cubicBezTo>
                  <a:pt x="2909" y="113"/>
                  <a:pt x="2914" y="111"/>
                  <a:pt x="2925" y="113"/>
                </a:cubicBezTo>
                <a:cubicBezTo>
                  <a:pt x="2952" y="108"/>
                  <a:pt x="2952" y="104"/>
                  <a:pt x="2968" y="98"/>
                </a:cubicBezTo>
                <a:cubicBezTo>
                  <a:pt x="2995" y="106"/>
                  <a:pt x="2947" y="108"/>
                  <a:pt x="2979" y="115"/>
                </a:cubicBezTo>
                <a:cubicBezTo>
                  <a:pt x="2930" y="113"/>
                  <a:pt x="2903" y="120"/>
                  <a:pt x="2849" y="121"/>
                </a:cubicBezTo>
                <a:moveTo>
                  <a:pt x="2984" y="104"/>
                </a:moveTo>
                <a:cubicBezTo>
                  <a:pt x="3011" y="97"/>
                  <a:pt x="3017" y="100"/>
                  <a:pt x="3038" y="93"/>
                </a:cubicBezTo>
                <a:cubicBezTo>
                  <a:pt x="3049" y="96"/>
                  <a:pt x="3038" y="97"/>
                  <a:pt x="3028" y="100"/>
                </a:cubicBezTo>
                <a:cubicBezTo>
                  <a:pt x="3033" y="101"/>
                  <a:pt x="3038" y="100"/>
                  <a:pt x="3038" y="100"/>
                </a:cubicBezTo>
                <a:cubicBezTo>
                  <a:pt x="3038" y="101"/>
                  <a:pt x="2995" y="103"/>
                  <a:pt x="2995" y="111"/>
                </a:cubicBezTo>
                <a:cubicBezTo>
                  <a:pt x="2974" y="114"/>
                  <a:pt x="3006" y="106"/>
                  <a:pt x="2984" y="104"/>
                </a:cubicBezTo>
                <a:moveTo>
                  <a:pt x="3060" y="93"/>
                </a:moveTo>
                <a:cubicBezTo>
                  <a:pt x="3082" y="87"/>
                  <a:pt x="3109" y="89"/>
                  <a:pt x="3114" y="77"/>
                </a:cubicBezTo>
                <a:cubicBezTo>
                  <a:pt x="3119" y="83"/>
                  <a:pt x="3136" y="79"/>
                  <a:pt x="3146" y="79"/>
                </a:cubicBezTo>
                <a:cubicBezTo>
                  <a:pt x="3136" y="84"/>
                  <a:pt x="3103" y="96"/>
                  <a:pt x="3060" y="93"/>
                </a:cubicBezTo>
                <a:moveTo>
                  <a:pt x="3168" y="120"/>
                </a:moveTo>
                <a:cubicBezTo>
                  <a:pt x="3146" y="115"/>
                  <a:pt x="3173" y="113"/>
                  <a:pt x="3168" y="110"/>
                </a:cubicBezTo>
                <a:cubicBezTo>
                  <a:pt x="3152" y="107"/>
                  <a:pt x="3168" y="115"/>
                  <a:pt x="3141" y="117"/>
                </a:cubicBezTo>
                <a:cubicBezTo>
                  <a:pt x="3125" y="113"/>
                  <a:pt x="3136" y="110"/>
                  <a:pt x="3146" y="106"/>
                </a:cubicBezTo>
                <a:cubicBezTo>
                  <a:pt x="3168" y="107"/>
                  <a:pt x="3184" y="111"/>
                  <a:pt x="3206" y="115"/>
                </a:cubicBezTo>
                <a:cubicBezTo>
                  <a:pt x="3200" y="120"/>
                  <a:pt x="3184" y="118"/>
                  <a:pt x="3168" y="120"/>
                </a:cubicBezTo>
                <a:moveTo>
                  <a:pt x="3297" y="83"/>
                </a:moveTo>
                <a:cubicBezTo>
                  <a:pt x="3303" y="89"/>
                  <a:pt x="3297" y="94"/>
                  <a:pt x="3270" y="98"/>
                </a:cubicBezTo>
                <a:cubicBezTo>
                  <a:pt x="3265" y="94"/>
                  <a:pt x="3254" y="93"/>
                  <a:pt x="3238" y="94"/>
                </a:cubicBezTo>
                <a:cubicBezTo>
                  <a:pt x="3238" y="93"/>
                  <a:pt x="3281" y="89"/>
                  <a:pt x="3297" y="83"/>
                </a:cubicBezTo>
                <a:moveTo>
                  <a:pt x="3200" y="111"/>
                </a:moveTo>
                <a:cubicBezTo>
                  <a:pt x="3195" y="108"/>
                  <a:pt x="3206" y="106"/>
                  <a:pt x="3200" y="103"/>
                </a:cubicBezTo>
                <a:cubicBezTo>
                  <a:pt x="3211" y="101"/>
                  <a:pt x="3222" y="103"/>
                  <a:pt x="3227" y="107"/>
                </a:cubicBezTo>
                <a:cubicBezTo>
                  <a:pt x="3216" y="111"/>
                  <a:pt x="3211" y="110"/>
                  <a:pt x="3200" y="111"/>
                </a:cubicBezTo>
                <a:moveTo>
                  <a:pt x="3303" y="97"/>
                </a:moveTo>
                <a:cubicBezTo>
                  <a:pt x="3308" y="92"/>
                  <a:pt x="3324" y="87"/>
                  <a:pt x="3319" y="82"/>
                </a:cubicBezTo>
                <a:cubicBezTo>
                  <a:pt x="3324" y="80"/>
                  <a:pt x="3324" y="83"/>
                  <a:pt x="3324" y="83"/>
                </a:cubicBezTo>
                <a:cubicBezTo>
                  <a:pt x="3341" y="86"/>
                  <a:pt x="3362" y="82"/>
                  <a:pt x="3373" y="87"/>
                </a:cubicBezTo>
                <a:cubicBezTo>
                  <a:pt x="3346" y="87"/>
                  <a:pt x="3330" y="96"/>
                  <a:pt x="3303" y="97"/>
                </a:cubicBezTo>
                <a:moveTo>
                  <a:pt x="3346" y="104"/>
                </a:moveTo>
                <a:cubicBezTo>
                  <a:pt x="3324" y="110"/>
                  <a:pt x="3314" y="103"/>
                  <a:pt x="3292" y="110"/>
                </a:cubicBezTo>
                <a:cubicBezTo>
                  <a:pt x="3287" y="107"/>
                  <a:pt x="3287" y="104"/>
                  <a:pt x="3292" y="103"/>
                </a:cubicBezTo>
                <a:cubicBezTo>
                  <a:pt x="3308" y="101"/>
                  <a:pt x="3330" y="100"/>
                  <a:pt x="3346" y="104"/>
                </a:cubicBezTo>
                <a:moveTo>
                  <a:pt x="3465" y="87"/>
                </a:moveTo>
                <a:cubicBezTo>
                  <a:pt x="3449" y="89"/>
                  <a:pt x="3432" y="87"/>
                  <a:pt x="3416" y="92"/>
                </a:cubicBezTo>
                <a:cubicBezTo>
                  <a:pt x="3411" y="89"/>
                  <a:pt x="3422" y="87"/>
                  <a:pt x="3416" y="84"/>
                </a:cubicBezTo>
                <a:cubicBezTo>
                  <a:pt x="3432" y="82"/>
                  <a:pt x="3449" y="82"/>
                  <a:pt x="3465" y="87"/>
                </a:cubicBezTo>
                <a:moveTo>
                  <a:pt x="3557" y="57"/>
                </a:moveTo>
                <a:cubicBezTo>
                  <a:pt x="3524" y="59"/>
                  <a:pt x="3551" y="64"/>
                  <a:pt x="3524" y="69"/>
                </a:cubicBezTo>
                <a:cubicBezTo>
                  <a:pt x="3519" y="69"/>
                  <a:pt x="3513" y="67"/>
                  <a:pt x="3502" y="69"/>
                </a:cubicBezTo>
                <a:cubicBezTo>
                  <a:pt x="3497" y="62"/>
                  <a:pt x="3530" y="48"/>
                  <a:pt x="3557" y="57"/>
                </a:cubicBezTo>
                <a:moveTo>
                  <a:pt x="3486" y="49"/>
                </a:moveTo>
                <a:cubicBezTo>
                  <a:pt x="3486" y="55"/>
                  <a:pt x="3470" y="59"/>
                  <a:pt x="3449" y="63"/>
                </a:cubicBezTo>
                <a:cubicBezTo>
                  <a:pt x="3443" y="62"/>
                  <a:pt x="3449" y="60"/>
                  <a:pt x="3454" y="59"/>
                </a:cubicBezTo>
                <a:cubicBezTo>
                  <a:pt x="3459" y="56"/>
                  <a:pt x="3449" y="57"/>
                  <a:pt x="3443" y="53"/>
                </a:cubicBezTo>
                <a:cubicBezTo>
                  <a:pt x="3454" y="52"/>
                  <a:pt x="3449" y="49"/>
                  <a:pt x="3459" y="48"/>
                </a:cubicBezTo>
                <a:cubicBezTo>
                  <a:pt x="3470" y="48"/>
                  <a:pt x="3476" y="50"/>
                  <a:pt x="3486" y="49"/>
                </a:cubicBezTo>
                <a:moveTo>
                  <a:pt x="3470" y="60"/>
                </a:moveTo>
                <a:cubicBezTo>
                  <a:pt x="3470" y="73"/>
                  <a:pt x="3411" y="80"/>
                  <a:pt x="3357" y="79"/>
                </a:cubicBezTo>
                <a:cubicBezTo>
                  <a:pt x="3357" y="72"/>
                  <a:pt x="3405" y="77"/>
                  <a:pt x="3416" y="69"/>
                </a:cubicBezTo>
                <a:cubicBezTo>
                  <a:pt x="3411" y="66"/>
                  <a:pt x="3400" y="66"/>
                  <a:pt x="3389" y="66"/>
                </a:cubicBezTo>
                <a:cubicBezTo>
                  <a:pt x="3389" y="63"/>
                  <a:pt x="3395" y="60"/>
                  <a:pt x="3411" y="57"/>
                </a:cubicBezTo>
                <a:cubicBezTo>
                  <a:pt x="3416" y="64"/>
                  <a:pt x="3443" y="67"/>
                  <a:pt x="3470" y="60"/>
                </a:cubicBezTo>
                <a:moveTo>
                  <a:pt x="3351" y="59"/>
                </a:moveTo>
                <a:cubicBezTo>
                  <a:pt x="3384" y="64"/>
                  <a:pt x="3335" y="66"/>
                  <a:pt x="3357" y="72"/>
                </a:cubicBezTo>
                <a:cubicBezTo>
                  <a:pt x="3346" y="73"/>
                  <a:pt x="3330" y="72"/>
                  <a:pt x="3335" y="74"/>
                </a:cubicBezTo>
                <a:cubicBezTo>
                  <a:pt x="3330" y="76"/>
                  <a:pt x="3324" y="73"/>
                  <a:pt x="3319" y="72"/>
                </a:cubicBezTo>
                <a:cubicBezTo>
                  <a:pt x="3346" y="67"/>
                  <a:pt x="3319" y="63"/>
                  <a:pt x="3351" y="59"/>
                </a:cubicBezTo>
                <a:moveTo>
                  <a:pt x="3292" y="73"/>
                </a:moveTo>
                <a:cubicBezTo>
                  <a:pt x="3303" y="79"/>
                  <a:pt x="3265" y="79"/>
                  <a:pt x="3260" y="82"/>
                </a:cubicBezTo>
                <a:cubicBezTo>
                  <a:pt x="3238" y="73"/>
                  <a:pt x="3287" y="76"/>
                  <a:pt x="3292" y="73"/>
                </a:cubicBezTo>
                <a:moveTo>
                  <a:pt x="3206" y="94"/>
                </a:moveTo>
                <a:cubicBezTo>
                  <a:pt x="3211" y="93"/>
                  <a:pt x="3173" y="92"/>
                  <a:pt x="3168" y="103"/>
                </a:cubicBezTo>
                <a:cubicBezTo>
                  <a:pt x="3119" y="96"/>
                  <a:pt x="3227" y="80"/>
                  <a:pt x="3238" y="70"/>
                </a:cubicBezTo>
                <a:cubicBezTo>
                  <a:pt x="3249" y="79"/>
                  <a:pt x="3222" y="86"/>
                  <a:pt x="3206" y="94"/>
                </a:cubicBezTo>
                <a:moveTo>
                  <a:pt x="3281" y="66"/>
                </a:moveTo>
                <a:cubicBezTo>
                  <a:pt x="3276" y="72"/>
                  <a:pt x="3249" y="66"/>
                  <a:pt x="3260" y="70"/>
                </a:cubicBezTo>
                <a:cubicBezTo>
                  <a:pt x="3238" y="74"/>
                  <a:pt x="3254" y="60"/>
                  <a:pt x="3227" y="64"/>
                </a:cubicBezTo>
                <a:cubicBezTo>
                  <a:pt x="3216" y="60"/>
                  <a:pt x="3243" y="64"/>
                  <a:pt x="3254" y="59"/>
                </a:cubicBezTo>
                <a:cubicBezTo>
                  <a:pt x="3260" y="64"/>
                  <a:pt x="3270" y="62"/>
                  <a:pt x="3281" y="66"/>
                </a:cubicBezTo>
                <a:moveTo>
                  <a:pt x="3281" y="63"/>
                </a:moveTo>
                <a:cubicBezTo>
                  <a:pt x="3270" y="56"/>
                  <a:pt x="3265" y="57"/>
                  <a:pt x="3260" y="52"/>
                </a:cubicBezTo>
                <a:cubicBezTo>
                  <a:pt x="3276" y="50"/>
                  <a:pt x="3308" y="59"/>
                  <a:pt x="3281" y="63"/>
                </a:cubicBezTo>
                <a:moveTo>
                  <a:pt x="3184" y="79"/>
                </a:moveTo>
                <a:cubicBezTo>
                  <a:pt x="3157" y="73"/>
                  <a:pt x="3190" y="69"/>
                  <a:pt x="3173" y="63"/>
                </a:cubicBezTo>
                <a:cubicBezTo>
                  <a:pt x="3206" y="60"/>
                  <a:pt x="3206" y="74"/>
                  <a:pt x="3184" y="79"/>
                </a:cubicBezTo>
                <a:moveTo>
                  <a:pt x="3103" y="72"/>
                </a:moveTo>
                <a:cubicBezTo>
                  <a:pt x="3087" y="60"/>
                  <a:pt x="3141" y="67"/>
                  <a:pt x="3157" y="60"/>
                </a:cubicBezTo>
                <a:cubicBezTo>
                  <a:pt x="3168" y="72"/>
                  <a:pt x="3109" y="60"/>
                  <a:pt x="3103" y="72"/>
                </a:cubicBezTo>
                <a:moveTo>
                  <a:pt x="3114" y="56"/>
                </a:moveTo>
                <a:cubicBezTo>
                  <a:pt x="3162" y="53"/>
                  <a:pt x="3114" y="49"/>
                  <a:pt x="3146" y="43"/>
                </a:cubicBezTo>
                <a:cubicBezTo>
                  <a:pt x="3152" y="43"/>
                  <a:pt x="3157" y="45"/>
                  <a:pt x="3162" y="46"/>
                </a:cubicBezTo>
                <a:cubicBezTo>
                  <a:pt x="3157" y="52"/>
                  <a:pt x="3157" y="69"/>
                  <a:pt x="3114" y="56"/>
                </a:cubicBezTo>
                <a:moveTo>
                  <a:pt x="3157" y="35"/>
                </a:moveTo>
                <a:cubicBezTo>
                  <a:pt x="3184" y="40"/>
                  <a:pt x="3146" y="46"/>
                  <a:pt x="3136" y="39"/>
                </a:cubicBezTo>
                <a:cubicBezTo>
                  <a:pt x="3141" y="35"/>
                  <a:pt x="3141" y="38"/>
                  <a:pt x="3157" y="35"/>
                </a:cubicBezTo>
                <a:moveTo>
                  <a:pt x="3114" y="46"/>
                </a:moveTo>
                <a:cubicBezTo>
                  <a:pt x="3119" y="53"/>
                  <a:pt x="3092" y="56"/>
                  <a:pt x="3071" y="55"/>
                </a:cubicBezTo>
                <a:cubicBezTo>
                  <a:pt x="3082" y="49"/>
                  <a:pt x="3076" y="48"/>
                  <a:pt x="3098" y="40"/>
                </a:cubicBezTo>
                <a:cubicBezTo>
                  <a:pt x="3098" y="40"/>
                  <a:pt x="3098" y="49"/>
                  <a:pt x="3114" y="46"/>
                </a:cubicBezTo>
                <a:moveTo>
                  <a:pt x="3055" y="42"/>
                </a:moveTo>
                <a:cubicBezTo>
                  <a:pt x="3049" y="45"/>
                  <a:pt x="3060" y="49"/>
                  <a:pt x="3060" y="53"/>
                </a:cubicBezTo>
                <a:cubicBezTo>
                  <a:pt x="3044" y="57"/>
                  <a:pt x="3038" y="52"/>
                  <a:pt x="3022" y="55"/>
                </a:cubicBezTo>
                <a:cubicBezTo>
                  <a:pt x="3022" y="52"/>
                  <a:pt x="3022" y="50"/>
                  <a:pt x="3033" y="48"/>
                </a:cubicBezTo>
                <a:cubicBezTo>
                  <a:pt x="3022" y="48"/>
                  <a:pt x="3017" y="46"/>
                  <a:pt x="3006" y="43"/>
                </a:cubicBezTo>
                <a:cubicBezTo>
                  <a:pt x="2979" y="46"/>
                  <a:pt x="3001" y="50"/>
                  <a:pt x="2979" y="53"/>
                </a:cubicBezTo>
                <a:cubicBezTo>
                  <a:pt x="2952" y="32"/>
                  <a:pt x="3017" y="43"/>
                  <a:pt x="3055" y="42"/>
                </a:cubicBezTo>
                <a:moveTo>
                  <a:pt x="2936" y="32"/>
                </a:moveTo>
                <a:cubicBezTo>
                  <a:pt x="2963" y="29"/>
                  <a:pt x="2925" y="38"/>
                  <a:pt x="2914" y="39"/>
                </a:cubicBezTo>
                <a:cubicBezTo>
                  <a:pt x="2925" y="45"/>
                  <a:pt x="2941" y="36"/>
                  <a:pt x="2947" y="42"/>
                </a:cubicBezTo>
                <a:cubicBezTo>
                  <a:pt x="2914" y="46"/>
                  <a:pt x="2963" y="52"/>
                  <a:pt x="2936" y="55"/>
                </a:cubicBezTo>
                <a:cubicBezTo>
                  <a:pt x="2920" y="45"/>
                  <a:pt x="2898" y="39"/>
                  <a:pt x="2892" y="33"/>
                </a:cubicBezTo>
                <a:cubicBezTo>
                  <a:pt x="2909" y="28"/>
                  <a:pt x="2920" y="40"/>
                  <a:pt x="2936" y="32"/>
                </a:cubicBezTo>
                <a:moveTo>
                  <a:pt x="2860" y="39"/>
                </a:moveTo>
                <a:cubicBezTo>
                  <a:pt x="2849" y="43"/>
                  <a:pt x="2882" y="49"/>
                  <a:pt x="2855" y="53"/>
                </a:cubicBezTo>
                <a:cubicBezTo>
                  <a:pt x="2866" y="55"/>
                  <a:pt x="2871" y="52"/>
                  <a:pt x="2882" y="56"/>
                </a:cubicBezTo>
                <a:cubicBezTo>
                  <a:pt x="2892" y="55"/>
                  <a:pt x="2887" y="52"/>
                  <a:pt x="2882" y="50"/>
                </a:cubicBezTo>
                <a:cubicBezTo>
                  <a:pt x="2909" y="50"/>
                  <a:pt x="2898" y="57"/>
                  <a:pt x="2941" y="59"/>
                </a:cubicBezTo>
                <a:cubicBezTo>
                  <a:pt x="2920" y="63"/>
                  <a:pt x="2914" y="67"/>
                  <a:pt x="2930" y="72"/>
                </a:cubicBezTo>
                <a:cubicBezTo>
                  <a:pt x="2914" y="73"/>
                  <a:pt x="2898" y="76"/>
                  <a:pt x="2887" y="72"/>
                </a:cubicBezTo>
                <a:cubicBezTo>
                  <a:pt x="2909" y="69"/>
                  <a:pt x="2898" y="62"/>
                  <a:pt x="2920" y="63"/>
                </a:cubicBezTo>
                <a:cubicBezTo>
                  <a:pt x="2892" y="53"/>
                  <a:pt x="2855" y="67"/>
                  <a:pt x="2828" y="55"/>
                </a:cubicBezTo>
                <a:cubicBezTo>
                  <a:pt x="2855" y="49"/>
                  <a:pt x="2822" y="40"/>
                  <a:pt x="2860" y="39"/>
                </a:cubicBezTo>
                <a:moveTo>
                  <a:pt x="2801" y="46"/>
                </a:moveTo>
                <a:cubicBezTo>
                  <a:pt x="2806" y="56"/>
                  <a:pt x="2769" y="56"/>
                  <a:pt x="2758" y="66"/>
                </a:cubicBezTo>
                <a:cubicBezTo>
                  <a:pt x="2731" y="62"/>
                  <a:pt x="2763" y="57"/>
                  <a:pt x="2758" y="53"/>
                </a:cubicBezTo>
                <a:cubicBezTo>
                  <a:pt x="2790" y="55"/>
                  <a:pt x="2779" y="48"/>
                  <a:pt x="2801" y="46"/>
                </a:cubicBezTo>
                <a:moveTo>
                  <a:pt x="2725" y="59"/>
                </a:moveTo>
                <a:cubicBezTo>
                  <a:pt x="2709" y="67"/>
                  <a:pt x="2731" y="67"/>
                  <a:pt x="2709" y="73"/>
                </a:cubicBezTo>
                <a:cubicBezTo>
                  <a:pt x="2704" y="69"/>
                  <a:pt x="2720" y="62"/>
                  <a:pt x="2693" y="64"/>
                </a:cubicBezTo>
                <a:cubicBezTo>
                  <a:pt x="2666" y="62"/>
                  <a:pt x="2715" y="64"/>
                  <a:pt x="2725" y="59"/>
                </a:cubicBezTo>
                <a:moveTo>
                  <a:pt x="2655" y="76"/>
                </a:moveTo>
                <a:cubicBezTo>
                  <a:pt x="2677" y="70"/>
                  <a:pt x="2671" y="72"/>
                  <a:pt x="2698" y="67"/>
                </a:cubicBezTo>
                <a:cubicBezTo>
                  <a:pt x="2709" y="73"/>
                  <a:pt x="2671" y="77"/>
                  <a:pt x="2666" y="82"/>
                </a:cubicBezTo>
                <a:cubicBezTo>
                  <a:pt x="2661" y="79"/>
                  <a:pt x="2650" y="77"/>
                  <a:pt x="2639" y="80"/>
                </a:cubicBezTo>
                <a:cubicBezTo>
                  <a:pt x="2628" y="69"/>
                  <a:pt x="2612" y="76"/>
                  <a:pt x="2596" y="76"/>
                </a:cubicBezTo>
                <a:cubicBezTo>
                  <a:pt x="2574" y="69"/>
                  <a:pt x="2617" y="73"/>
                  <a:pt x="2628" y="66"/>
                </a:cubicBezTo>
                <a:cubicBezTo>
                  <a:pt x="2634" y="74"/>
                  <a:pt x="2655" y="69"/>
                  <a:pt x="2655" y="76"/>
                </a:cubicBezTo>
                <a:moveTo>
                  <a:pt x="2736" y="45"/>
                </a:moveTo>
                <a:cubicBezTo>
                  <a:pt x="2742" y="48"/>
                  <a:pt x="2725" y="48"/>
                  <a:pt x="2720" y="45"/>
                </a:cubicBezTo>
                <a:cubicBezTo>
                  <a:pt x="2720" y="49"/>
                  <a:pt x="2725" y="52"/>
                  <a:pt x="2704" y="52"/>
                </a:cubicBezTo>
                <a:cubicBezTo>
                  <a:pt x="2704" y="49"/>
                  <a:pt x="2709" y="48"/>
                  <a:pt x="2698" y="45"/>
                </a:cubicBezTo>
                <a:cubicBezTo>
                  <a:pt x="2715" y="39"/>
                  <a:pt x="2725" y="48"/>
                  <a:pt x="2736" y="45"/>
                </a:cubicBezTo>
                <a:moveTo>
                  <a:pt x="2617" y="40"/>
                </a:moveTo>
                <a:cubicBezTo>
                  <a:pt x="2639" y="45"/>
                  <a:pt x="2607" y="46"/>
                  <a:pt x="2612" y="50"/>
                </a:cubicBezTo>
                <a:cubicBezTo>
                  <a:pt x="2617" y="50"/>
                  <a:pt x="2634" y="52"/>
                  <a:pt x="2623" y="55"/>
                </a:cubicBezTo>
                <a:cubicBezTo>
                  <a:pt x="2650" y="56"/>
                  <a:pt x="2666" y="48"/>
                  <a:pt x="2698" y="55"/>
                </a:cubicBezTo>
                <a:cubicBezTo>
                  <a:pt x="2677" y="55"/>
                  <a:pt x="2639" y="59"/>
                  <a:pt x="2623" y="64"/>
                </a:cubicBezTo>
                <a:cubicBezTo>
                  <a:pt x="2601" y="59"/>
                  <a:pt x="2607" y="48"/>
                  <a:pt x="2569" y="50"/>
                </a:cubicBezTo>
                <a:cubicBezTo>
                  <a:pt x="2574" y="45"/>
                  <a:pt x="2607" y="49"/>
                  <a:pt x="2617" y="40"/>
                </a:cubicBezTo>
                <a:moveTo>
                  <a:pt x="2558" y="46"/>
                </a:moveTo>
                <a:cubicBezTo>
                  <a:pt x="2542" y="50"/>
                  <a:pt x="2525" y="50"/>
                  <a:pt x="2558" y="59"/>
                </a:cubicBezTo>
                <a:cubicBezTo>
                  <a:pt x="2547" y="64"/>
                  <a:pt x="2531" y="64"/>
                  <a:pt x="2509" y="60"/>
                </a:cubicBezTo>
                <a:cubicBezTo>
                  <a:pt x="2525" y="57"/>
                  <a:pt x="2520" y="56"/>
                  <a:pt x="2515" y="57"/>
                </a:cubicBezTo>
                <a:cubicBezTo>
                  <a:pt x="2520" y="52"/>
                  <a:pt x="2536" y="46"/>
                  <a:pt x="2531" y="40"/>
                </a:cubicBezTo>
                <a:cubicBezTo>
                  <a:pt x="2547" y="36"/>
                  <a:pt x="2536" y="49"/>
                  <a:pt x="2558" y="46"/>
                </a:cubicBezTo>
                <a:moveTo>
                  <a:pt x="2466" y="55"/>
                </a:moveTo>
                <a:cubicBezTo>
                  <a:pt x="2488" y="66"/>
                  <a:pt x="2423" y="60"/>
                  <a:pt x="2401" y="62"/>
                </a:cubicBezTo>
                <a:cubicBezTo>
                  <a:pt x="2401" y="52"/>
                  <a:pt x="2385" y="67"/>
                  <a:pt x="2364" y="59"/>
                </a:cubicBezTo>
                <a:cubicBezTo>
                  <a:pt x="2407" y="50"/>
                  <a:pt x="2428" y="66"/>
                  <a:pt x="2466" y="55"/>
                </a:cubicBezTo>
                <a:moveTo>
                  <a:pt x="2121" y="106"/>
                </a:moveTo>
                <a:cubicBezTo>
                  <a:pt x="2115" y="104"/>
                  <a:pt x="2110" y="103"/>
                  <a:pt x="2105" y="100"/>
                </a:cubicBezTo>
                <a:cubicBezTo>
                  <a:pt x="2105" y="107"/>
                  <a:pt x="2083" y="110"/>
                  <a:pt x="2061" y="111"/>
                </a:cubicBezTo>
                <a:cubicBezTo>
                  <a:pt x="2051" y="101"/>
                  <a:pt x="2115" y="103"/>
                  <a:pt x="2110" y="96"/>
                </a:cubicBezTo>
                <a:cubicBezTo>
                  <a:pt x="2132" y="94"/>
                  <a:pt x="2153" y="103"/>
                  <a:pt x="2121" y="106"/>
                </a:cubicBezTo>
                <a:moveTo>
                  <a:pt x="2272" y="70"/>
                </a:moveTo>
                <a:cubicBezTo>
                  <a:pt x="2250" y="79"/>
                  <a:pt x="2240" y="67"/>
                  <a:pt x="2218" y="73"/>
                </a:cubicBezTo>
                <a:cubicBezTo>
                  <a:pt x="2213" y="70"/>
                  <a:pt x="2223" y="67"/>
                  <a:pt x="2240" y="64"/>
                </a:cubicBezTo>
                <a:cubicBezTo>
                  <a:pt x="2261" y="66"/>
                  <a:pt x="2250" y="67"/>
                  <a:pt x="2272" y="70"/>
                </a:cubicBezTo>
                <a:moveTo>
                  <a:pt x="2380" y="42"/>
                </a:moveTo>
                <a:cubicBezTo>
                  <a:pt x="2391" y="48"/>
                  <a:pt x="2347" y="49"/>
                  <a:pt x="2342" y="52"/>
                </a:cubicBezTo>
                <a:cubicBezTo>
                  <a:pt x="2331" y="48"/>
                  <a:pt x="2331" y="43"/>
                  <a:pt x="2347" y="40"/>
                </a:cubicBezTo>
                <a:cubicBezTo>
                  <a:pt x="2337" y="49"/>
                  <a:pt x="2364" y="48"/>
                  <a:pt x="2380" y="42"/>
                </a:cubicBezTo>
                <a:moveTo>
                  <a:pt x="2024" y="111"/>
                </a:moveTo>
                <a:cubicBezTo>
                  <a:pt x="2024" y="115"/>
                  <a:pt x="1964" y="115"/>
                  <a:pt x="1970" y="110"/>
                </a:cubicBezTo>
                <a:cubicBezTo>
                  <a:pt x="1980" y="111"/>
                  <a:pt x="1997" y="111"/>
                  <a:pt x="2013" y="106"/>
                </a:cubicBezTo>
                <a:cubicBezTo>
                  <a:pt x="2024" y="107"/>
                  <a:pt x="2002" y="114"/>
                  <a:pt x="2024" y="111"/>
                </a:cubicBezTo>
                <a:moveTo>
                  <a:pt x="2099" y="83"/>
                </a:moveTo>
                <a:cubicBezTo>
                  <a:pt x="2094" y="80"/>
                  <a:pt x="2142" y="77"/>
                  <a:pt x="2110" y="76"/>
                </a:cubicBezTo>
                <a:cubicBezTo>
                  <a:pt x="2105" y="69"/>
                  <a:pt x="2137" y="77"/>
                  <a:pt x="2148" y="76"/>
                </a:cubicBezTo>
                <a:cubicBezTo>
                  <a:pt x="2159" y="70"/>
                  <a:pt x="2180" y="62"/>
                  <a:pt x="2202" y="67"/>
                </a:cubicBezTo>
                <a:cubicBezTo>
                  <a:pt x="2169" y="82"/>
                  <a:pt x="2142" y="74"/>
                  <a:pt x="2099" y="83"/>
                </a:cubicBezTo>
                <a:moveTo>
                  <a:pt x="2250" y="52"/>
                </a:moveTo>
                <a:cubicBezTo>
                  <a:pt x="2256" y="56"/>
                  <a:pt x="2218" y="60"/>
                  <a:pt x="2207" y="53"/>
                </a:cubicBezTo>
                <a:cubicBezTo>
                  <a:pt x="2223" y="49"/>
                  <a:pt x="2240" y="55"/>
                  <a:pt x="2250" y="52"/>
                </a:cubicBezTo>
                <a:moveTo>
                  <a:pt x="1932" y="107"/>
                </a:moveTo>
                <a:cubicBezTo>
                  <a:pt x="1932" y="108"/>
                  <a:pt x="1937" y="108"/>
                  <a:pt x="1943" y="107"/>
                </a:cubicBezTo>
                <a:cubicBezTo>
                  <a:pt x="1948" y="110"/>
                  <a:pt x="1937" y="110"/>
                  <a:pt x="1937" y="108"/>
                </a:cubicBezTo>
                <a:cubicBezTo>
                  <a:pt x="1921" y="111"/>
                  <a:pt x="1948" y="113"/>
                  <a:pt x="1953" y="113"/>
                </a:cubicBezTo>
                <a:cubicBezTo>
                  <a:pt x="1959" y="114"/>
                  <a:pt x="1948" y="117"/>
                  <a:pt x="1943" y="115"/>
                </a:cubicBezTo>
                <a:cubicBezTo>
                  <a:pt x="1937" y="115"/>
                  <a:pt x="1937" y="117"/>
                  <a:pt x="1943" y="118"/>
                </a:cubicBezTo>
                <a:cubicBezTo>
                  <a:pt x="1937" y="118"/>
                  <a:pt x="1932" y="117"/>
                  <a:pt x="1937" y="115"/>
                </a:cubicBezTo>
                <a:cubicBezTo>
                  <a:pt x="1927" y="113"/>
                  <a:pt x="1916" y="117"/>
                  <a:pt x="1905" y="113"/>
                </a:cubicBezTo>
                <a:cubicBezTo>
                  <a:pt x="1921" y="113"/>
                  <a:pt x="1927" y="110"/>
                  <a:pt x="1927" y="106"/>
                </a:cubicBezTo>
                <a:cubicBezTo>
                  <a:pt x="1932" y="104"/>
                  <a:pt x="1932" y="107"/>
                  <a:pt x="1932" y="107"/>
                </a:cubicBezTo>
                <a:moveTo>
                  <a:pt x="1943" y="87"/>
                </a:moveTo>
                <a:cubicBezTo>
                  <a:pt x="1943" y="84"/>
                  <a:pt x="1948" y="84"/>
                  <a:pt x="1964" y="80"/>
                </a:cubicBezTo>
                <a:cubicBezTo>
                  <a:pt x="1970" y="82"/>
                  <a:pt x="1964" y="83"/>
                  <a:pt x="1959" y="84"/>
                </a:cubicBezTo>
                <a:cubicBezTo>
                  <a:pt x="1986" y="83"/>
                  <a:pt x="1980" y="93"/>
                  <a:pt x="2013" y="89"/>
                </a:cubicBezTo>
                <a:cubicBezTo>
                  <a:pt x="1991" y="100"/>
                  <a:pt x="1975" y="80"/>
                  <a:pt x="1943" y="87"/>
                </a:cubicBezTo>
                <a:moveTo>
                  <a:pt x="2218" y="33"/>
                </a:moveTo>
                <a:cubicBezTo>
                  <a:pt x="2234" y="33"/>
                  <a:pt x="2250" y="33"/>
                  <a:pt x="2267" y="33"/>
                </a:cubicBezTo>
                <a:cubicBezTo>
                  <a:pt x="2267" y="46"/>
                  <a:pt x="2240" y="33"/>
                  <a:pt x="2218" y="36"/>
                </a:cubicBezTo>
                <a:cubicBezTo>
                  <a:pt x="2218" y="33"/>
                  <a:pt x="2207" y="31"/>
                  <a:pt x="2213" y="29"/>
                </a:cubicBezTo>
                <a:cubicBezTo>
                  <a:pt x="2207" y="22"/>
                  <a:pt x="2229" y="32"/>
                  <a:pt x="2218" y="33"/>
                </a:cubicBezTo>
                <a:moveTo>
                  <a:pt x="1862" y="101"/>
                </a:moveTo>
                <a:cubicBezTo>
                  <a:pt x="1878" y="107"/>
                  <a:pt x="1905" y="96"/>
                  <a:pt x="1921" y="101"/>
                </a:cubicBezTo>
                <a:cubicBezTo>
                  <a:pt x="1873" y="103"/>
                  <a:pt x="1883" y="115"/>
                  <a:pt x="1845" y="111"/>
                </a:cubicBezTo>
                <a:cubicBezTo>
                  <a:pt x="1851" y="108"/>
                  <a:pt x="1856" y="108"/>
                  <a:pt x="1862" y="111"/>
                </a:cubicBezTo>
                <a:cubicBezTo>
                  <a:pt x="1856" y="97"/>
                  <a:pt x="1797" y="107"/>
                  <a:pt x="1770" y="103"/>
                </a:cubicBezTo>
                <a:cubicBezTo>
                  <a:pt x="1819" y="97"/>
                  <a:pt x="1851" y="98"/>
                  <a:pt x="1873" y="94"/>
                </a:cubicBezTo>
                <a:cubicBezTo>
                  <a:pt x="1873" y="96"/>
                  <a:pt x="1867" y="98"/>
                  <a:pt x="1862" y="101"/>
                </a:cubicBezTo>
                <a:moveTo>
                  <a:pt x="1937" y="77"/>
                </a:moveTo>
                <a:cubicBezTo>
                  <a:pt x="1932" y="73"/>
                  <a:pt x="1916" y="69"/>
                  <a:pt x="1948" y="67"/>
                </a:cubicBezTo>
                <a:cubicBezTo>
                  <a:pt x="1964" y="72"/>
                  <a:pt x="1959" y="74"/>
                  <a:pt x="1937" y="77"/>
                </a:cubicBezTo>
                <a:moveTo>
                  <a:pt x="2067" y="45"/>
                </a:moveTo>
                <a:cubicBezTo>
                  <a:pt x="2072" y="52"/>
                  <a:pt x="2040" y="52"/>
                  <a:pt x="2029" y="49"/>
                </a:cubicBezTo>
                <a:cubicBezTo>
                  <a:pt x="2034" y="53"/>
                  <a:pt x="2002" y="56"/>
                  <a:pt x="2018" y="62"/>
                </a:cubicBezTo>
                <a:cubicBezTo>
                  <a:pt x="2007" y="62"/>
                  <a:pt x="2002" y="59"/>
                  <a:pt x="1991" y="62"/>
                </a:cubicBezTo>
                <a:cubicBezTo>
                  <a:pt x="2002" y="53"/>
                  <a:pt x="2029" y="45"/>
                  <a:pt x="2067" y="45"/>
                </a:cubicBezTo>
                <a:moveTo>
                  <a:pt x="1279" y="108"/>
                </a:moveTo>
                <a:cubicBezTo>
                  <a:pt x="1268" y="104"/>
                  <a:pt x="1300" y="107"/>
                  <a:pt x="1306" y="104"/>
                </a:cubicBezTo>
                <a:cubicBezTo>
                  <a:pt x="1317" y="108"/>
                  <a:pt x="1327" y="111"/>
                  <a:pt x="1306" y="114"/>
                </a:cubicBezTo>
                <a:cubicBezTo>
                  <a:pt x="1300" y="113"/>
                  <a:pt x="1290" y="106"/>
                  <a:pt x="1279" y="108"/>
                </a:cubicBezTo>
                <a:moveTo>
                  <a:pt x="1403" y="90"/>
                </a:moveTo>
                <a:cubicBezTo>
                  <a:pt x="1419" y="87"/>
                  <a:pt x="1430" y="84"/>
                  <a:pt x="1425" y="82"/>
                </a:cubicBezTo>
                <a:cubicBezTo>
                  <a:pt x="1452" y="83"/>
                  <a:pt x="1414" y="94"/>
                  <a:pt x="1408" y="98"/>
                </a:cubicBezTo>
                <a:cubicBezTo>
                  <a:pt x="1403" y="97"/>
                  <a:pt x="1397" y="96"/>
                  <a:pt x="1392" y="94"/>
                </a:cubicBezTo>
                <a:cubicBezTo>
                  <a:pt x="1403" y="93"/>
                  <a:pt x="1403" y="96"/>
                  <a:pt x="1408" y="96"/>
                </a:cubicBezTo>
                <a:cubicBezTo>
                  <a:pt x="1419" y="94"/>
                  <a:pt x="1408" y="93"/>
                  <a:pt x="1403" y="90"/>
                </a:cubicBezTo>
                <a:moveTo>
                  <a:pt x="1338" y="115"/>
                </a:moveTo>
                <a:cubicBezTo>
                  <a:pt x="1327" y="111"/>
                  <a:pt x="1344" y="108"/>
                  <a:pt x="1354" y="104"/>
                </a:cubicBezTo>
                <a:cubicBezTo>
                  <a:pt x="1371" y="111"/>
                  <a:pt x="1365" y="114"/>
                  <a:pt x="1338" y="115"/>
                </a:cubicBezTo>
                <a:moveTo>
                  <a:pt x="1468" y="90"/>
                </a:moveTo>
                <a:cubicBezTo>
                  <a:pt x="1441" y="83"/>
                  <a:pt x="1500" y="84"/>
                  <a:pt x="1484" y="82"/>
                </a:cubicBezTo>
                <a:cubicBezTo>
                  <a:pt x="1516" y="82"/>
                  <a:pt x="1489" y="90"/>
                  <a:pt x="1468" y="90"/>
                </a:cubicBezTo>
                <a:moveTo>
                  <a:pt x="1554" y="66"/>
                </a:moveTo>
                <a:cubicBezTo>
                  <a:pt x="1565" y="69"/>
                  <a:pt x="1581" y="69"/>
                  <a:pt x="1559" y="60"/>
                </a:cubicBezTo>
                <a:cubicBezTo>
                  <a:pt x="1581" y="59"/>
                  <a:pt x="1570" y="62"/>
                  <a:pt x="1581" y="66"/>
                </a:cubicBezTo>
                <a:cubicBezTo>
                  <a:pt x="1586" y="63"/>
                  <a:pt x="1581" y="62"/>
                  <a:pt x="1592" y="59"/>
                </a:cubicBezTo>
                <a:cubicBezTo>
                  <a:pt x="1586" y="64"/>
                  <a:pt x="1613" y="62"/>
                  <a:pt x="1624" y="67"/>
                </a:cubicBezTo>
                <a:cubicBezTo>
                  <a:pt x="1624" y="70"/>
                  <a:pt x="1619" y="72"/>
                  <a:pt x="1608" y="74"/>
                </a:cubicBezTo>
                <a:cubicBezTo>
                  <a:pt x="1624" y="63"/>
                  <a:pt x="1570" y="70"/>
                  <a:pt x="1570" y="74"/>
                </a:cubicBezTo>
                <a:cubicBezTo>
                  <a:pt x="1543" y="76"/>
                  <a:pt x="1565" y="69"/>
                  <a:pt x="1554" y="66"/>
                </a:cubicBezTo>
                <a:moveTo>
                  <a:pt x="1457" y="97"/>
                </a:moveTo>
                <a:cubicBezTo>
                  <a:pt x="1462" y="98"/>
                  <a:pt x="1457" y="100"/>
                  <a:pt x="1452" y="100"/>
                </a:cubicBezTo>
                <a:cubicBezTo>
                  <a:pt x="1457" y="101"/>
                  <a:pt x="1468" y="101"/>
                  <a:pt x="1473" y="104"/>
                </a:cubicBezTo>
                <a:cubicBezTo>
                  <a:pt x="1473" y="101"/>
                  <a:pt x="1479" y="100"/>
                  <a:pt x="1489" y="103"/>
                </a:cubicBezTo>
                <a:cubicBezTo>
                  <a:pt x="1462" y="107"/>
                  <a:pt x="1457" y="111"/>
                  <a:pt x="1441" y="115"/>
                </a:cubicBezTo>
                <a:cubicBezTo>
                  <a:pt x="1435" y="108"/>
                  <a:pt x="1441" y="103"/>
                  <a:pt x="1457" y="97"/>
                </a:cubicBezTo>
                <a:moveTo>
                  <a:pt x="1635" y="66"/>
                </a:moveTo>
                <a:cubicBezTo>
                  <a:pt x="1640" y="63"/>
                  <a:pt x="1651" y="63"/>
                  <a:pt x="1662" y="66"/>
                </a:cubicBezTo>
                <a:cubicBezTo>
                  <a:pt x="1657" y="67"/>
                  <a:pt x="1651" y="66"/>
                  <a:pt x="1651" y="64"/>
                </a:cubicBezTo>
                <a:cubicBezTo>
                  <a:pt x="1646" y="67"/>
                  <a:pt x="1678" y="73"/>
                  <a:pt x="1651" y="79"/>
                </a:cubicBezTo>
                <a:cubicBezTo>
                  <a:pt x="1630" y="73"/>
                  <a:pt x="1657" y="70"/>
                  <a:pt x="1635" y="66"/>
                </a:cubicBezTo>
                <a:moveTo>
                  <a:pt x="1775" y="45"/>
                </a:moveTo>
                <a:cubicBezTo>
                  <a:pt x="1786" y="48"/>
                  <a:pt x="1775" y="49"/>
                  <a:pt x="1770" y="50"/>
                </a:cubicBezTo>
                <a:cubicBezTo>
                  <a:pt x="1781" y="56"/>
                  <a:pt x="1792" y="53"/>
                  <a:pt x="1802" y="57"/>
                </a:cubicBezTo>
                <a:cubicBezTo>
                  <a:pt x="1775" y="59"/>
                  <a:pt x="1743" y="50"/>
                  <a:pt x="1775" y="45"/>
                </a:cubicBezTo>
                <a:moveTo>
                  <a:pt x="1759" y="66"/>
                </a:moveTo>
                <a:cubicBezTo>
                  <a:pt x="1705" y="69"/>
                  <a:pt x="1721" y="80"/>
                  <a:pt x="1694" y="87"/>
                </a:cubicBezTo>
                <a:cubicBezTo>
                  <a:pt x="1684" y="87"/>
                  <a:pt x="1684" y="86"/>
                  <a:pt x="1689" y="86"/>
                </a:cubicBezTo>
                <a:cubicBezTo>
                  <a:pt x="1684" y="84"/>
                  <a:pt x="1678" y="86"/>
                  <a:pt x="1673" y="86"/>
                </a:cubicBezTo>
                <a:cubicBezTo>
                  <a:pt x="1662" y="80"/>
                  <a:pt x="1700" y="77"/>
                  <a:pt x="1711" y="76"/>
                </a:cubicBezTo>
                <a:cubicBezTo>
                  <a:pt x="1700" y="74"/>
                  <a:pt x="1694" y="74"/>
                  <a:pt x="1684" y="76"/>
                </a:cubicBezTo>
                <a:cubicBezTo>
                  <a:pt x="1705" y="72"/>
                  <a:pt x="1721" y="55"/>
                  <a:pt x="1759" y="66"/>
                </a:cubicBezTo>
                <a:moveTo>
                  <a:pt x="1597" y="107"/>
                </a:moveTo>
                <a:cubicBezTo>
                  <a:pt x="1592" y="104"/>
                  <a:pt x="1603" y="106"/>
                  <a:pt x="1608" y="104"/>
                </a:cubicBezTo>
                <a:cubicBezTo>
                  <a:pt x="1586" y="103"/>
                  <a:pt x="1586" y="104"/>
                  <a:pt x="1581" y="97"/>
                </a:cubicBezTo>
                <a:cubicBezTo>
                  <a:pt x="1586" y="96"/>
                  <a:pt x="1592" y="98"/>
                  <a:pt x="1597" y="100"/>
                </a:cubicBezTo>
                <a:cubicBezTo>
                  <a:pt x="1603" y="98"/>
                  <a:pt x="1597" y="97"/>
                  <a:pt x="1597" y="97"/>
                </a:cubicBezTo>
                <a:cubicBezTo>
                  <a:pt x="1603" y="96"/>
                  <a:pt x="1613" y="98"/>
                  <a:pt x="1608" y="100"/>
                </a:cubicBezTo>
                <a:cubicBezTo>
                  <a:pt x="1608" y="101"/>
                  <a:pt x="1613" y="103"/>
                  <a:pt x="1619" y="101"/>
                </a:cubicBezTo>
                <a:cubicBezTo>
                  <a:pt x="1630" y="106"/>
                  <a:pt x="1603" y="107"/>
                  <a:pt x="1597" y="107"/>
                </a:cubicBezTo>
                <a:moveTo>
                  <a:pt x="1802" y="93"/>
                </a:moveTo>
                <a:cubicBezTo>
                  <a:pt x="1781" y="96"/>
                  <a:pt x="1765" y="96"/>
                  <a:pt x="1748" y="92"/>
                </a:cubicBezTo>
                <a:cubicBezTo>
                  <a:pt x="1765" y="89"/>
                  <a:pt x="1797" y="92"/>
                  <a:pt x="1781" y="83"/>
                </a:cubicBezTo>
                <a:cubicBezTo>
                  <a:pt x="1792" y="79"/>
                  <a:pt x="1797" y="87"/>
                  <a:pt x="1808" y="89"/>
                </a:cubicBezTo>
                <a:cubicBezTo>
                  <a:pt x="1802" y="90"/>
                  <a:pt x="1797" y="92"/>
                  <a:pt x="1802" y="93"/>
                </a:cubicBezTo>
                <a:moveTo>
                  <a:pt x="1873" y="76"/>
                </a:moveTo>
                <a:cubicBezTo>
                  <a:pt x="1862" y="70"/>
                  <a:pt x="1867" y="66"/>
                  <a:pt x="1862" y="62"/>
                </a:cubicBezTo>
                <a:cubicBezTo>
                  <a:pt x="1894" y="60"/>
                  <a:pt x="1894" y="70"/>
                  <a:pt x="1873" y="76"/>
                </a:cubicBezTo>
                <a:moveTo>
                  <a:pt x="1921" y="48"/>
                </a:moveTo>
                <a:cubicBezTo>
                  <a:pt x="1937" y="53"/>
                  <a:pt x="1916" y="56"/>
                  <a:pt x="1921" y="60"/>
                </a:cubicBezTo>
                <a:cubicBezTo>
                  <a:pt x="1910" y="62"/>
                  <a:pt x="1905" y="59"/>
                  <a:pt x="1900" y="57"/>
                </a:cubicBezTo>
                <a:cubicBezTo>
                  <a:pt x="1927" y="55"/>
                  <a:pt x="1900" y="50"/>
                  <a:pt x="1921" y="48"/>
                </a:cubicBezTo>
                <a:moveTo>
                  <a:pt x="1835" y="69"/>
                </a:moveTo>
                <a:cubicBezTo>
                  <a:pt x="1824" y="73"/>
                  <a:pt x="1808" y="77"/>
                  <a:pt x="1829" y="83"/>
                </a:cubicBezTo>
                <a:cubicBezTo>
                  <a:pt x="1802" y="83"/>
                  <a:pt x="1802" y="72"/>
                  <a:pt x="1802" y="67"/>
                </a:cubicBezTo>
                <a:cubicBezTo>
                  <a:pt x="1781" y="66"/>
                  <a:pt x="1781" y="67"/>
                  <a:pt x="1765" y="72"/>
                </a:cubicBezTo>
                <a:cubicBezTo>
                  <a:pt x="1759" y="69"/>
                  <a:pt x="1786" y="66"/>
                  <a:pt x="1775" y="62"/>
                </a:cubicBezTo>
                <a:cubicBezTo>
                  <a:pt x="1786" y="62"/>
                  <a:pt x="1819" y="70"/>
                  <a:pt x="1813" y="62"/>
                </a:cubicBezTo>
                <a:cubicBezTo>
                  <a:pt x="1829" y="59"/>
                  <a:pt x="1813" y="66"/>
                  <a:pt x="1835" y="69"/>
                </a:cubicBezTo>
                <a:moveTo>
                  <a:pt x="1878" y="40"/>
                </a:moveTo>
                <a:cubicBezTo>
                  <a:pt x="1873" y="48"/>
                  <a:pt x="1851" y="52"/>
                  <a:pt x="1824" y="57"/>
                </a:cubicBezTo>
                <a:cubicBezTo>
                  <a:pt x="1829" y="48"/>
                  <a:pt x="1851" y="42"/>
                  <a:pt x="1878" y="36"/>
                </a:cubicBezTo>
                <a:cubicBezTo>
                  <a:pt x="1883" y="39"/>
                  <a:pt x="1845" y="46"/>
                  <a:pt x="1878" y="40"/>
                </a:cubicBezTo>
                <a:moveTo>
                  <a:pt x="1792" y="52"/>
                </a:moveTo>
                <a:cubicBezTo>
                  <a:pt x="1786" y="42"/>
                  <a:pt x="1797" y="36"/>
                  <a:pt x="1813" y="32"/>
                </a:cubicBezTo>
                <a:cubicBezTo>
                  <a:pt x="1808" y="38"/>
                  <a:pt x="1824" y="43"/>
                  <a:pt x="1792" y="52"/>
                </a:cubicBezTo>
                <a:moveTo>
                  <a:pt x="1792" y="33"/>
                </a:moveTo>
                <a:cubicBezTo>
                  <a:pt x="1781" y="33"/>
                  <a:pt x="1775" y="35"/>
                  <a:pt x="1775" y="36"/>
                </a:cubicBezTo>
                <a:cubicBezTo>
                  <a:pt x="1770" y="38"/>
                  <a:pt x="1765" y="33"/>
                  <a:pt x="1754" y="36"/>
                </a:cubicBezTo>
                <a:cubicBezTo>
                  <a:pt x="1754" y="38"/>
                  <a:pt x="1754" y="39"/>
                  <a:pt x="1743" y="40"/>
                </a:cubicBezTo>
                <a:cubicBezTo>
                  <a:pt x="1732" y="36"/>
                  <a:pt x="1754" y="32"/>
                  <a:pt x="1759" y="28"/>
                </a:cubicBezTo>
                <a:cubicBezTo>
                  <a:pt x="1770" y="32"/>
                  <a:pt x="1781" y="29"/>
                  <a:pt x="1792" y="33"/>
                </a:cubicBezTo>
                <a:moveTo>
                  <a:pt x="1721" y="38"/>
                </a:moveTo>
                <a:cubicBezTo>
                  <a:pt x="1711" y="40"/>
                  <a:pt x="1705" y="39"/>
                  <a:pt x="1711" y="38"/>
                </a:cubicBezTo>
                <a:cubicBezTo>
                  <a:pt x="1711" y="35"/>
                  <a:pt x="1673" y="43"/>
                  <a:pt x="1694" y="40"/>
                </a:cubicBezTo>
                <a:cubicBezTo>
                  <a:pt x="1705" y="45"/>
                  <a:pt x="1673" y="43"/>
                  <a:pt x="1667" y="39"/>
                </a:cubicBezTo>
                <a:cubicBezTo>
                  <a:pt x="1689" y="33"/>
                  <a:pt x="1705" y="32"/>
                  <a:pt x="1721" y="38"/>
                </a:cubicBezTo>
                <a:moveTo>
                  <a:pt x="1640" y="42"/>
                </a:moveTo>
                <a:cubicBezTo>
                  <a:pt x="1630" y="52"/>
                  <a:pt x="1662" y="48"/>
                  <a:pt x="1667" y="56"/>
                </a:cubicBezTo>
                <a:cubicBezTo>
                  <a:pt x="1678" y="46"/>
                  <a:pt x="1705" y="50"/>
                  <a:pt x="1743" y="43"/>
                </a:cubicBezTo>
                <a:cubicBezTo>
                  <a:pt x="1743" y="46"/>
                  <a:pt x="1737" y="49"/>
                  <a:pt x="1743" y="50"/>
                </a:cubicBezTo>
                <a:cubicBezTo>
                  <a:pt x="1727" y="53"/>
                  <a:pt x="1689" y="49"/>
                  <a:pt x="1700" y="57"/>
                </a:cubicBezTo>
                <a:cubicBezTo>
                  <a:pt x="1694" y="59"/>
                  <a:pt x="1662" y="53"/>
                  <a:pt x="1667" y="59"/>
                </a:cubicBezTo>
                <a:cubicBezTo>
                  <a:pt x="1651" y="55"/>
                  <a:pt x="1630" y="59"/>
                  <a:pt x="1613" y="55"/>
                </a:cubicBezTo>
                <a:cubicBezTo>
                  <a:pt x="1640" y="50"/>
                  <a:pt x="1603" y="45"/>
                  <a:pt x="1640" y="42"/>
                </a:cubicBezTo>
                <a:moveTo>
                  <a:pt x="1500" y="70"/>
                </a:moveTo>
                <a:cubicBezTo>
                  <a:pt x="1489" y="70"/>
                  <a:pt x="1484" y="69"/>
                  <a:pt x="1473" y="66"/>
                </a:cubicBezTo>
                <a:cubicBezTo>
                  <a:pt x="1489" y="63"/>
                  <a:pt x="1495" y="64"/>
                  <a:pt x="1495" y="69"/>
                </a:cubicBezTo>
                <a:cubicBezTo>
                  <a:pt x="1495" y="59"/>
                  <a:pt x="1527" y="64"/>
                  <a:pt x="1532" y="62"/>
                </a:cubicBezTo>
                <a:cubicBezTo>
                  <a:pt x="1565" y="66"/>
                  <a:pt x="1522" y="64"/>
                  <a:pt x="1500" y="70"/>
                </a:cubicBezTo>
                <a:moveTo>
                  <a:pt x="1608" y="35"/>
                </a:moveTo>
                <a:cubicBezTo>
                  <a:pt x="1635" y="35"/>
                  <a:pt x="1592" y="45"/>
                  <a:pt x="1592" y="49"/>
                </a:cubicBezTo>
                <a:cubicBezTo>
                  <a:pt x="1575" y="48"/>
                  <a:pt x="1559" y="52"/>
                  <a:pt x="1543" y="46"/>
                </a:cubicBezTo>
                <a:cubicBezTo>
                  <a:pt x="1554" y="45"/>
                  <a:pt x="1559" y="43"/>
                  <a:pt x="1554" y="40"/>
                </a:cubicBezTo>
                <a:cubicBezTo>
                  <a:pt x="1575" y="49"/>
                  <a:pt x="1586" y="36"/>
                  <a:pt x="1608" y="35"/>
                </a:cubicBezTo>
                <a:moveTo>
                  <a:pt x="1468" y="66"/>
                </a:moveTo>
                <a:cubicBezTo>
                  <a:pt x="1452" y="72"/>
                  <a:pt x="1441" y="67"/>
                  <a:pt x="1430" y="70"/>
                </a:cubicBezTo>
                <a:cubicBezTo>
                  <a:pt x="1414" y="63"/>
                  <a:pt x="1457" y="62"/>
                  <a:pt x="1468" y="66"/>
                </a:cubicBezTo>
                <a:moveTo>
                  <a:pt x="1241" y="106"/>
                </a:moveTo>
                <a:cubicBezTo>
                  <a:pt x="1246" y="107"/>
                  <a:pt x="1241" y="107"/>
                  <a:pt x="1241" y="108"/>
                </a:cubicBezTo>
                <a:cubicBezTo>
                  <a:pt x="1235" y="108"/>
                  <a:pt x="1235" y="110"/>
                  <a:pt x="1241" y="111"/>
                </a:cubicBezTo>
                <a:cubicBezTo>
                  <a:pt x="1230" y="111"/>
                  <a:pt x="1209" y="100"/>
                  <a:pt x="1182" y="101"/>
                </a:cubicBezTo>
                <a:cubicBezTo>
                  <a:pt x="1182" y="94"/>
                  <a:pt x="1219" y="84"/>
                  <a:pt x="1241" y="93"/>
                </a:cubicBezTo>
                <a:cubicBezTo>
                  <a:pt x="1235" y="93"/>
                  <a:pt x="1230" y="92"/>
                  <a:pt x="1225" y="90"/>
                </a:cubicBezTo>
                <a:cubicBezTo>
                  <a:pt x="1219" y="92"/>
                  <a:pt x="1230" y="93"/>
                  <a:pt x="1230" y="94"/>
                </a:cubicBezTo>
                <a:cubicBezTo>
                  <a:pt x="1214" y="96"/>
                  <a:pt x="1203" y="94"/>
                  <a:pt x="1182" y="98"/>
                </a:cubicBezTo>
                <a:cubicBezTo>
                  <a:pt x="1192" y="101"/>
                  <a:pt x="1209" y="96"/>
                  <a:pt x="1219" y="97"/>
                </a:cubicBezTo>
                <a:cubicBezTo>
                  <a:pt x="1219" y="101"/>
                  <a:pt x="1214" y="108"/>
                  <a:pt x="1241" y="106"/>
                </a:cubicBezTo>
                <a:moveTo>
                  <a:pt x="1381" y="69"/>
                </a:moveTo>
                <a:cubicBezTo>
                  <a:pt x="1376" y="76"/>
                  <a:pt x="1371" y="66"/>
                  <a:pt x="1360" y="63"/>
                </a:cubicBezTo>
                <a:cubicBezTo>
                  <a:pt x="1376" y="59"/>
                  <a:pt x="1392" y="59"/>
                  <a:pt x="1408" y="63"/>
                </a:cubicBezTo>
                <a:cubicBezTo>
                  <a:pt x="1414" y="67"/>
                  <a:pt x="1397" y="63"/>
                  <a:pt x="1392" y="62"/>
                </a:cubicBezTo>
                <a:cubicBezTo>
                  <a:pt x="1381" y="64"/>
                  <a:pt x="1376" y="66"/>
                  <a:pt x="1381" y="69"/>
                </a:cubicBezTo>
                <a:moveTo>
                  <a:pt x="1511" y="39"/>
                </a:moveTo>
                <a:cubicBezTo>
                  <a:pt x="1538" y="25"/>
                  <a:pt x="1575" y="38"/>
                  <a:pt x="1511" y="39"/>
                </a:cubicBezTo>
                <a:moveTo>
                  <a:pt x="1495" y="31"/>
                </a:moveTo>
                <a:cubicBezTo>
                  <a:pt x="1511" y="29"/>
                  <a:pt x="1500" y="40"/>
                  <a:pt x="1500" y="45"/>
                </a:cubicBezTo>
                <a:cubicBezTo>
                  <a:pt x="1479" y="48"/>
                  <a:pt x="1495" y="39"/>
                  <a:pt x="1489" y="38"/>
                </a:cubicBezTo>
                <a:cubicBezTo>
                  <a:pt x="1468" y="33"/>
                  <a:pt x="1473" y="42"/>
                  <a:pt x="1457" y="43"/>
                </a:cubicBezTo>
                <a:cubicBezTo>
                  <a:pt x="1435" y="33"/>
                  <a:pt x="1495" y="35"/>
                  <a:pt x="1495" y="31"/>
                </a:cubicBezTo>
                <a:moveTo>
                  <a:pt x="1435" y="45"/>
                </a:moveTo>
                <a:cubicBezTo>
                  <a:pt x="1452" y="50"/>
                  <a:pt x="1441" y="56"/>
                  <a:pt x="1462" y="49"/>
                </a:cubicBezTo>
                <a:cubicBezTo>
                  <a:pt x="1479" y="57"/>
                  <a:pt x="1435" y="55"/>
                  <a:pt x="1419" y="56"/>
                </a:cubicBezTo>
                <a:cubicBezTo>
                  <a:pt x="1408" y="50"/>
                  <a:pt x="1403" y="53"/>
                  <a:pt x="1397" y="48"/>
                </a:cubicBezTo>
                <a:cubicBezTo>
                  <a:pt x="1414" y="46"/>
                  <a:pt x="1425" y="46"/>
                  <a:pt x="1435" y="45"/>
                </a:cubicBezTo>
                <a:moveTo>
                  <a:pt x="1333" y="57"/>
                </a:moveTo>
                <a:cubicBezTo>
                  <a:pt x="1344" y="62"/>
                  <a:pt x="1311" y="64"/>
                  <a:pt x="1317" y="69"/>
                </a:cubicBezTo>
                <a:cubicBezTo>
                  <a:pt x="1311" y="70"/>
                  <a:pt x="1306" y="67"/>
                  <a:pt x="1311" y="66"/>
                </a:cubicBezTo>
                <a:cubicBezTo>
                  <a:pt x="1306" y="64"/>
                  <a:pt x="1300" y="64"/>
                  <a:pt x="1300" y="66"/>
                </a:cubicBezTo>
                <a:cubicBezTo>
                  <a:pt x="1295" y="63"/>
                  <a:pt x="1300" y="63"/>
                  <a:pt x="1306" y="64"/>
                </a:cubicBezTo>
                <a:cubicBezTo>
                  <a:pt x="1327" y="62"/>
                  <a:pt x="1317" y="57"/>
                  <a:pt x="1333" y="57"/>
                </a:cubicBezTo>
                <a:moveTo>
                  <a:pt x="1031" y="103"/>
                </a:moveTo>
                <a:cubicBezTo>
                  <a:pt x="1025" y="97"/>
                  <a:pt x="1031" y="100"/>
                  <a:pt x="1014" y="104"/>
                </a:cubicBezTo>
                <a:cubicBezTo>
                  <a:pt x="1009" y="100"/>
                  <a:pt x="1009" y="97"/>
                  <a:pt x="1020" y="94"/>
                </a:cubicBezTo>
                <a:cubicBezTo>
                  <a:pt x="1041" y="94"/>
                  <a:pt x="1052" y="100"/>
                  <a:pt x="1031" y="103"/>
                </a:cubicBezTo>
                <a:moveTo>
                  <a:pt x="1160" y="74"/>
                </a:moveTo>
                <a:cubicBezTo>
                  <a:pt x="1155" y="76"/>
                  <a:pt x="1149" y="74"/>
                  <a:pt x="1149" y="73"/>
                </a:cubicBezTo>
                <a:cubicBezTo>
                  <a:pt x="1144" y="72"/>
                  <a:pt x="1138" y="73"/>
                  <a:pt x="1138" y="73"/>
                </a:cubicBezTo>
                <a:cubicBezTo>
                  <a:pt x="1122" y="72"/>
                  <a:pt x="1176" y="69"/>
                  <a:pt x="1144" y="69"/>
                </a:cubicBezTo>
                <a:cubicBezTo>
                  <a:pt x="1144" y="63"/>
                  <a:pt x="1192" y="67"/>
                  <a:pt x="1198" y="57"/>
                </a:cubicBezTo>
                <a:cubicBezTo>
                  <a:pt x="1209" y="63"/>
                  <a:pt x="1225" y="56"/>
                  <a:pt x="1235" y="63"/>
                </a:cubicBezTo>
                <a:cubicBezTo>
                  <a:pt x="1209" y="64"/>
                  <a:pt x="1160" y="64"/>
                  <a:pt x="1160" y="74"/>
                </a:cubicBezTo>
                <a:moveTo>
                  <a:pt x="1397" y="40"/>
                </a:moveTo>
                <a:cubicBezTo>
                  <a:pt x="1365" y="39"/>
                  <a:pt x="1365" y="52"/>
                  <a:pt x="1333" y="50"/>
                </a:cubicBezTo>
                <a:cubicBezTo>
                  <a:pt x="1327" y="48"/>
                  <a:pt x="1371" y="33"/>
                  <a:pt x="1371" y="40"/>
                </a:cubicBezTo>
                <a:cubicBezTo>
                  <a:pt x="1376" y="38"/>
                  <a:pt x="1387" y="35"/>
                  <a:pt x="1381" y="31"/>
                </a:cubicBezTo>
                <a:cubicBezTo>
                  <a:pt x="1408" y="29"/>
                  <a:pt x="1381" y="38"/>
                  <a:pt x="1397" y="40"/>
                </a:cubicBezTo>
                <a:moveTo>
                  <a:pt x="1273" y="40"/>
                </a:moveTo>
                <a:cubicBezTo>
                  <a:pt x="1290" y="46"/>
                  <a:pt x="1263" y="49"/>
                  <a:pt x="1279" y="55"/>
                </a:cubicBezTo>
                <a:cubicBezTo>
                  <a:pt x="1268" y="56"/>
                  <a:pt x="1268" y="53"/>
                  <a:pt x="1273" y="53"/>
                </a:cubicBezTo>
                <a:cubicBezTo>
                  <a:pt x="1263" y="49"/>
                  <a:pt x="1246" y="60"/>
                  <a:pt x="1241" y="52"/>
                </a:cubicBezTo>
                <a:cubicBezTo>
                  <a:pt x="1241" y="50"/>
                  <a:pt x="1246" y="52"/>
                  <a:pt x="1252" y="52"/>
                </a:cubicBezTo>
                <a:cubicBezTo>
                  <a:pt x="1279" y="49"/>
                  <a:pt x="1241" y="43"/>
                  <a:pt x="1273" y="40"/>
                </a:cubicBezTo>
                <a:moveTo>
                  <a:pt x="1095" y="76"/>
                </a:moveTo>
                <a:cubicBezTo>
                  <a:pt x="1095" y="80"/>
                  <a:pt x="1106" y="83"/>
                  <a:pt x="1106" y="87"/>
                </a:cubicBezTo>
                <a:cubicBezTo>
                  <a:pt x="1095" y="92"/>
                  <a:pt x="1068" y="82"/>
                  <a:pt x="1090" y="90"/>
                </a:cubicBezTo>
                <a:cubicBezTo>
                  <a:pt x="1079" y="92"/>
                  <a:pt x="1057" y="86"/>
                  <a:pt x="1079" y="93"/>
                </a:cubicBezTo>
                <a:cubicBezTo>
                  <a:pt x="1063" y="92"/>
                  <a:pt x="1036" y="93"/>
                  <a:pt x="1036" y="86"/>
                </a:cubicBezTo>
                <a:cubicBezTo>
                  <a:pt x="1074" y="92"/>
                  <a:pt x="1068" y="83"/>
                  <a:pt x="1095" y="76"/>
                </a:cubicBezTo>
                <a:moveTo>
                  <a:pt x="442" y="86"/>
                </a:moveTo>
                <a:cubicBezTo>
                  <a:pt x="410" y="84"/>
                  <a:pt x="442" y="73"/>
                  <a:pt x="404" y="83"/>
                </a:cubicBezTo>
                <a:cubicBezTo>
                  <a:pt x="399" y="77"/>
                  <a:pt x="447" y="72"/>
                  <a:pt x="480" y="66"/>
                </a:cubicBezTo>
                <a:cubicBezTo>
                  <a:pt x="485" y="70"/>
                  <a:pt x="485" y="73"/>
                  <a:pt x="491" y="76"/>
                </a:cubicBezTo>
                <a:cubicBezTo>
                  <a:pt x="458" y="77"/>
                  <a:pt x="447" y="77"/>
                  <a:pt x="442" y="86"/>
                </a:cubicBezTo>
                <a:moveTo>
                  <a:pt x="572" y="53"/>
                </a:moveTo>
                <a:cubicBezTo>
                  <a:pt x="593" y="49"/>
                  <a:pt x="572" y="62"/>
                  <a:pt x="588" y="57"/>
                </a:cubicBezTo>
                <a:cubicBezTo>
                  <a:pt x="593" y="60"/>
                  <a:pt x="577" y="62"/>
                  <a:pt x="572" y="63"/>
                </a:cubicBezTo>
                <a:cubicBezTo>
                  <a:pt x="550" y="60"/>
                  <a:pt x="577" y="57"/>
                  <a:pt x="572" y="53"/>
                </a:cubicBezTo>
                <a:moveTo>
                  <a:pt x="431" y="98"/>
                </a:moveTo>
                <a:cubicBezTo>
                  <a:pt x="404" y="94"/>
                  <a:pt x="464" y="87"/>
                  <a:pt x="475" y="94"/>
                </a:cubicBezTo>
                <a:cubicBezTo>
                  <a:pt x="458" y="98"/>
                  <a:pt x="447" y="92"/>
                  <a:pt x="431" y="98"/>
                </a:cubicBezTo>
                <a:moveTo>
                  <a:pt x="815" y="60"/>
                </a:moveTo>
                <a:cubicBezTo>
                  <a:pt x="842" y="53"/>
                  <a:pt x="815" y="53"/>
                  <a:pt x="858" y="52"/>
                </a:cubicBezTo>
                <a:cubicBezTo>
                  <a:pt x="858" y="53"/>
                  <a:pt x="852" y="53"/>
                  <a:pt x="852" y="53"/>
                </a:cubicBezTo>
                <a:cubicBezTo>
                  <a:pt x="842" y="55"/>
                  <a:pt x="852" y="56"/>
                  <a:pt x="858" y="59"/>
                </a:cubicBezTo>
                <a:cubicBezTo>
                  <a:pt x="842" y="63"/>
                  <a:pt x="831" y="57"/>
                  <a:pt x="815" y="60"/>
                </a:cubicBezTo>
                <a:moveTo>
                  <a:pt x="653" y="96"/>
                </a:moveTo>
                <a:cubicBezTo>
                  <a:pt x="663" y="97"/>
                  <a:pt x="669" y="100"/>
                  <a:pt x="674" y="101"/>
                </a:cubicBezTo>
                <a:cubicBezTo>
                  <a:pt x="653" y="107"/>
                  <a:pt x="626" y="98"/>
                  <a:pt x="653" y="96"/>
                </a:cubicBezTo>
                <a:moveTo>
                  <a:pt x="917" y="56"/>
                </a:moveTo>
                <a:cubicBezTo>
                  <a:pt x="928" y="63"/>
                  <a:pt x="917" y="63"/>
                  <a:pt x="890" y="67"/>
                </a:cubicBezTo>
                <a:cubicBezTo>
                  <a:pt x="869" y="62"/>
                  <a:pt x="912" y="60"/>
                  <a:pt x="917" y="56"/>
                </a:cubicBezTo>
                <a:moveTo>
                  <a:pt x="723" y="108"/>
                </a:moveTo>
                <a:cubicBezTo>
                  <a:pt x="712" y="106"/>
                  <a:pt x="717" y="104"/>
                  <a:pt x="712" y="101"/>
                </a:cubicBezTo>
                <a:cubicBezTo>
                  <a:pt x="723" y="101"/>
                  <a:pt x="728" y="100"/>
                  <a:pt x="739" y="98"/>
                </a:cubicBezTo>
                <a:cubicBezTo>
                  <a:pt x="755" y="101"/>
                  <a:pt x="750" y="103"/>
                  <a:pt x="755" y="106"/>
                </a:cubicBezTo>
                <a:cubicBezTo>
                  <a:pt x="744" y="108"/>
                  <a:pt x="734" y="106"/>
                  <a:pt x="723" y="108"/>
                </a:cubicBezTo>
                <a:moveTo>
                  <a:pt x="766" y="100"/>
                </a:moveTo>
                <a:cubicBezTo>
                  <a:pt x="766" y="92"/>
                  <a:pt x="787" y="100"/>
                  <a:pt x="820" y="94"/>
                </a:cubicBezTo>
                <a:cubicBezTo>
                  <a:pt x="809" y="94"/>
                  <a:pt x="798" y="96"/>
                  <a:pt x="793" y="93"/>
                </a:cubicBezTo>
                <a:cubicBezTo>
                  <a:pt x="804" y="90"/>
                  <a:pt x="815" y="90"/>
                  <a:pt x="825" y="93"/>
                </a:cubicBezTo>
                <a:cubicBezTo>
                  <a:pt x="820" y="101"/>
                  <a:pt x="787" y="96"/>
                  <a:pt x="766" y="100"/>
                </a:cubicBezTo>
                <a:moveTo>
                  <a:pt x="858" y="89"/>
                </a:moveTo>
                <a:cubicBezTo>
                  <a:pt x="852" y="86"/>
                  <a:pt x="874" y="89"/>
                  <a:pt x="869" y="84"/>
                </a:cubicBezTo>
                <a:cubicBezTo>
                  <a:pt x="890" y="90"/>
                  <a:pt x="869" y="97"/>
                  <a:pt x="874" y="104"/>
                </a:cubicBezTo>
                <a:cubicBezTo>
                  <a:pt x="858" y="100"/>
                  <a:pt x="869" y="90"/>
                  <a:pt x="858" y="89"/>
                </a:cubicBezTo>
                <a:moveTo>
                  <a:pt x="1052" y="52"/>
                </a:moveTo>
                <a:cubicBezTo>
                  <a:pt x="1031" y="48"/>
                  <a:pt x="1074" y="42"/>
                  <a:pt x="1084" y="43"/>
                </a:cubicBezTo>
                <a:cubicBezTo>
                  <a:pt x="1095" y="50"/>
                  <a:pt x="1068" y="48"/>
                  <a:pt x="1052" y="52"/>
                </a:cubicBezTo>
                <a:moveTo>
                  <a:pt x="1235" y="40"/>
                </a:moveTo>
                <a:cubicBezTo>
                  <a:pt x="1225" y="43"/>
                  <a:pt x="1214" y="40"/>
                  <a:pt x="1203" y="43"/>
                </a:cubicBezTo>
                <a:cubicBezTo>
                  <a:pt x="1192" y="46"/>
                  <a:pt x="1230" y="39"/>
                  <a:pt x="1209" y="35"/>
                </a:cubicBezTo>
                <a:cubicBezTo>
                  <a:pt x="1219" y="33"/>
                  <a:pt x="1230" y="31"/>
                  <a:pt x="1241" y="29"/>
                </a:cubicBezTo>
                <a:cubicBezTo>
                  <a:pt x="1225" y="29"/>
                  <a:pt x="1225" y="26"/>
                  <a:pt x="1235" y="25"/>
                </a:cubicBezTo>
                <a:cubicBezTo>
                  <a:pt x="1257" y="31"/>
                  <a:pt x="1219" y="35"/>
                  <a:pt x="1235" y="40"/>
                </a:cubicBezTo>
                <a:moveTo>
                  <a:pt x="982" y="72"/>
                </a:moveTo>
                <a:cubicBezTo>
                  <a:pt x="998" y="70"/>
                  <a:pt x="971" y="79"/>
                  <a:pt x="977" y="83"/>
                </a:cubicBezTo>
                <a:cubicBezTo>
                  <a:pt x="960" y="86"/>
                  <a:pt x="944" y="79"/>
                  <a:pt x="966" y="74"/>
                </a:cubicBezTo>
                <a:cubicBezTo>
                  <a:pt x="971" y="83"/>
                  <a:pt x="966" y="74"/>
                  <a:pt x="982" y="72"/>
                </a:cubicBezTo>
                <a:moveTo>
                  <a:pt x="1144" y="33"/>
                </a:moveTo>
                <a:cubicBezTo>
                  <a:pt x="1176" y="35"/>
                  <a:pt x="1127" y="38"/>
                  <a:pt x="1111" y="42"/>
                </a:cubicBezTo>
                <a:cubicBezTo>
                  <a:pt x="1111" y="40"/>
                  <a:pt x="1111" y="39"/>
                  <a:pt x="1106" y="36"/>
                </a:cubicBezTo>
                <a:cubicBezTo>
                  <a:pt x="1117" y="29"/>
                  <a:pt x="1149" y="42"/>
                  <a:pt x="1144" y="33"/>
                </a:cubicBezTo>
                <a:moveTo>
                  <a:pt x="993" y="62"/>
                </a:moveTo>
                <a:cubicBezTo>
                  <a:pt x="982" y="67"/>
                  <a:pt x="950" y="59"/>
                  <a:pt x="955" y="67"/>
                </a:cubicBezTo>
                <a:cubicBezTo>
                  <a:pt x="928" y="69"/>
                  <a:pt x="944" y="62"/>
                  <a:pt x="960" y="60"/>
                </a:cubicBezTo>
                <a:cubicBezTo>
                  <a:pt x="950" y="57"/>
                  <a:pt x="939" y="62"/>
                  <a:pt x="928" y="56"/>
                </a:cubicBezTo>
                <a:cubicBezTo>
                  <a:pt x="939" y="53"/>
                  <a:pt x="950" y="56"/>
                  <a:pt x="939" y="57"/>
                </a:cubicBezTo>
                <a:cubicBezTo>
                  <a:pt x="966" y="60"/>
                  <a:pt x="971" y="52"/>
                  <a:pt x="987" y="53"/>
                </a:cubicBezTo>
                <a:cubicBezTo>
                  <a:pt x="993" y="56"/>
                  <a:pt x="971" y="57"/>
                  <a:pt x="993" y="62"/>
                </a:cubicBezTo>
                <a:moveTo>
                  <a:pt x="1047" y="25"/>
                </a:moveTo>
                <a:cubicBezTo>
                  <a:pt x="1063" y="23"/>
                  <a:pt x="1074" y="23"/>
                  <a:pt x="1084" y="22"/>
                </a:cubicBezTo>
                <a:cubicBezTo>
                  <a:pt x="1106" y="33"/>
                  <a:pt x="1052" y="28"/>
                  <a:pt x="1047" y="40"/>
                </a:cubicBezTo>
                <a:cubicBezTo>
                  <a:pt x="1025" y="40"/>
                  <a:pt x="1025" y="38"/>
                  <a:pt x="1025" y="32"/>
                </a:cubicBezTo>
                <a:cubicBezTo>
                  <a:pt x="1020" y="36"/>
                  <a:pt x="1014" y="36"/>
                  <a:pt x="1009" y="33"/>
                </a:cubicBezTo>
                <a:cubicBezTo>
                  <a:pt x="1025" y="32"/>
                  <a:pt x="1047" y="31"/>
                  <a:pt x="1063" y="29"/>
                </a:cubicBezTo>
                <a:cubicBezTo>
                  <a:pt x="1068" y="26"/>
                  <a:pt x="1057" y="28"/>
                  <a:pt x="1047" y="25"/>
                </a:cubicBezTo>
                <a:moveTo>
                  <a:pt x="998" y="43"/>
                </a:moveTo>
                <a:cubicBezTo>
                  <a:pt x="982" y="45"/>
                  <a:pt x="955" y="43"/>
                  <a:pt x="955" y="39"/>
                </a:cubicBezTo>
                <a:cubicBezTo>
                  <a:pt x="971" y="35"/>
                  <a:pt x="998" y="39"/>
                  <a:pt x="998" y="43"/>
                </a:cubicBezTo>
                <a:moveTo>
                  <a:pt x="912" y="48"/>
                </a:moveTo>
                <a:cubicBezTo>
                  <a:pt x="885" y="42"/>
                  <a:pt x="923" y="39"/>
                  <a:pt x="912" y="35"/>
                </a:cubicBezTo>
                <a:cubicBezTo>
                  <a:pt x="923" y="33"/>
                  <a:pt x="923" y="45"/>
                  <a:pt x="912" y="48"/>
                </a:cubicBezTo>
                <a:moveTo>
                  <a:pt x="647" y="89"/>
                </a:moveTo>
                <a:cubicBezTo>
                  <a:pt x="653" y="93"/>
                  <a:pt x="642" y="90"/>
                  <a:pt x="637" y="89"/>
                </a:cubicBezTo>
                <a:cubicBezTo>
                  <a:pt x="615" y="94"/>
                  <a:pt x="615" y="110"/>
                  <a:pt x="577" y="98"/>
                </a:cubicBezTo>
                <a:cubicBezTo>
                  <a:pt x="610" y="96"/>
                  <a:pt x="604" y="92"/>
                  <a:pt x="615" y="86"/>
                </a:cubicBezTo>
                <a:cubicBezTo>
                  <a:pt x="626" y="83"/>
                  <a:pt x="637" y="90"/>
                  <a:pt x="647" y="89"/>
                </a:cubicBezTo>
                <a:moveTo>
                  <a:pt x="739" y="62"/>
                </a:moveTo>
                <a:cubicBezTo>
                  <a:pt x="734" y="63"/>
                  <a:pt x="739" y="63"/>
                  <a:pt x="739" y="64"/>
                </a:cubicBezTo>
                <a:cubicBezTo>
                  <a:pt x="707" y="63"/>
                  <a:pt x="755" y="60"/>
                  <a:pt x="761" y="56"/>
                </a:cubicBezTo>
                <a:cubicBezTo>
                  <a:pt x="782" y="60"/>
                  <a:pt x="755" y="64"/>
                  <a:pt x="739" y="62"/>
                </a:cubicBezTo>
                <a:moveTo>
                  <a:pt x="863" y="40"/>
                </a:moveTo>
                <a:cubicBezTo>
                  <a:pt x="847" y="42"/>
                  <a:pt x="836" y="45"/>
                  <a:pt x="825" y="48"/>
                </a:cubicBezTo>
                <a:cubicBezTo>
                  <a:pt x="815" y="42"/>
                  <a:pt x="842" y="38"/>
                  <a:pt x="842" y="33"/>
                </a:cubicBezTo>
                <a:cubicBezTo>
                  <a:pt x="863" y="35"/>
                  <a:pt x="847" y="36"/>
                  <a:pt x="863" y="40"/>
                </a:cubicBezTo>
                <a:moveTo>
                  <a:pt x="637" y="76"/>
                </a:moveTo>
                <a:cubicBezTo>
                  <a:pt x="653" y="77"/>
                  <a:pt x="653" y="70"/>
                  <a:pt x="674" y="73"/>
                </a:cubicBezTo>
                <a:cubicBezTo>
                  <a:pt x="680" y="82"/>
                  <a:pt x="642" y="79"/>
                  <a:pt x="626" y="83"/>
                </a:cubicBezTo>
                <a:cubicBezTo>
                  <a:pt x="620" y="80"/>
                  <a:pt x="615" y="79"/>
                  <a:pt x="610" y="76"/>
                </a:cubicBezTo>
                <a:cubicBezTo>
                  <a:pt x="620" y="72"/>
                  <a:pt x="626" y="69"/>
                  <a:pt x="631" y="67"/>
                </a:cubicBezTo>
                <a:cubicBezTo>
                  <a:pt x="653" y="64"/>
                  <a:pt x="626" y="73"/>
                  <a:pt x="637" y="76"/>
                </a:cubicBezTo>
                <a:moveTo>
                  <a:pt x="669" y="50"/>
                </a:moveTo>
                <a:cubicBezTo>
                  <a:pt x="690" y="56"/>
                  <a:pt x="669" y="60"/>
                  <a:pt x="669" y="64"/>
                </a:cubicBezTo>
                <a:cubicBezTo>
                  <a:pt x="663" y="64"/>
                  <a:pt x="663" y="63"/>
                  <a:pt x="663" y="62"/>
                </a:cubicBezTo>
                <a:cubicBezTo>
                  <a:pt x="658" y="62"/>
                  <a:pt x="647" y="62"/>
                  <a:pt x="637" y="63"/>
                </a:cubicBezTo>
                <a:cubicBezTo>
                  <a:pt x="631" y="59"/>
                  <a:pt x="647" y="55"/>
                  <a:pt x="669" y="50"/>
                </a:cubicBezTo>
                <a:moveTo>
                  <a:pt x="583" y="72"/>
                </a:moveTo>
                <a:cubicBezTo>
                  <a:pt x="566" y="77"/>
                  <a:pt x="555" y="86"/>
                  <a:pt x="534" y="87"/>
                </a:cubicBezTo>
                <a:cubicBezTo>
                  <a:pt x="534" y="80"/>
                  <a:pt x="518" y="73"/>
                  <a:pt x="550" y="67"/>
                </a:cubicBezTo>
                <a:cubicBezTo>
                  <a:pt x="572" y="67"/>
                  <a:pt x="561" y="74"/>
                  <a:pt x="583" y="72"/>
                </a:cubicBezTo>
                <a:moveTo>
                  <a:pt x="793" y="21"/>
                </a:moveTo>
                <a:cubicBezTo>
                  <a:pt x="782" y="23"/>
                  <a:pt x="777" y="22"/>
                  <a:pt x="782" y="21"/>
                </a:cubicBezTo>
                <a:cubicBezTo>
                  <a:pt x="771" y="19"/>
                  <a:pt x="750" y="23"/>
                  <a:pt x="739" y="25"/>
                </a:cubicBezTo>
                <a:cubicBezTo>
                  <a:pt x="723" y="19"/>
                  <a:pt x="777" y="12"/>
                  <a:pt x="793" y="21"/>
                </a:cubicBezTo>
                <a:moveTo>
                  <a:pt x="723" y="26"/>
                </a:moveTo>
                <a:cubicBezTo>
                  <a:pt x="723" y="33"/>
                  <a:pt x="701" y="36"/>
                  <a:pt x="707" y="40"/>
                </a:cubicBezTo>
                <a:cubicBezTo>
                  <a:pt x="696" y="43"/>
                  <a:pt x="685" y="46"/>
                  <a:pt x="669" y="48"/>
                </a:cubicBezTo>
                <a:cubicBezTo>
                  <a:pt x="658" y="46"/>
                  <a:pt x="658" y="43"/>
                  <a:pt x="669" y="40"/>
                </a:cubicBezTo>
                <a:cubicBezTo>
                  <a:pt x="674" y="42"/>
                  <a:pt x="669" y="43"/>
                  <a:pt x="669" y="43"/>
                </a:cubicBezTo>
                <a:cubicBezTo>
                  <a:pt x="690" y="45"/>
                  <a:pt x="701" y="25"/>
                  <a:pt x="690" y="29"/>
                </a:cubicBezTo>
                <a:cubicBezTo>
                  <a:pt x="685" y="26"/>
                  <a:pt x="707" y="25"/>
                  <a:pt x="701" y="22"/>
                </a:cubicBezTo>
                <a:cubicBezTo>
                  <a:pt x="712" y="21"/>
                  <a:pt x="707" y="25"/>
                  <a:pt x="723" y="26"/>
                </a:cubicBezTo>
                <a:moveTo>
                  <a:pt x="647" y="33"/>
                </a:moveTo>
                <a:cubicBezTo>
                  <a:pt x="663" y="38"/>
                  <a:pt x="631" y="40"/>
                  <a:pt x="642" y="45"/>
                </a:cubicBezTo>
                <a:cubicBezTo>
                  <a:pt x="626" y="46"/>
                  <a:pt x="620" y="35"/>
                  <a:pt x="647" y="33"/>
                </a:cubicBezTo>
                <a:moveTo>
                  <a:pt x="572" y="48"/>
                </a:moveTo>
                <a:cubicBezTo>
                  <a:pt x="572" y="43"/>
                  <a:pt x="588" y="39"/>
                  <a:pt x="604" y="36"/>
                </a:cubicBezTo>
                <a:cubicBezTo>
                  <a:pt x="631" y="43"/>
                  <a:pt x="593" y="45"/>
                  <a:pt x="572" y="48"/>
                </a:cubicBezTo>
                <a:moveTo>
                  <a:pt x="242" y="77"/>
                </a:moveTo>
                <a:cubicBezTo>
                  <a:pt x="221" y="80"/>
                  <a:pt x="199" y="80"/>
                  <a:pt x="183" y="74"/>
                </a:cubicBezTo>
                <a:cubicBezTo>
                  <a:pt x="178" y="79"/>
                  <a:pt x="167" y="83"/>
                  <a:pt x="183" y="87"/>
                </a:cubicBezTo>
                <a:cubicBezTo>
                  <a:pt x="151" y="92"/>
                  <a:pt x="156" y="93"/>
                  <a:pt x="129" y="93"/>
                </a:cubicBezTo>
                <a:cubicBezTo>
                  <a:pt x="145" y="84"/>
                  <a:pt x="167" y="83"/>
                  <a:pt x="145" y="72"/>
                </a:cubicBezTo>
                <a:cubicBezTo>
                  <a:pt x="194" y="70"/>
                  <a:pt x="172" y="57"/>
                  <a:pt x="189" y="50"/>
                </a:cubicBezTo>
                <a:cubicBezTo>
                  <a:pt x="194" y="56"/>
                  <a:pt x="205" y="63"/>
                  <a:pt x="183" y="69"/>
                </a:cubicBezTo>
                <a:cubicBezTo>
                  <a:pt x="183" y="67"/>
                  <a:pt x="178" y="67"/>
                  <a:pt x="172" y="69"/>
                </a:cubicBezTo>
                <a:cubicBezTo>
                  <a:pt x="178" y="69"/>
                  <a:pt x="183" y="70"/>
                  <a:pt x="183" y="72"/>
                </a:cubicBezTo>
                <a:cubicBezTo>
                  <a:pt x="194" y="74"/>
                  <a:pt x="205" y="69"/>
                  <a:pt x="215" y="70"/>
                </a:cubicBezTo>
                <a:cubicBezTo>
                  <a:pt x="221" y="67"/>
                  <a:pt x="226" y="64"/>
                  <a:pt x="215" y="62"/>
                </a:cubicBezTo>
                <a:cubicBezTo>
                  <a:pt x="232" y="59"/>
                  <a:pt x="248" y="56"/>
                  <a:pt x="264" y="52"/>
                </a:cubicBezTo>
                <a:cubicBezTo>
                  <a:pt x="296" y="62"/>
                  <a:pt x="226" y="66"/>
                  <a:pt x="242" y="77"/>
                </a:cubicBezTo>
                <a:moveTo>
                  <a:pt x="345" y="69"/>
                </a:moveTo>
                <a:cubicBezTo>
                  <a:pt x="340" y="67"/>
                  <a:pt x="334" y="70"/>
                  <a:pt x="329" y="70"/>
                </a:cubicBezTo>
                <a:cubicBezTo>
                  <a:pt x="307" y="57"/>
                  <a:pt x="394" y="69"/>
                  <a:pt x="350" y="76"/>
                </a:cubicBezTo>
                <a:cubicBezTo>
                  <a:pt x="345" y="73"/>
                  <a:pt x="350" y="72"/>
                  <a:pt x="345" y="69"/>
                </a:cubicBezTo>
                <a:moveTo>
                  <a:pt x="523" y="40"/>
                </a:moveTo>
                <a:cubicBezTo>
                  <a:pt x="512" y="31"/>
                  <a:pt x="572" y="38"/>
                  <a:pt x="561" y="28"/>
                </a:cubicBezTo>
                <a:cubicBezTo>
                  <a:pt x="583" y="32"/>
                  <a:pt x="610" y="18"/>
                  <a:pt x="626" y="26"/>
                </a:cubicBezTo>
                <a:cubicBezTo>
                  <a:pt x="604" y="29"/>
                  <a:pt x="610" y="28"/>
                  <a:pt x="599" y="33"/>
                </a:cubicBezTo>
                <a:cubicBezTo>
                  <a:pt x="593" y="25"/>
                  <a:pt x="555" y="38"/>
                  <a:pt x="539" y="45"/>
                </a:cubicBezTo>
                <a:cubicBezTo>
                  <a:pt x="512" y="40"/>
                  <a:pt x="502" y="43"/>
                  <a:pt x="464" y="38"/>
                </a:cubicBezTo>
                <a:cubicBezTo>
                  <a:pt x="485" y="35"/>
                  <a:pt x="502" y="35"/>
                  <a:pt x="523" y="40"/>
                </a:cubicBezTo>
                <a:moveTo>
                  <a:pt x="431" y="62"/>
                </a:moveTo>
                <a:cubicBezTo>
                  <a:pt x="410" y="53"/>
                  <a:pt x="469" y="53"/>
                  <a:pt x="485" y="50"/>
                </a:cubicBezTo>
                <a:cubicBezTo>
                  <a:pt x="496" y="59"/>
                  <a:pt x="447" y="56"/>
                  <a:pt x="431" y="62"/>
                </a:cubicBezTo>
                <a:moveTo>
                  <a:pt x="453" y="45"/>
                </a:moveTo>
                <a:cubicBezTo>
                  <a:pt x="437" y="45"/>
                  <a:pt x="421" y="50"/>
                  <a:pt x="410" y="49"/>
                </a:cubicBezTo>
                <a:cubicBezTo>
                  <a:pt x="394" y="43"/>
                  <a:pt x="431" y="36"/>
                  <a:pt x="442" y="36"/>
                </a:cubicBezTo>
                <a:cubicBezTo>
                  <a:pt x="442" y="39"/>
                  <a:pt x="447" y="42"/>
                  <a:pt x="453" y="45"/>
                </a:cubicBezTo>
                <a:moveTo>
                  <a:pt x="491" y="18"/>
                </a:moveTo>
                <a:cubicBezTo>
                  <a:pt x="502" y="23"/>
                  <a:pt x="491" y="31"/>
                  <a:pt x="469" y="31"/>
                </a:cubicBezTo>
                <a:cubicBezTo>
                  <a:pt x="464" y="26"/>
                  <a:pt x="469" y="22"/>
                  <a:pt x="491" y="18"/>
                </a:cubicBezTo>
                <a:moveTo>
                  <a:pt x="372" y="79"/>
                </a:moveTo>
                <a:cubicBezTo>
                  <a:pt x="383" y="70"/>
                  <a:pt x="372" y="69"/>
                  <a:pt x="367" y="62"/>
                </a:cubicBezTo>
                <a:cubicBezTo>
                  <a:pt x="361" y="56"/>
                  <a:pt x="323" y="62"/>
                  <a:pt x="334" y="56"/>
                </a:cubicBezTo>
                <a:cubicBezTo>
                  <a:pt x="367" y="46"/>
                  <a:pt x="453" y="67"/>
                  <a:pt x="372" y="79"/>
                </a:cubicBezTo>
                <a:moveTo>
                  <a:pt x="388" y="45"/>
                </a:moveTo>
                <a:cubicBezTo>
                  <a:pt x="377" y="48"/>
                  <a:pt x="313" y="52"/>
                  <a:pt x="302" y="57"/>
                </a:cubicBezTo>
                <a:cubicBezTo>
                  <a:pt x="296" y="52"/>
                  <a:pt x="318" y="48"/>
                  <a:pt x="340" y="42"/>
                </a:cubicBezTo>
                <a:cubicBezTo>
                  <a:pt x="356" y="43"/>
                  <a:pt x="372" y="46"/>
                  <a:pt x="388" y="45"/>
                </a:cubicBezTo>
                <a:moveTo>
                  <a:pt x="410" y="35"/>
                </a:moveTo>
                <a:cubicBezTo>
                  <a:pt x="377" y="35"/>
                  <a:pt x="377" y="36"/>
                  <a:pt x="350" y="39"/>
                </a:cubicBezTo>
                <a:cubicBezTo>
                  <a:pt x="340" y="36"/>
                  <a:pt x="356" y="35"/>
                  <a:pt x="350" y="32"/>
                </a:cubicBezTo>
                <a:cubicBezTo>
                  <a:pt x="334" y="31"/>
                  <a:pt x="313" y="46"/>
                  <a:pt x="285" y="38"/>
                </a:cubicBezTo>
                <a:cubicBezTo>
                  <a:pt x="323" y="32"/>
                  <a:pt x="318" y="26"/>
                  <a:pt x="345" y="21"/>
                </a:cubicBezTo>
                <a:cubicBezTo>
                  <a:pt x="356" y="29"/>
                  <a:pt x="372" y="32"/>
                  <a:pt x="410" y="35"/>
                </a:cubicBezTo>
                <a:moveTo>
                  <a:pt x="269" y="35"/>
                </a:moveTo>
                <a:cubicBezTo>
                  <a:pt x="248" y="45"/>
                  <a:pt x="307" y="46"/>
                  <a:pt x="285" y="50"/>
                </a:cubicBezTo>
                <a:cubicBezTo>
                  <a:pt x="275" y="45"/>
                  <a:pt x="259" y="50"/>
                  <a:pt x="253" y="45"/>
                </a:cubicBezTo>
                <a:cubicBezTo>
                  <a:pt x="242" y="49"/>
                  <a:pt x="242" y="53"/>
                  <a:pt x="215" y="56"/>
                </a:cubicBezTo>
                <a:cubicBezTo>
                  <a:pt x="215" y="45"/>
                  <a:pt x="221" y="38"/>
                  <a:pt x="269" y="35"/>
                </a:cubicBezTo>
                <a:moveTo>
                  <a:pt x="334" y="18"/>
                </a:moveTo>
                <a:cubicBezTo>
                  <a:pt x="334" y="23"/>
                  <a:pt x="285" y="21"/>
                  <a:pt x="269" y="31"/>
                </a:cubicBezTo>
                <a:cubicBezTo>
                  <a:pt x="259" y="28"/>
                  <a:pt x="248" y="32"/>
                  <a:pt x="237" y="28"/>
                </a:cubicBezTo>
                <a:cubicBezTo>
                  <a:pt x="253" y="23"/>
                  <a:pt x="285" y="28"/>
                  <a:pt x="264" y="19"/>
                </a:cubicBezTo>
                <a:cubicBezTo>
                  <a:pt x="291" y="14"/>
                  <a:pt x="313" y="19"/>
                  <a:pt x="334" y="18"/>
                </a:cubicBezTo>
              </a:path>
            </a:pathLst>
          </a:custGeom>
          <a:solidFill>
            <a:srgbClr val="5F7797">
              <a:alpha val="100000"/>
            </a:srgbClr>
          </a:solidFill>
          <a:ln w="0" cap="flat">
            <a:noFill/>
            <a:prstDash val="solid"/>
            <a:miter lim="0"/>
          </a:ln>
        </p:spPr>
        <p:txBody>
          <a:bodyPr rtlCol="0"/>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textbox 272"/>
          <p:cNvSpPr/>
          <p:nvPr/>
        </p:nvSpPr>
        <p:spPr>
          <a:xfrm>
            <a:off x="773761" y="1438250"/>
            <a:ext cx="7168515" cy="260096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8000"/>
              </a:lnSpc>
            </a:pPr>
            <a:r>
              <a:rPr sz="2000" kern="0" spc="-50" dirty="0">
                <a:solidFill>
                  <a:srgbClr val="5F7797">
                    <a:alpha val="100000"/>
                  </a:srgbClr>
                </a:solidFill>
                <a:latin typeface="Arial" panose="020B0604020202020204"/>
                <a:ea typeface="Arial" panose="020B0604020202020204"/>
                <a:cs typeface="Arial" panose="020B0604020202020204"/>
              </a:rPr>
              <a:t>•</a:t>
            </a:r>
            <a:r>
              <a:rPr sz="2000" kern="0" spc="12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微软雅黑" panose="020B0503020204020204" charset="-122"/>
                <a:ea typeface="微软雅黑" panose="020B0503020204020204" charset="-122"/>
                <a:cs typeface="微软雅黑" panose="020B0503020204020204" charset="-122"/>
              </a:rPr>
              <a:t>变异</a:t>
            </a:r>
            <a:endParaRPr sz="2000" dirty="0">
              <a:latin typeface="微软雅黑" panose="020B0503020204020204" charset="-122"/>
              <a:ea typeface="微软雅黑" panose="020B0503020204020204" charset="-122"/>
              <a:cs typeface="微软雅黑" panose="020B0503020204020204" charset="-122"/>
            </a:endParaRPr>
          </a:p>
          <a:p>
            <a:pPr marL="469265" algn="l" rtl="0" eaLnBrk="0">
              <a:lnSpc>
                <a:spcPct val="98000"/>
              </a:lnSpc>
              <a:spcBef>
                <a:spcPts val="1250"/>
              </a:spcBef>
            </a:pPr>
            <a:r>
              <a:rPr sz="2000" kern="0" spc="-130" dirty="0">
                <a:solidFill>
                  <a:srgbClr val="5F7797">
                    <a:alpha val="100000"/>
                  </a:srgbClr>
                </a:solidFill>
                <a:latin typeface="Arial" panose="020B0604020202020204"/>
                <a:ea typeface="Arial" panose="020B0604020202020204"/>
                <a:cs typeface="Arial" panose="020B0604020202020204"/>
              </a:rPr>
              <a:t>•</a:t>
            </a:r>
            <a:r>
              <a:rPr sz="2000" kern="0" spc="140" dirty="0">
                <a:solidFill>
                  <a:srgbClr val="5F7797">
                    <a:alpha val="100000"/>
                  </a:srgbClr>
                </a:solidFill>
                <a:latin typeface="Arial" panose="020B0604020202020204"/>
                <a:ea typeface="Arial" panose="020B0604020202020204"/>
                <a:cs typeface="Arial" panose="020B0604020202020204"/>
              </a:rPr>
              <a:t>   </a:t>
            </a:r>
            <a:r>
              <a:rPr sz="2000" kern="0" spc="-130" dirty="0">
                <a:solidFill>
                  <a:srgbClr val="5F7797">
                    <a:alpha val="100000"/>
                  </a:srgbClr>
                </a:solidFill>
                <a:latin typeface="微软雅黑" panose="020B0503020204020204" charset="-122"/>
                <a:ea typeface="微软雅黑" panose="020B0503020204020204" charset="-122"/>
                <a:cs typeface="微软雅黑" panose="020B0503020204020204" charset="-122"/>
              </a:rPr>
              <a:t>每个个体都进行变异。</a:t>
            </a:r>
            <a:endParaRPr sz="2000" dirty="0">
              <a:latin typeface="微软雅黑" panose="020B0503020204020204" charset="-122"/>
              <a:ea typeface="微软雅黑" panose="020B0503020204020204" charset="-122"/>
              <a:cs typeface="微软雅黑" panose="020B0503020204020204" charset="-122"/>
            </a:endParaRPr>
          </a:p>
          <a:p>
            <a:pPr marL="469265" algn="l" rtl="0" eaLnBrk="0">
              <a:lnSpc>
                <a:spcPct val="97000"/>
              </a:lnSpc>
              <a:spcBef>
                <a:spcPts val="1265"/>
              </a:spcBef>
            </a:pPr>
            <a:r>
              <a:rPr sz="2000" kern="0" spc="1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只对适应度低的后</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N/4</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的，或者后</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N/2</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个个</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体变异？</a:t>
            </a:r>
            <a:r>
              <a:rPr sz="2000" kern="0" spc="0" dirty="0">
                <a:solidFill>
                  <a:srgbClr val="5F7797">
                    <a:alpha val="100000"/>
                  </a:srgbClr>
                </a:solidFill>
                <a:latin typeface="Times New Roman" panose="02020603050405020304"/>
                <a:ea typeface="Times New Roman" panose="02020603050405020304"/>
                <a:cs typeface="Times New Roman" panose="02020603050405020304"/>
              </a:rPr>
              <a:t>YES!</a:t>
            </a:r>
            <a:endParaRPr sz="2000" dirty="0">
              <a:latin typeface="Times New Roman" panose="02020603050405020304"/>
              <a:ea typeface="Times New Roman" panose="02020603050405020304"/>
              <a:cs typeface="Times New Roman" panose="02020603050405020304"/>
            </a:endParaRPr>
          </a:p>
          <a:p>
            <a:pPr marL="469900" algn="l" rtl="0" eaLnBrk="0">
              <a:lnSpc>
                <a:spcPct val="97000"/>
              </a:lnSpc>
              <a:spcBef>
                <a:spcPts val="1270"/>
              </a:spcBef>
            </a:pPr>
            <a:r>
              <a:rPr sz="2000" kern="0" spc="1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必须都变异吗？按适应度大小映射为概率变异？</a:t>
            </a:r>
            <a:r>
              <a:rPr sz="2000" kern="0" spc="0" dirty="0">
                <a:solidFill>
                  <a:srgbClr val="5F7797">
                    <a:alpha val="100000"/>
                  </a:srgbClr>
                </a:solidFill>
                <a:latin typeface="Times New Roman" panose="02020603050405020304"/>
                <a:ea typeface="Times New Roman" panose="02020603050405020304"/>
                <a:cs typeface="Times New Roman" panose="02020603050405020304"/>
              </a:rPr>
              <a:t>YES</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a:t>
            </a:r>
            <a:endParaRPr sz="2000" dirty="0">
              <a:latin typeface="Times New Roman" panose="02020603050405020304"/>
              <a:ea typeface="Times New Roman" panose="02020603050405020304"/>
              <a:cs typeface="Times New Roman" panose="02020603050405020304"/>
            </a:endParaRPr>
          </a:p>
          <a:p>
            <a:pPr marL="469265" algn="l" rtl="0" eaLnBrk="0">
              <a:lnSpc>
                <a:spcPct val="97000"/>
              </a:lnSpc>
              <a:spcBef>
                <a:spcPts val="1280"/>
              </a:spcBef>
            </a:pPr>
            <a:r>
              <a:rPr sz="2000" kern="0" spc="1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一定是只有一个位点变异？多个位点呢？</a:t>
            </a:r>
            <a:r>
              <a:rPr sz="2000" kern="0" spc="0" dirty="0">
                <a:solidFill>
                  <a:srgbClr val="5F7797">
                    <a:alpha val="100000"/>
                  </a:srgbClr>
                </a:solidFill>
                <a:latin typeface="Times New Roman" panose="02020603050405020304"/>
                <a:ea typeface="Times New Roman" panose="02020603050405020304"/>
                <a:cs typeface="Times New Roman" panose="02020603050405020304"/>
              </a:rPr>
              <a:t>YES</a:t>
            </a:r>
            <a:r>
              <a:rPr sz="2000" kern="0" spc="10" dirty="0">
                <a:solidFill>
                  <a:srgbClr val="5F7797">
                    <a:alpha val="100000"/>
                  </a:srgbClr>
                </a:solidFill>
                <a:latin typeface="Times New Roman" panose="02020603050405020304"/>
                <a:ea typeface="Times New Roman" panose="02020603050405020304"/>
                <a:cs typeface="Times New Roman" panose="02020603050405020304"/>
              </a:rPr>
              <a:t>!</a:t>
            </a:r>
            <a:endParaRPr sz="2000" dirty="0">
              <a:latin typeface="Times New Roman" panose="02020603050405020304"/>
              <a:ea typeface="Times New Roman" panose="02020603050405020304"/>
              <a:cs typeface="Times New Roman" panose="02020603050405020304"/>
            </a:endParaRPr>
          </a:p>
          <a:p>
            <a:pPr algn="l" rtl="0" eaLnBrk="0">
              <a:lnSpc>
                <a:spcPct val="104000"/>
              </a:lnSpc>
            </a:pPr>
            <a:endParaRPr sz="1000" dirty="0">
              <a:latin typeface="Arial" panose="020B0604020202020204"/>
              <a:ea typeface="Arial" panose="020B0604020202020204"/>
              <a:cs typeface="Arial" panose="020B0604020202020204"/>
            </a:endParaRPr>
          </a:p>
          <a:p>
            <a:pPr algn="r" rtl="0" eaLnBrk="0">
              <a:lnSpc>
                <a:spcPct val="95000"/>
              </a:lnSpc>
              <a:spcBef>
                <a:spcPts val="5"/>
              </a:spcBef>
            </a:pPr>
            <a:endParaRPr sz="2000" dirty="0">
              <a:latin typeface="微软雅黑" panose="020B0503020204020204" charset="-122"/>
              <a:ea typeface="微软雅黑" panose="020B0503020204020204" charset="-122"/>
              <a:cs typeface="微软雅黑" panose="020B0503020204020204" charset="-122"/>
            </a:endParaRPr>
          </a:p>
        </p:txBody>
      </p:sp>
      <p:sp>
        <p:nvSpPr>
          <p:cNvPr id="274" name="textbox 274"/>
          <p:cNvSpPr/>
          <p:nvPr/>
        </p:nvSpPr>
        <p:spPr>
          <a:xfrm>
            <a:off x="276402" y="178383"/>
            <a:ext cx="7357744" cy="91757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500"/>
              </a:lnSpc>
            </a:pPr>
            <a:endParaRPr sz="1200" dirty="0">
              <a:latin typeface="Arial" panose="020B0604020202020204"/>
              <a:ea typeface="Arial" panose="020B0604020202020204"/>
              <a:cs typeface="Arial" panose="020B0604020202020204"/>
            </a:endParaRPr>
          </a:p>
          <a:p>
            <a:pPr algn="l" rtl="0" eaLnBrk="0">
              <a:lnSpc>
                <a:spcPct val="105000"/>
              </a:lnSpc>
            </a:pPr>
            <a:endParaRPr sz="1600" dirty="0">
              <a:latin typeface="Arial" panose="020B0604020202020204"/>
              <a:ea typeface="Arial" panose="020B0604020202020204"/>
              <a:cs typeface="Arial" panose="020B0604020202020204"/>
            </a:endParaRPr>
          </a:p>
          <a:p>
            <a:pPr algn="l" rtl="0" eaLnBrk="0">
              <a:lnSpc>
                <a:spcPct val="13000"/>
              </a:lnSpc>
            </a:pPr>
            <a:endParaRPr sz="100" dirty="0">
              <a:latin typeface="Arial" panose="020B0604020202020204"/>
              <a:ea typeface="Arial" panose="020B0604020202020204"/>
              <a:cs typeface="Arial" panose="020B0604020202020204"/>
            </a:endParaRPr>
          </a:p>
          <a:p>
            <a:pPr algn="r" rtl="0" eaLnBrk="0">
              <a:lnSpc>
                <a:spcPct val="97000"/>
              </a:lnSpc>
            </a:pPr>
            <a:r>
              <a:rPr sz="3000" b="1" kern="0" spc="-10" dirty="0">
                <a:solidFill>
                  <a:srgbClr val="5F7797">
                    <a:alpha val="100000"/>
                  </a:srgbClr>
                </a:solidFill>
                <a:latin typeface="Arial" panose="020B0604020202020204"/>
                <a:ea typeface="Arial" panose="020B0604020202020204"/>
                <a:cs typeface="Arial" panose="020B0604020202020204"/>
              </a:rPr>
              <a:t>2.1 </a:t>
            </a:r>
            <a:r>
              <a:rPr sz="3000" b="1"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基本原理</a:t>
            </a:r>
            <a:r>
              <a:rPr sz="3000" b="1" kern="0" spc="-10" dirty="0">
                <a:solidFill>
                  <a:srgbClr val="5F7797">
                    <a:alpha val="100000"/>
                  </a:srgbClr>
                </a:solidFill>
                <a:latin typeface="Arial" panose="020B0604020202020204"/>
                <a:ea typeface="Arial" panose="020B0604020202020204"/>
                <a:cs typeface="Arial" panose="020B0604020202020204"/>
              </a:rPr>
              <a:t>-</a:t>
            </a:r>
            <a:r>
              <a:rPr sz="3000" b="1"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变异</a:t>
            </a:r>
            <a:endParaRPr sz="3000" dirty="0">
              <a:latin typeface="微软雅黑" panose="020B0503020204020204" charset="-122"/>
              <a:ea typeface="微软雅黑" panose="020B0503020204020204" charset="-122"/>
              <a:cs typeface="微软雅黑" panose="020B0503020204020204" charset="-122"/>
            </a:endParaRPr>
          </a:p>
        </p:txBody>
      </p:sp>
      <p:pic>
        <p:nvPicPr>
          <p:cNvPr id="276" name="picture 276"/>
          <p:cNvPicPr>
            <a:picLocks noChangeAspect="1"/>
          </p:cNvPicPr>
          <p:nvPr/>
        </p:nvPicPr>
        <p:blipFill>
          <a:blip r:embed="rId3"/>
          <a:stretch>
            <a:fillRect/>
          </a:stretch>
        </p:blipFill>
        <p:spPr>
          <a:xfrm rot="21600000">
            <a:off x="9676257" y="4418076"/>
            <a:ext cx="424391" cy="2245001"/>
          </a:xfrm>
          <a:prstGeom prst="rect">
            <a:avLst/>
          </a:prstGeom>
        </p:spPr>
      </p:pic>
      <p:pic>
        <p:nvPicPr>
          <p:cNvPr id="278" name="picture 278"/>
          <p:cNvPicPr>
            <a:picLocks noChangeAspect="1"/>
          </p:cNvPicPr>
          <p:nvPr/>
        </p:nvPicPr>
        <p:blipFill>
          <a:blip r:embed="rId4"/>
          <a:stretch>
            <a:fillRect/>
          </a:stretch>
        </p:blipFill>
        <p:spPr>
          <a:xfrm rot="21600000">
            <a:off x="7737983" y="4404867"/>
            <a:ext cx="424138" cy="2244493"/>
          </a:xfrm>
          <a:prstGeom prst="rect">
            <a:avLst/>
          </a:prstGeom>
        </p:spPr>
      </p:pic>
      <p:graphicFrame>
        <p:nvGraphicFramePr>
          <p:cNvPr id="280" name="table 280"/>
          <p:cNvGraphicFramePr>
            <a:graphicFrameLocks noGrp="1"/>
          </p:cNvGraphicFramePr>
          <p:nvPr/>
        </p:nvGraphicFramePr>
        <p:xfrm>
          <a:off x="7731633" y="4398517"/>
          <a:ext cx="2368548" cy="2264405"/>
        </p:xfrm>
        <a:graphic>
          <a:graphicData uri="http://schemas.openxmlformats.org/drawingml/2006/table">
            <a:tbl>
              <a:tblPr/>
              <a:tblGrid>
                <a:gridCol w="379729">
                  <a:extLst>
                    <a:ext uri="{9D8B030D-6E8A-4147-A177-3AD203B41FA5}">
                      <a16:colId xmlns:a16="http://schemas.microsoft.com/office/drawing/2014/main" val="20000"/>
                    </a:ext>
                  </a:extLst>
                </a:gridCol>
                <a:gridCol w="1564639">
                  <a:extLst>
                    <a:ext uri="{9D8B030D-6E8A-4147-A177-3AD203B41FA5}">
                      <a16:colId xmlns:a16="http://schemas.microsoft.com/office/drawing/2014/main" val="20001"/>
                    </a:ext>
                  </a:extLst>
                </a:gridCol>
                <a:gridCol w="424180">
                  <a:extLst>
                    <a:ext uri="{9D8B030D-6E8A-4147-A177-3AD203B41FA5}">
                      <a16:colId xmlns:a16="http://schemas.microsoft.com/office/drawing/2014/main" val="20002"/>
                    </a:ext>
                  </a:extLst>
                </a:gridCol>
              </a:tblGrid>
              <a:tr h="378459">
                <a:tc>
                  <a:txBody>
                    <a:bodyPr/>
                    <a:lstStyle/>
                    <a:p>
                      <a:pPr algn="l" rtl="0" eaLnBrk="0">
                        <a:lnSpc>
                          <a:spcPct val="104000"/>
                        </a:lnSpc>
                      </a:pPr>
                      <a:endParaRPr sz="700" dirty="0">
                        <a:latin typeface="Arial" panose="020B0604020202020204"/>
                        <a:ea typeface="Arial" panose="020B0604020202020204"/>
                        <a:cs typeface="Arial" panose="020B0604020202020204"/>
                      </a:endParaRPr>
                    </a:p>
                    <a:p>
                      <a:pPr marL="128270" algn="l" rtl="0" eaLnBrk="0">
                        <a:lnSpc>
                          <a:spcPct val="80000"/>
                        </a:lnSpc>
                        <a:spcBef>
                          <a:spcPts val="0"/>
                        </a:spcBef>
                      </a:pPr>
                      <a:r>
                        <a:rPr sz="1800" kern="0" spc="-20" dirty="0">
                          <a:solidFill>
                            <a:srgbClr val="000000">
                              <a:alpha val="100000"/>
                            </a:srgbClr>
                          </a:solidFill>
                          <a:latin typeface="Arial" panose="020B0604020202020204"/>
                          <a:ea typeface="Arial" panose="020B0604020202020204"/>
                          <a:cs typeface="Arial" panose="020B0604020202020204"/>
                        </a:rPr>
                        <a:t>D</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557530" algn="l" rtl="0" eaLnBrk="0">
                        <a:lnSpc>
                          <a:spcPct val="97000"/>
                        </a:lnSpc>
                      </a:pPr>
                      <a:r>
                        <a:rPr sz="1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变异</a:t>
                      </a:r>
                      <a:endParaRPr sz="1800" dirty="0">
                        <a:latin typeface="微软雅黑" panose="020B0503020204020204" charset="-122"/>
                        <a:ea typeface="微软雅黑" panose="020B0503020204020204" charset="-122"/>
                        <a:cs typeface="微软雅黑" panose="020B0503020204020204" charset="-122"/>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4000"/>
                        </a:lnSpc>
                      </a:pPr>
                      <a:endParaRPr sz="700" dirty="0">
                        <a:latin typeface="Arial" panose="020B0604020202020204"/>
                        <a:ea typeface="Arial" panose="020B0604020202020204"/>
                        <a:cs typeface="Arial" panose="020B0604020202020204"/>
                      </a:endParaRPr>
                    </a:p>
                    <a:p>
                      <a:pPr marL="122555" algn="l" rtl="0" eaLnBrk="0">
                        <a:lnSpc>
                          <a:spcPct val="80000"/>
                        </a:lnSpc>
                        <a:spcBef>
                          <a:spcPts val="5"/>
                        </a:spcBef>
                      </a:pPr>
                      <a:r>
                        <a:rPr sz="1800" kern="0" spc="-20" dirty="0">
                          <a:solidFill>
                            <a:srgbClr val="000000">
                              <a:alpha val="100000"/>
                            </a:srgbClr>
                          </a:solidFill>
                          <a:latin typeface="Arial" panose="020B0604020202020204"/>
                          <a:ea typeface="Arial" panose="020B0604020202020204"/>
                          <a:cs typeface="Arial" panose="020B0604020202020204"/>
                        </a:rPr>
                        <a:t>T</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3854">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09000"/>
                        </a:lnSpc>
                      </a:pPr>
                      <a:endParaRPr sz="600" dirty="0">
                        <a:latin typeface="Arial" panose="020B0604020202020204"/>
                        <a:ea typeface="Arial" panose="020B0604020202020204"/>
                        <a:cs typeface="Arial" panose="020B0604020202020204"/>
                      </a:endParaRPr>
                    </a:p>
                    <a:p>
                      <a:pPr marL="133350" algn="l" rtl="0" eaLnBrk="0">
                        <a:lnSpc>
                          <a:spcPct val="80000"/>
                        </a:lnSpc>
                        <a:spcBef>
                          <a:spcPts val="5"/>
                        </a:spcBef>
                      </a:pPr>
                      <a:r>
                        <a:rPr sz="1800" kern="0" spc="-10" dirty="0">
                          <a:solidFill>
                            <a:srgbClr val="000000">
                              <a:alpha val="100000"/>
                            </a:srgbClr>
                          </a:solidFill>
                          <a:latin typeface="Arial" panose="020B0604020202020204"/>
                          <a:ea typeface="Arial" panose="020B0604020202020204"/>
                          <a:cs typeface="Arial" panose="020B0604020202020204"/>
                        </a:rPr>
                        <a:t>B</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403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rowSpan="2">
                  <a:txBody>
                    <a:bodyPr/>
                    <a:lstStyle/>
                    <a:p>
                      <a:pPr algn="l" rtl="0" eaLnBrk="0">
                        <a:lnSpc>
                          <a:spcPct val="103000"/>
                        </a:lnSpc>
                      </a:pPr>
                      <a:endParaRPr sz="7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11125" algn="l" rtl="0" eaLnBrk="0">
                        <a:lnSpc>
                          <a:spcPct val="81000"/>
                        </a:lnSpc>
                      </a:pPr>
                      <a:r>
                        <a:rPr sz="1800" kern="0" spc="-10" dirty="0">
                          <a:solidFill>
                            <a:srgbClr val="000000">
                              <a:alpha val="100000"/>
                            </a:srgbClr>
                          </a:solidFill>
                          <a:latin typeface="Arial" panose="020B0604020202020204"/>
                          <a:ea typeface="Arial" panose="020B0604020202020204"/>
                          <a:cs typeface="Arial" panose="020B0604020202020204"/>
                        </a:rPr>
                        <a:t>G</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0">
                <a:tc rowSpan="2">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24815">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282" name="picture 282"/>
          <p:cNvPicPr>
            <a:picLocks noChangeAspect="1"/>
          </p:cNvPicPr>
          <p:nvPr/>
        </p:nvPicPr>
        <p:blipFill>
          <a:blip r:embed="rId5"/>
          <a:stretch>
            <a:fillRect/>
          </a:stretch>
        </p:blipFill>
        <p:spPr>
          <a:xfrm rot="21600000">
            <a:off x="2091182" y="4391659"/>
            <a:ext cx="424520" cy="2245484"/>
          </a:xfrm>
          <a:prstGeom prst="rect">
            <a:avLst/>
          </a:prstGeom>
        </p:spPr>
      </p:pic>
      <p:graphicFrame>
        <p:nvGraphicFramePr>
          <p:cNvPr id="284" name="table 284"/>
          <p:cNvGraphicFramePr>
            <a:graphicFrameLocks noGrp="1"/>
          </p:cNvGraphicFramePr>
          <p:nvPr/>
        </p:nvGraphicFramePr>
        <p:xfrm>
          <a:off x="2084832" y="4385309"/>
          <a:ext cx="2369183" cy="2263771"/>
        </p:xfrm>
        <a:graphic>
          <a:graphicData uri="http://schemas.openxmlformats.org/drawingml/2006/table">
            <a:tbl>
              <a:tblPr/>
              <a:tblGrid>
                <a:gridCol w="379729">
                  <a:extLst>
                    <a:ext uri="{9D8B030D-6E8A-4147-A177-3AD203B41FA5}">
                      <a16:colId xmlns:a16="http://schemas.microsoft.com/office/drawing/2014/main" val="20000"/>
                    </a:ext>
                  </a:extLst>
                </a:gridCol>
                <a:gridCol w="1564639">
                  <a:extLst>
                    <a:ext uri="{9D8B030D-6E8A-4147-A177-3AD203B41FA5}">
                      <a16:colId xmlns:a16="http://schemas.microsoft.com/office/drawing/2014/main" val="20001"/>
                    </a:ext>
                  </a:extLst>
                </a:gridCol>
                <a:gridCol w="424815">
                  <a:extLst>
                    <a:ext uri="{9D8B030D-6E8A-4147-A177-3AD203B41FA5}">
                      <a16:colId xmlns:a16="http://schemas.microsoft.com/office/drawing/2014/main" val="20002"/>
                    </a:ext>
                  </a:extLst>
                </a:gridCol>
              </a:tblGrid>
              <a:tr h="3784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556260" algn="l" rtl="0" eaLnBrk="0">
                        <a:lnSpc>
                          <a:spcPct val="97000"/>
                        </a:lnSpc>
                      </a:pPr>
                      <a:r>
                        <a:rPr sz="1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变异</a:t>
                      </a:r>
                      <a:endParaRPr sz="1800" dirty="0">
                        <a:latin typeface="微软雅黑" panose="020B0503020204020204" charset="-122"/>
                        <a:ea typeface="微软雅黑" panose="020B0503020204020204" charset="-122"/>
                        <a:cs typeface="微软雅黑" panose="020B0503020204020204" charset="-122"/>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A9A9"/>
                    </a:solidFill>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A9A9"/>
                    </a:solidFill>
                  </a:tcPr>
                </a:tc>
                <a:extLst>
                  <a:ext uri="{0D108BD9-81ED-4DB2-BD59-A6C34878D82A}">
                    <a16:rowId xmlns:a16="http://schemas.microsoft.com/office/drawing/2014/main" val="10001"/>
                  </a:ext>
                </a:extLst>
              </a:tr>
              <a:tr h="36322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A9A9"/>
                    </a:solidFill>
                  </a:tcPr>
                </a:tc>
                <a:extLst>
                  <a:ext uri="{0D108BD9-81ED-4DB2-BD59-A6C34878D82A}">
                    <a16:rowId xmlns:a16="http://schemas.microsoft.com/office/drawing/2014/main" val="10002"/>
                  </a:ext>
                </a:extLst>
              </a:tr>
              <a:tr h="365759">
                <a:tc>
                  <a:txBody>
                    <a:bodyPr/>
                    <a:lstStyle/>
                    <a:p>
                      <a:pPr algn="l" rtl="0" eaLnBrk="0">
                        <a:lnSpc>
                          <a:spcPct val="110000"/>
                        </a:lnSpc>
                      </a:pPr>
                      <a:endParaRPr sz="600" dirty="0">
                        <a:latin typeface="Arial" panose="020B0604020202020204"/>
                        <a:ea typeface="Arial" panose="020B0604020202020204"/>
                        <a:cs typeface="Arial" panose="020B0604020202020204"/>
                      </a:endParaRPr>
                    </a:p>
                    <a:p>
                      <a:pPr marL="132715" algn="l" rtl="0" eaLnBrk="0">
                        <a:lnSpc>
                          <a:spcPct val="80000"/>
                        </a:lnSpc>
                        <a:spcBef>
                          <a:spcPts val="5"/>
                        </a:spcBef>
                      </a:pPr>
                      <a:r>
                        <a:rPr sz="1800" kern="0" spc="-10" dirty="0">
                          <a:solidFill>
                            <a:srgbClr val="000000">
                              <a:alpha val="100000"/>
                            </a:srgbClr>
                          </a:solidFill>
                          <a:latin typeface="Arial" panose="020B0604020202020204"/>
                          <a:ea typeface="Arial" panose="020B0604020202020204"/>
                          <a:cs typeface="Arial" panose="020B0604020202020204"/>
                        </a:rPr>
                        <a:t>B</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A9A9"/>
                    </a:solidFill>
                  </a:tcPr>
                </a:tc>
                <a:extLst>
                  <a:ext uri="{0D108BD9-81ED-4DB2-BD59-A6C34878D82A}">
                    <a16:rowId xmlns:a16="http://schemas.microsoft.com/office/drawing/2014/main" val="10003"/>
                  </a:ext>
                </a:extLst>
              </a:tr>
              <a:tr h="3403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rowSpan="2">
                  <a:txBody>
                    <a:bodyPr/>
                    <a:lstStyle/>
                    <a:p>
                      <a:pPr algn="l" rtl="0" eaLnBrk="0">
                        <a:lnSpc>
                          <a:spcPct val="104000"/>
                        </a:lnSpc>
                      </a:pPr>
                      <a:endParaRPr sz="700" dirty="0">
                        <a:latin typeface="Arial" panose="020B0604020202020204"/>
                        <a:ea typeface="Arial" panose="020B0604020202020204"/>
                        <a:cs typeface="Arial" panose="020B0604020202020204"/>
                      </a:endParaRPr>
                    </a:p>
                    <a:p>
                      <a:pPr marL="110490" algn="l" rtl="0" eaLnBrk="0">
                        <a:lnSpc>
                          <a:spcPct val="81000"/>
                        </a:lnSpc>
                        <a:spcBef>
                          <a:spcPts val="5"/>
                        </a:spcBef>
                      </a:pPr>
                      <a:r>
                        <a:rPr sz="1800" kern="0" spc="-10" dirty="0">
                          <a:solidFill>
                            <a:srgbClr val="000000">
                              <a:alpha val="100000"/>
                            </a:srgbClr>
                          </a:solidFill>
                          <a:latin typeface="Arial" panose="020B0604020202020204"/>
                          <a:ea typeface="Arial" panose="020B0604020202020204"/>
                          <a:cs typeface="Arial" panose="020B0604020202020204"/>
                        </a:rPr>
                        <a:t>G</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A9A9"/>
                    </a:solidFill>
                  </a:tcPr>
                </a:tc>
                <a:extLst>
                  <a:ext uri="{0D108BD9-81ED-4DB2-BD59-A6C34878D82A}">
                    <a16:rowId xmlns:a16="http://schemas.microsoft.com/office/drawing/2014/main" val="10004"/>
                  </a:ext>
                </a:extLst>
              </a:tr>
              <a:tr h="0">
                <a:tc rowSpan="2">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24815">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A9A9"/>
                    </a:solidFill>
                  </a:tcPr>
                </a:tc>
                <a:extLst>
                  <a:ext uri="{0D108BD9-81ED-4DB2-BD59-A6C34878D82A}">
                    <a16:rowId xmlns:a16="http://schemas.microsoft.com/office/drawing/2014/main" val="10006"/>
                  </a:ext>
                </a:extLst>
              </a:tr>
            </a:tbl>
          </a:graphicData>
        </a:graphic>
      </p:graphicFrame>
      <p:pic>
        <p:nvPicPr>
          <p:cNvPr id="286" name="picture 286"/>
          <p:cNvPicPr>
            <a:picLocks noChangeAspect="1"/>
          </p:cNvPicPr>
          <p:nvPr/>
        </p:nvPicPr>
        <p:blipFill>
          <a:blip r:embed="rId6"/>
          <a:stretch>
            <a:fillRect/>
          </a:stretch>
        </p:blipFill>
        <p:spPr>
          <a:xfrm rot="21600000">
            <a:off x="7134859" y="4404867"/>
            <a:ext cx="425156" cy="2244493"/>
          </a:xfrm>
          <a:prstGeom prst="rect">
            <a:avLst/>
          </a:prstGeom>
        </p:spPr>
      </p:pic>
      <p:graphicFrame>
        <p:nvGraphicFramePr>
          <p:cNvPr id="288" name="table 288"/>
          <p:cNvGraphicFramePr>
            <a:graphicFrameLocks noGrp="1"/>
          </p:cNvGraphicFramePr>
          <p:nvPr/>
        </p:nvGraphicFramePr>
        <p:xfrm>
          <a:off x="7128509" y="4398517"/>
          <a:ext cx="431165" cy="2250435"/>
        </p:xfrm>
        <a:graphic>
          <a:graphicData uri="http://schemas.openxmlformats.org/drawingml/2006/table">
            <a:tbl>
              <a:tblPr/>
              <a:tblGrid>
                <a:gridCol w="431165">
                  <a:extLst>
                    <a:ext uri="{9D8B030D-6E8A-4147-A177-3AD203B41FA5}">
                      <a16:colId xmlns:a16="http://schemas.microsoft.com/office/drawing/2014/main" val="20000"/>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11000"/>
                        </a:lnSpc>
                      </a:pPr>
                      <a:endParaRPr sz="600" dirty="0">
                        <a:latin typeface="Arial" panose="020B0604020202020204"/>
                        <a:ea typeface="Arial" panose="020B0604020202020204"/>
                        <a:cs typeface="Arial" panose="020B0604020202020204"/>
                      </a:endParaRPr>
                    </a:p>
                    <a:p>
                      <a:pPr marL="122555" algn="l" rtl="0" eaLnBrk="0">
                        <a:lnSpc>
                          <a:spcPct val="81000"/>
                        </a:lnSpc>
                        <a:spcBef>
                          <a:spcPts val="0"/>
                        </a:spcBef>
                      </a:pPr>
                      <a:r>
                        <a:rPr sz="1800" kern="0" spc="-20" dirty="0">
                          <a:solidFill>
                            <a:srgbClr val="000000">
                              <a:alpha val="100000"/>
                            </a:srgbClr>
                          </a:solidFill>
                          <a:latin typeface="Arial" panose="020B0604020202020204"/>
                          <a:ea typeface="Arial" panose="020B0604020202020204"/>
                          <a:cs typeface="Arial" panose="020B0604020202020204"/>
                        </a:rPr>
                        <a:t>C</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16840" algn="l" rtl="0" eaLnBrk="0">
                        <a:lnSpc>
                          <a:spcPct val="80000"/>
                        </a:lnSpc>
                        <a:spcBef>
                          <a:spcPts val="5"/>
                        </a:spcBef>
                      </a:pPr>
                      <a:r>
                        <a:rPr sz="1800" kern="0" spc="-10" dirty="0">
                          <a:solidFill>
                            <a:srgbClr val="000000">
                              <a:alpha val="100000"/>
                            </a:srgbClr>
                          </a:solidFill>
                          <a:latin typeface="Arial" panose="020B0604020202020204"/>
                          <a:ea typeface="Arial" panose="020B0604020202020204"/>
                          <a:cs typeface="Arial" panose="020B0604020202020204"/>
                        </a:rPr>
                        <a:t>A</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529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290" name="picture 290"/>
          <p:cNvPicPr>
            <a:picLocks noChangeAspect="1"/>
          </p:cNvPicPr>
          <p:nvPr/>
        </p:nvPicPr>
        <p:blipFill>
          <a:blip r:embed="rId7"/>
          <a:stretch>
            <a:fillRect/>
          </a:stretch>
        </p:blipFill>
        <p:spPr>
          <a:xfrm rot="21600000">
            <a:off x="4632579" y="4404867"/>
            <a:ext cx="425028" cy="2244493"/>
          </a:xfrm>
          <a:prstGeom prst="rect">
            <a:avLst/>
          </a:prstGeom>
        </p:spPr>
      </p:pic>
      <p:graphicFrame>
        <p:nvGraphicFramePr>
          <p:cNvPr id="292" name="table 292"/>
          <p:cNvGraphicFramePr>
            <a:graphicFrameLocks noGrp="1"/>
          </p:cNvGraphicFramePr>
          <p:nvPr/>
        </p:nvGraphicFramePr>
        <p:xfrm>
          <a:off x="4626229" y="4398517"/>
          <a:ext cx="431165" cy="2250435"/>
        </p:xfrm>
        <a:graphic>
          <a:graphicData uri="http://schemas.openxmlformats.org/drawingml/2006/table">
            <a:tbl>
              <a:tblPr/>
              <a:tblGrid>
                <a:gridCol w="431165">
                  <a:extLst>
                    <a:ext uri="{9D8B030D-6E8A-4147-A177-3AD203B41FA5}">
                      <a16:colId xmlns:a16="http://schemas.microsoft.com/office/drawing/2014/main" val="20000"/>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34620" algn="l" rtl="0" eaLnBrk="0">
                        <a:lnSpc>
                          <a:spcPct val="80000"/>
                        </a:lnSpc>
                        <a:spcBef>
                          <a:spcPts val="5"/>
                        </a:spcBef>
                      </a:pPr>
                      <a:r>
                        <a:rPr sz="1800" kern="0" spc="-10" dirty="0">
                          <a:solidFill>
                            <a:srgbClr val="000000">
                              <a:alpha val="100000"/>
                            </a:srgbClr>
                          </a:solidFill>
                          <a:latin typeface="Arial" panose="020B0604020202020204"/>
                          <a:ea typeface="Arial" panose="020B0604020202020204"/>
                          <a:cs typeface="Arial" panose="020B0604020202020204"/>
                        </a:rPr>
                        <a:t>E</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529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294" name="picture 294"/>
          <p:cNvPicPr>
            <a:picLocks noChangeAspect="1"/>
          </p:cNvPicPr>
          <p:nvPr/>
        </p:nvPicPr>
        <p:blipFill>
          <a:blip r:embed="rId8"/>
          <a:stretch>
            <a:fillRect/>
          </a:stretch>
        </p:blipFill>
        <p:spPr>
          <a:xfrm rot="21600000">
            <a:off x="10320401" y="4418076"/>
            <a:ext cx="424775" cy="2245001"/>
          </a:xfrm>
          <a:prstGeom prst="rect">
            <a:avLst/>
          </a:prstGeom>
        </p:spPr>
      </p:pic>
      <p:graphicFrame>
        <p:nvGraphicFramePr>
          <p:cNvPr id="296" name="table 296"/>
          <p:cNvGraphicFramePr>
            <a:graphicFrameLocks noGrp="1"/>
          </p:cNvGraphicFramePr>
          <p:nvPr/>
        </p:nvGraphicFramePr>
        <p:xfrm>
          <a:off x="10314051" y="4411726"/>
          <a:ext cx="430530" cy="2251070"/>
        </p:xfrm>
        <a:graphic>
          <a:graphicData uri="http://schemas.openxmlformats.org/drawingml/2006/table">
            <a:tbl>
              <a:tblPr/>
              <a:tblGrid>
                <a:gridCol w="430530">
                  <a:extLst>
                    <a:ext uri="{9D8B030D-6E8A-4147-A177-3AD203B41FA5}">
                      <a16:colId xmlns:a16="http://schemas.microsoft.com/office/drawing/2014/main" val="20000"/>
                    </a:ext>
                  </a:extLst>
                </a:gridCol>
              </a:tblGrid>
              <a:tr h="372109">
                <a:tc>
                  <a:txBody>
                    <a:bodyPr/>
                    <a:lstStyle/>
                    <a:p>
                      <a:pPr algn="l" rtl="0" eaLnBrk="0">
                        <a:lnSpc>
                          <a:spcPct val="101000"/>
                        </a:lnSpc>
                      </a:pPr>
                      <a:endParaRPr sz="700" dirty="0">
                        <a:latin typeface="Arial" panose="020B0604020202020204"/>
                        <a:ea typeface="Arial" panose="020B0604020202020204"/>
                        <a:cs typeface="Arial" panose="020B0604020202020204"/>
                      </a:endParaRPr>
                    </a:p>
                    <a:p>
                      <a:pPr marL="122555" algn="l" rtl="0" eaLnBrk="0">
                        <a:lnSpc>
                          <a:spcPct val="81000"/>
                        </a:lnSpc>
                        <a:spcBef>
                          <a:spcPts val="5"/>
                        </a:spcBef>
                      </a:pPr>
                      <a:r>
                        <a:rPr sz="1800" kern="0" spc="-20" dirty="0">
                          <a:solidFill>
                            <a:srgbClr val="000000">
                              <a:alpha val="100000"/>
                            </a:srgbClr>
                          </a:solidFill>
                          <a:latin typeface="Arial" panose="020B0604020202020204"/>
                          <a:ea typeface="Arial" panose="020B0604020202020204"/>
                          <a:cs typeface="Arial" panose="020B0604020202020204"/>
                        </a:rPr>
                        <a:t>C</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35255" algn="l" rtl="0" eaLnBrk="0">
                        <a:lnSpc>
                          <a:spcPct val="80000"/>
                        </a:lnSpc>
                        <a:spcBef>
                          <a:spcPts val="5"/>
                        </a:spcBef>
                      </a:pPr>
                      <a:r>
                        <a:rPr sz="1800" kern="0" spc="-10" dirty="0">
                          <a:solidFill>
                            <a:srgbClr val="000000">
                              <a:alpha val="100000"/>
                            </a:srgbClr>
                          </a:solidFill>
                          <a:latin typeface="Arial" panose="020B0604020202020204"/>
                          <a:ea typeface="Arial" panose="020B0604020202020204"/>
                          <a:cs typeface="Arial" panose="020B0604020202020204"/>
                        </a:rPr>
                        <a:t>E</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592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298" name="picture 298"/>
          <p:cNvPicPr>
            <a:picLocks noChangeAspect="1"/>
          </p:cNvPicPr>
          <p:nvPr/>
        </p:nvPicPr>
        <p:blipFill>
          <a:blip r:embed="rId9"/>
          <a:stretch>
            <a:fillRect/>
          </a:stretch>
        </p:blipFill>
        <p:spPr>
          <a:xfrm rot="21600000">
            <a:off x="1488058" y="4391659"/>
            <a:ext cx="424139" cy="2245484"/>
          </a:xfrm>
          <a:prstGeom prst="rect">
            <a:avLst/>
          </a:prstGeom>
        </p:spPr>
      </p:pic>
      <p:graphicFrame>
        <p:nvGraphicFramePr>
          <p:cNvPr id="300" name="table 300"/>
          <p:cNvGraphicFramePr>
            <a:graphicFrameLocks noGrp="1"/>
          </p:cNvGraphicFramePr>
          <p:nvPr/>
        </p:nvGraphicFramePr>
        <p:xfrm>
          <a:off x="1481708" y="4385309"/>
          <a:ext cx="429894" cy="2251704"/>
        </p:xfrm>
        <a:graphic>
          <a:graphicData uri="http://schemas.openxmlformats.org/drawingml/2006/table">
            <a:tbl>
              <a:tblPr/>
              <a:tblGrid>
                <a:gridCol w="429894">
                  <a:extLst>
                    <a:ext uri="{9D8B030D-6E8A-4147-A177-3AD203B41FA5}">
                      <a16:colId xmlns:a16="http://schemas.microsoft.com/office/drawing/2014/main" val="20000"/>
                    </a:ext>
                  </a:extLst>
                </a:gridCol>
              </a:tblGrid>
              <a:tr h="37210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59">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16205" algn="l" rtl="0" eaLnBrk="0">
                        <a:lnSpc>
                          <a:spcPct val="80000"/>
                        </a:lnSpc>
                        <a:spcBef>
                          <a:spcPts val="5"/>
                        </a:spcBef>
                      </a:pPr>
                      <a:r>
                        <a:rPr sz="1800" kern="0" spc="-10" dirty="0">
                          <a:solidFill>
                            <a:srgbClr val="000000">
                              <a:alpha val="100000"/>
                            </a:srgbClr>
                          </a:solidFill>
                          <a:latin typeface="Arial" panose="020B0604020202020204"/>
                          <a:ea typeface="Arial" panose="020B0604020202020204"/>
                          <a:cs typeface="Arial" panose="020B0604020202020204"/>
                        </a:rPr>
                        <a:t>A</a:t>
                      </a:r>
                      <a:endParaRPr sz="18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65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22" name="group 22"/>
          <p:cNvGrpSpPr/>
          <p:nvPr/>
        </p:nvGrpSpPr>
        <p:grpSpPr>
          <a:xfrm rot="21600000">
            <a:off x="4029455" y="4404867"/>
            <a:ext cx="373379" cy="2194547"/>
            <a:chOff x="0" y="0"/>
            <a:chExt cx="373379" cy="2194547"/>
          </a:xfrm>
        </p:grpSpPr>
        <p:sp>
          <p:nvSpPr>
            <p:cNvPr id="302" name="path 302"/>
            <p:cNvSpPr/>
            <p:nvPr/>
          </p:nvSpPr>
          <p:spPr>
            <a:xfrm>
              <a:off x="0" y="0"/>
              <a:ext cx="373379" cy="1463027"/>
            </a:xfrm>
            <a:custGeom>
              <a:avLst/>
              <a:gdLst/>
              <a:ahLst/>
              <a:cxnLst/>
              <a:rect l="0" t="0" r="0" b="0"/>
              <a:pathLst>
                <a:path w="587" h="2303">
                  <a:moveTo>
                    <a:pt x="0" y="576"/>
                  </a:moveTo>
                  <a:lnTo>
                    <a:pt x="587" y="576"/>
                  </a:lnTo>
                  <a:lnTo>
                    <a:pt x="587" y="0"/>
                  </a:lnTo>
                  <a:lnTo>
                    <a:pt x="0" y="0"/>
                  </a:lnTo>
                  <a:lnTo>
                    <a:pt x="0" y="576"/>
                  </a:lnTo>
                  <a:close/>
                </a:path>
                <a:path w="587" h="2303">
                  <a:moveTo>
                    <a:pt x="0" y="1152"/>
                  </a:moveTo>
                  <a:lnTo>
                    <a:pt x="587" y="1152"/>
                  </a:lnTo>
                  <a:lnTo>
                    <a:pt x="587" y="576"/>
                  </a:lnTo>
                  <a:lnTo>
                    <a:pt x="0" y="576"/>
                  </a:lnTo>
                  <a:lnTo>
                    <a:pt x="0" y="1152"/>
                  </a:lnTo>
                  <a:close/>
                </a:path>
                <a:path w="587" h="2303">
                  <a:moveTo>
                    <a:pt x="0" y="1728"/>
                  </a:moveTo>
                  <a:lnTo>
                    <a:pt x="587" y="1728"/>
                  </a:lnTo>
                  <a:lnTo>
                    <a:pt x="587" y="1152"/>
                  </a:lnTo>
                  <a:lnTo>
                    <a:pt x="0" y="1152"/>
                  </a:lnTo>
                  <a:lnTo>
                    <a:pt x="0" y="1728"/>
                  </a:lnTo>
                  <a:close/>
                </a:path>
                <a:path w="587" h="2303">
                  <a:moveTo>
                    <a:pt x="0" y="2303"/>
                  </a:moveTo>
                  <a:lnTo>
                    <a:pt x="587" y="2303"/>
                  </a:lnTo>
                  <a:lnTo>
                    <a:pt x="587" y="1727"/>
                  </a:lnTo>
                  <a:lnTo>
                    <a:pt x="0" y="1727"/>
                  </a:lnTo>
                  <a:lnTo>
                    <a:pt x="0" y="2303"/>
                  </a:lnTo>
                  <a:close/>
                </a:path>
              </a:pathLst>
            </a:custGeom>
            <a:solidFill>
              <a:srgbClr val="009900">
                <a:alpha val="100000"/>
              </a:srgbClr>
            </a:solidFill>
            <a:ln w="0" cap="flat">
              <a:noFill/>
              <a:prstDash val="solid"/>
              <a:miter lim="0"/>
            </a:ln>
          </p:spPr>
          <p:txBody>
            <a:bodyPr rtlCol="0"/>
            <a:lstStyle/>
            <a:p>
              <a:pPr algn="ctr"/>
              <a:endParaRPr lang="zh-CN" altLang="en-US"/>
            </a:p>
          </p:txBody>
        </p:sp>
        <p:sp>
          <p:nvSpPr>
            <p:cNvPr id="304" name="path 304"/>
            <p:cNvSpPr/>
            <p:nvPr/>
          </p:nvSpPr>
          <p:spPr>
            <a:xfrm>
              <a:off x="0" y="1463027"/>
              <a:ext cx="373379" cy="365759"/>
            </a:xfrm>
            <a:custGeom>
              <a:avLst/>
              <a:gdLst/>
              <a:ahLst/>
              <a:cxnLst/>
              <a:rect l="0" t="0" r="0" b="0"/>
              <a:pathLst>
                <a:path w="587" h="575">
                  <a:moveTo>
                    <a:pt x="0" y="575"/>
                  </a:moveTo>
                  <a:lnTo>
                    <a:pt x="587" y="575"/>
                  </a:lnTo>
                  <a:lnTo>
                    <a:pt x="587" y="0"/>
                  </a:lnTo>
                  <a:lnTo>
                    <a:pt x="0" y="0"/>
                  </a:lnTo>
                  <a:lnTo>
                    <a:pt x="0" y="575"/>
                  </a:lnTo>
                  <a:close/>
                </a:path>
              </a:pathLst>
            </a:custGeom>
            <a:solidFill>
              <a:srgbClr val="FFFF00">
                <a:alpha val="100000"/>
              </a:srgbClr>
            </a:solidFill>
            <a:ln w="0" cap="flat">
              <a:noFill/>
              <a:prstDash val="solid"/>
              <a:miter lim="0"/>
            </a:ln>
          </p:spPr>
          <p:txBody>
            <a:bodyPr rtlCol="0"/>
            <a:lstStyle/>
            <a:p>
              <a:pPr algn="ctr"/>
              <a:endParaRPr lang="zh-CN" altLang="en-US"/>
            </a:p>
          </p:txBody>
        </p:sp>
        <p:sp>
          <p:nvSpPr>
            <p:cNvPr id="306" name="path 306"/>
            <p:cNvSpPr/>
            <p:nvPr/>
          </p:nvSpPr>
          <p:spPr>
            <a:xfrm>
              <a:off x="0" y="1828787"/>
              <a:ext cx="373379" cy="365759"/>
            </a:xfrm>
            <a:custGeom>
              <a:avLst/>
              <a:gdLst/>
              <a:ahLst/>
              <a:cxnLst/>
              <a:rect l="0" t="0" r="0" b="0"/>
              <a:pathLst>
                <a:path w="587" h="575">
                  <a:moveTo>
                    <a:pt x="0" y="575"/>
                  </a:moveTo>
                  <a:lnTo>
                    <a:pt x="587" y="575"/>
                  </a:lnTo>
                  <a:lnTo>
                    <a:pt x="587" y="0"/>
                  </a:lnTo>
                  <a:lnTo>
                    <a:pt x="0" y="0"/>
                  </a:lnTo>
                  <a:lnTo>
                    <a:pt x="0" y="575"/>
                  </a:lnTo>
                  <a:close/>
                </a:path>
              </a:pathLst>
            </a:custGeom>
            <a:solidFill>
              <a:srgbClr val="009900">
                <a:alpha val="100000"/>
              </a:srgbClr>
            </a:solidFill>
            <a:ln w="0" cap="flat">
              <a:noFill/>
              <a:prstDash val="solid"/>
              <a:miter lim="0"/>
            </a:ln>
          </p:spPr>
          <p:txBody>
            <a:bodyPr rtlCol="0"/>
            <a:lstStyle/>
            <a:p>
              <a:pPr algn="ctr"/>
              <a:endParaRPr lang="zh-CN" altLang="en-US"/>
            </a:p>
          </p:txBody>
        </p:sp>
      </p:grpSp>
      <p:grpSp>
        <p:nvGrpSpPr>
          <p:cNvPr id="24" name="group 24"/>
          <p:cNvGrpSpPr/>
          <p:nvPr/>
        </p:nvGrpSpPr>
        <p:grpSpPr>
          <a:xfrm rot="21600000">
            <a:off x="11045006" y="6024838"/>
            <a:ext cx="921774" cy="822622"/>
            <a:chOff x="0" y="0"/>
            <a:chExt cx="921774" cy="822622"/>
          </a:xfrm>
        </p:grpSpPr>
        <p:pic>
          <p:nvPicPr>
            <p:cNvPr id="308" name="picture 308"/>
            <p:cNvPicPr>
              <a:picLocks noChangeAspect="1"/>
            </p:cNvPicPr>
            <p:nvPr/>
          </p:nvPicPr>
          <p:blipFill>
            <a:blip r:embed="rId10"/>
            <a:stretch>
              <a:fillRect/>
            </a:stretch>
          </p:blipFill>
          <p:spPr>
            <a:xfrm rot="21600000">
              <a:off x="0" y="0"/>
              <a:ext cx="921774" cy="822622"/>
            </a:xfrm>
            <a:prstGeom prst="rect">
              <a:avLst/>
            </a:prstGeom>
          </p:spPr>
        </p:pic>
        <p:sp>
          <p:nvSpPr>
            <p:cNvPr id="310" name="textbox 310"/>
            <p:cNvSpPr/>
            <p:nvPr/>
          </p:nvSpPr>
          <p:spPr>
            <a:xfrm>
              <a:off x="-12700" y="-12700"/>
              <a:ext cx="947419" cy="906144"/>
            </a:xfrm>
            <a:prstGeom prst="rect">
              <a:avLst/>
            </a:prstGeom>
            <a:noFill/>
            <a:ln w="0" cap="flat">
              <a:no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377190" algn="l" rtl="0" eaLnBrk="0">
                <a:lnSpc>
                  <a:spcPct val="80000"/>
                </a:lnSpc>
                <a:spcBef>
                  <a:spcPts val="5"/>
                </a:spcBef>
              </a:pPr>
              <a:r>
                <a:rPr sz="2000" b="1" kern="0" spc="-90" dirty="0">
                  <a:solidFill>
                    <a:srgbClr val="5F7797">
                      <a:alpha val="100000"/>
                    </a:srgbClr>
                  </a:solidFill>
                  <a:latin typeface="Arial" panose="020B0604020202020204"/>
                  <a:ea typeface="Arial" panose="020B0604020202020204"/>
                  <a:cs typeface="Arial" panose="020B0604020202020204"/>
                </a:rPr>
                <a:t>13</a:t>
              </a:r>
              <a:endParaRPr sz="2000" dirty="0">
                <a:latin typeface="Arial" panose="020B0604020202020204"/>
                <a:ea typeface="Arial" panose="020B0604020202020204"/>
                <a:cs typeface="Arial" panose="020B0604020202020204"/>
              </a:endParaRPr>
            </a:p>
          </p:txBody>
        </p:sp>
      </p:grpSp>
      <p:sp>
        <p:nvSpPr>
          <p:cNvPr id="312" name="path 312"/>
          <p:cNvSpPr/>
          <p:nvPr/>
        </p:nvSpPr>
        <p:spPr>
          <a:xfrm>
            <a:off x="4870703" y="1118616"/>
            <a:ext cx="2450592" cy="85343"/>
          </a:xfrm>
          <a:custGeom>
            <a:avLst/>
            <a:gdLst/>
            <a:ahLst/>
            <a:cxnLst/>
            <a:rect l="0" t="0" r="0" b="0"/>
            <a:pathLst>
              <a:path w="3859" h="134">
                <a:moveTo>
                  <a:pt x="102" y="23"/>
                </a:moveTo>
                <a:cubicBezTo>
                  <a:pt x="113" y="26"/>
                  <a:pt x="124" y="19"/>
                  <a:pt x="135" y="22"/>
                </a:cubicBezTo>
                <a:cubicBezTo>
                  <a:pt x="129" y="23"/>
                  <a:pt x="135" y="25"/>
                  <a:pt x="129" y="26"/>
                </a:cubicBezTo>
                <a:cubicBezTo>
                  <a:pt x="102" y="23"/>
                  <a:pt x="102" y="31"/>
                  <a:pt x="75" y="32"/>
                </a:cubicBezTo>
                <a:cubicBezTo>
                  <a:pt x="86" y="36"/>
                  <a:pt x="107" y="31"/>
                  <a:pt x="107" y="39"/>
                </a:cubicBezTo>
                <a:cubicBezTo>
                  <a:pt x="145" y="35"/>
                  <a:pt x="156" y="18"/>
                  <a:pt x="183" y="22"/>
                </a:cubicBezTo>
                <a:cubicBezTo>
                  <a:pt x="178" y="23"/>
                  <a:pt x="189" y="26"/>
                  <a:pt x="183" y="28"/>
                </a:cubicBezTo>
                <a:cubicBezTo>
                  <a:pt x="167" y="32"/>
                  <a:pt x="151" y="36"/>
                  <a:pt x="172" y="40"/>
                </a:cubicBezTo>
                <a:cubicBezTo>
                  <a:pt x="183" y="39"/>
                  <a:pt x="189" y="36"/>
                  <a:pt x="199" y="35"/>
                </a:cubicBezTo>
                <a:cubicBezTo>
                  <a:pt x="194" y="28"/>
                  <a:pt x="189" y="22"/>
                  <a:pt x="205" y="16"/>
                </a:cubicBezTo>
                <a:cubicBezTo>
                  <a:pt x="210" y="23"/>
                  <a:pt x="215" y="23"/>
                  <a:pt x="237" y="31"/>
                </a:cubicBezTo>
                <a:cubicBezTo>
                  <a:pt x="215" y="36"/>
                  <a:pt x="205" y="36"/>
                  <a:pt x="199" y="45"/>
                </a:cubicBezTo>
                <a:cubicBezTo>
                  <a:pt x="183" y="38"/>
                  <a:pt x="183" y="46"/>
                  <a:pt x="183" y="49"/>
                </a:cubicBezTo>
                <a:cubicBezTo>
                  <a:pt x="178" y="46"/>
                  <a:pt x="172" y="45"/>
                  <a:pt x="167" y="43"/>
                </a:cubicBezTo>
                <a:cubicBezTo>
                  <a:pt x="135" y="52"/>
                  <a:pt x="162" y="59"/>
                  <a:pt x="135" y="64"/>
                </a:cubicBezTo>
                <a:cubicBezTo>
                  <a:pt x="140" y="63"/>
                  <a:pt x="151" y="63"/>
                  <a:pt x="162" y="63"/>
                </a:cubicBezTo>
                <a:cubicBezTo>
                  <a:pt x="145" y="66"/>
                  <a:pt x="151" y="67"/>
                  <a:pt x="140" y="70"/>
                </a:cubicBezTo>
                <a:cubicBezTo>
                  <a:pt x="129" y="60"/>
                  <a:pt x="107" y="72"/>
                  <a:pt x="91" y="67"/>
                </a:cubicBezTo>
                <a:cubicBezTo>
                  <a:pt x="107" y="57"/>
                  <a:pt x="113" y="48"/>
                  <a:pt x="135" y="40"/>
                </a:cubicBezTo>
                <a:cubicBezTo>
                  <a:pt x="118" y="39"/>
                  <a:pt x="97" y="42"/>
                  <a:pt x="86" y="38"/>
                </a:cubicBezTo>
                <a:cubicBezTo>
                  <a:pt x="64" y="42"/>
                  <a:pt x="54" y="46"/>
                  <a:pt x="54" y="50"/>
                </a:cubicBezTo>
                <a:cubicBezTo>
                  <a:pt x="70" y="52"/>
                  <a:pt x="64" y="42"/>
                  <a:pt x="86" y="45"/>
                </a:cubicBezTo>
                <a:cubicBezTo>
                  <a:pt x="97" y="49"/>
                  <a:pt x="75" y="50"/>
                  <a:pt x="81" y="53"/>
                </a:cubicBezTo>
                <a:cubicBezTo>
                  <a:pt x="86" y="53"/>
                  <a:pt x="97" y="52"/>
                  <a:pt x="97" y="53"/>
                </a:cubicBezTo>
                <a:cubicBezTo>
                  <a:pt x="37" y="62"/>
                  <a:pt x="37" y="74"/>
                  <a:pt x="0" y="84"/>
                </a:cubicBezTo>
                <a:cubicBezTo>
                  <a:pt x="32" y="80"/>
                  <a:pt x="64" y="74"/>
                  <a:pt x="91" y="80"/>
                </a:cubicBezTo>
                <a:cubicBezTo>
                  <a:pt x="102" y="74"/>
                  <a:pt x="43" y="73"/>
                  <a:pt x="70" y="66"/>
                </a:cubicBezTo>
                <a:cubicBezTo>
                  <a:pt x="75" y="73"/>
                  <a:pt x="118" y="70"/>
                  <a:pt x="135" y="79"/>
                </a:cubicBezTo>
                <a:cubicBezTo>
                  <a:pt x="118" y="82"/>
                  <a:pt x="102" y="86"/>
                  <a:pt x="86" y="89"/>
                </a:cubicBezTo>
                <a:cubicBezTo>
                  <a:pt x="64" y="83"/>
                  <a:pt x="37" y="90"/>
                  <a:pt x="16" y="90"/>
                </a:cubicBezTo>
                <a:cubicBezTo>
                  <a:pt x="32" y="94"/>
                  <a:pt x="10" y="101"/>
                  <a:pt x="37" y="98"/>
                </a:cubicBezTo>
                <a:cubicBezTo>
                  <a:pt x="37" y="90"/>
                  <a:pt x="129" y="90"/>
                  <a:pt x="140" y="98"/>
                </a:cubicBezTo>
                <a:cubicBezTo>
                  <a:pt x="151" y="96"/>
                  <a:pt x="167" y="93"/>
                  <a:pt x="183" y="90"/>
                </a:cubicBezTo>
                <a:cubicBezTo>
                  <a:pt x="194" y="98"/>
                  <a:pt x="215" y="90"/>
                  <a:pt x="232" y="94"/>
                </a:cubicBezTo>
                <a:cubicBezTo>
                  <a:pt x="232" y="104"/>
                  <a:pt x="215" y="97"/>
                  <a:pt x="194" y="100"/>
                </a:cubicBezTo>
                <a:cubicBezTo>
                  <a:pt x="189" y="103"/>
                  <a:pt x="189" y="106"/>
                  <a:pt x="199" y="110"/>
                </a:cubicBezTo>
                <a:cubicBezTo>
                  <a:pt x="221" y="103"/>
                  <a:pt x="237" y="106"/>
                  <a:pt x="259" y="100"/>
                </a:cubicBezTo>
                <a:cubicBezTo>
                  <a:pt x="248" y="96"/>
                  <a:pt x="226" y="84"/>
                  <a:pt x="269" y="84"/>
                </a:cubicBezTo>
                <a:cubicBezTo>
                  <a:pt x="259" y="80"/>
                  <a:pt x="237" y="76"/>
                  <a:pt x="253" y="72"/>
                </a:cubicBezTo>
                <a:cubicBezTo>
                  <a:pt x="280" y="74"/>
                  <a:pt x="280" y="62"/>
                  <a:pt x="302" y="64"/>
                </a:cubicBezTo>
                <a:cubicBezTo>
                  <a:pt x="291" y="67"/>
                  <a:pt x="302" y="69"/>
                  <a:pt x="296" y="70"/>
                </a:cubicBezTo>
                <a:cubicBezTo>
                  <a:pt x="291" y="72"/>
                  <a:pt x="275" y="70"/>
                  <a:pt x="280" y="74"/>
                </a:cubicBezTo>
                <a:cubicBezTo>
                  <a:pt x="302" y="74"/>
                  <a:pt x="269" y="97"/>
                  <a:pt x="264" y="106"/>
                </a:cubicBezTo>
                <a:cubicBezTo>
                  <a:pt x="296" y="106"/>
                  <a:pt x="307" y="96"/>
                  <a:pt x="318" y="107"/>
                </a:cubicBezTo>
                <a:cubicBezTo>
                  <a:pt x="334" y="98"/>
                  <a:pt x="367" y="100"/>
                  <a:pt x="350" y="92"/>
                </a:cubicBezTo>
                <a:cubicBezTo>
                  <a:pt x="334" y="92"/>
                  <a:pt x="329" y="93"/>
                  <a:pt x="323" y="96"/>
                </a:cubicBezTo>
                <a:cubicBezTo>
                  <a:pt x="323" y="93"/>
                  <a:pt x="285" y="93"/>
                  <a:pt x="302" y="89"/>
                </a:cubicBezTo>
                <a:cubicBezTo>
                  <a:pt x="334" y="87"/>
                  <a:pt x="329" y="86"/>
                  <a:pt x="334" y="79"/>
                </a:cubicBezTo>
                <a:cubicBezTo>
                  <a:pt x="345" y="82"/>
                  <a:pt x="361" y="76"/>
                  <a:pt x="372" y="82"/>
                </a:cubicBezTo>
                <a:cubicBezTo>
                  <a:pt x="334" y="87"/>
                  <a:pt x="361" y="90"/>
                  <a:pt x="383" y="89"/>
                </a:cubicBezTo>
                <a:cubicBezTo>
                  <a:pt x="361" y="94"/>
                  <a:pt x="356" y="101"/>
                  <a:pt x="350" y="107"/>
                </a:cubicBezTo>
                <a:cubicBezTo>
                  <a:pt x="388" y="110"/>
                  <a:pt x="404" y="90"/>
                  <a:pt x="442" y="103"/>
                </a:cubicBezTo>
                <a:cubicBezTo>
                  <a:pt x="437" y="106"/>
                  <a:pt x="421" y="104"/>
                  <a:pt x="426" y="107"/>
                </a:cubicBezTo>
                <a:cubicBezTo>
                  <a:pt x="437" y="106"/>
                  <a:pt x="431" y="108"/>
                  <a:pt x="437" y="111"/>
                </a:cubicBezTo>
                <a:cubicBezTo>
                  <a:pt x="458" y="103"/>
                  <a:pt x="480" y="101"/>
                  <a:pt x="496" y="92"/>
                </a:cubicBezTo>
                <a:cubicBezTo>
                  <a:pt x="512" y="93"/>
                  <a:pt x="529" y="89"/>
                  <a:pt x="545" y="90"/>
                </a:cubicBezTo>
                <a:cubicBezTo>
                  <a:pt x="518" y="94"/>
                  <a:pt x="523" y="101"/>
                  <a:pt x="512" y="107"/>
                </a:cubicBezTo>
                <a:cubicBezTo>
                  <a:pt x="502" y="108"/>
                  <a:pt x="469" y="104"/>
                  <a:pt x="475" y="110"/>
                </a:cubicBezTo>
                <a:cubicBezTo>
                  <a:pt x="485" y="107"/>
                  <a:pt x="491" y="114"/>
                  <a:pt x="502" y="113"/>
                </a:cubicBezTo>
                <a:cubicBezTo>
                  <a:pt x="512" y="111"/>
                  <a:pt x="523" y="108"/>
                  <a:pt x="534" y="107"/>
                </a:cubicBezTo>
                <a:cubicBezTo>
                  <a:pt x="550" y="111"/>
                  <a:pt x="534" y="113"/>
                  <a:pt x="555" y="114"/>
                </a:cubicBezTo>
                <a:cubicBezTo>
                  <a:pt x="577" y="111"/>
                  <a:pt x="583" y="110"/>
                  <a:pt x="583" y="104"/>
                </a:cubicBezTo>
                <a:cubicBezTo>
                  <a:pt x="620" y="106"/>
                  <a:pt x="593" y="110"/>
                  <a:pt x="631" y="115"/>
                </a:cubicBezTo>
                <a:cubicBezTo>
                  <a:pt x="653" y="108"/>
                  <a:pt x="669" y="115"/>
                  <a:pt x="690" y="108"/>
                </a:cubicBezTo>
                <a:cubicBezTo>
                  <a:pt x="696" y="110"/>
                  <a:pt x="690" y="113"/>
                  <a:pt x="707" y="115"/>
                </a:cubicBezTo>
                <a:cubicBezTo>
                  <a:pt x="723" y="114"/>
                  <a:pt x="744" y="113"/>
                  <a:pt x="761" y="114"/>
                </a:cubicBezTo>
                <a:cubicBezTo>
                  <a:pt x="744" y="110"/>
                  <a:pt x="782" y="103"/>
                  <a:pt x="798" y="107"/>
                </a:cubicBezTo>
                <a:cubicBezTo>
                  <a:pt x="798" y="114"/>
                  <a:pt x="755" y="106"/>
                  <a:pt x="771" y="114"/>
                </a:cubicBezTo>
                <a:cubicBezTo>
                  <a:pt x="831" y="111"/>
                  <a:pt x="885" y="118"/>
                  <a:pt x="950" y="114"/>
                </a:cubicBezTo>
                <a:cubicBezTo>
                  <a:pt x="923" y="110"/>
                  <a:pt x="944" y="106"/>
                  <a:pt x="950" y="101"/>
                </a:cubicBezTo>
                <a:cubicBezTo>
                  <a:pt x="944" y="111"/>
                  <a:pt x="1009" y="127"/>
                  <a:pt x="1009" y="113"/>
                </a:cubicBezTo>
                <a:cubicBezTo>
                  <a:pt x="982" y="117"/>
                  <a:pt x="993" y="101"/>
                  <a:pt x="971" y="100"/>
                </a:cubicBezTo>
                <a:cubicBezTo>
                  <a:pt x="977" y="98"/>
                  <a:pt x="982" y="96"/>
                  <a:pt x="982" y="94"/>
                </a:cubicBezTo>
                <a:cubicBezTo>
                  <a:pt x="982" y="100"/>
                  <a:pt x="993" y="98"/>
                  <a:pt x="1009" y="100"/>
                </a:cubicBezTo>
                <a:cubicBezTo>
                  <a:pt x="977" y="106"/>
                  <a:pt x="1020" y="111"/>
                  <a:pt x="1036" y="108"/>
                </a:cubicBezTo>
                <a:cubicBezTo>
                  <a:pt x="1025" y="111"/>
                  <a:pt x="1020" y="114"/>
                  <a:pt x="1036" y="117"/>
                </a:cubicBezTo>
                <a:cubicBezTo>
                  <a:pt x="1041" y="117"/>
                  <a:pt x="1047" y="115"/>
                  <a:pt x="1052" y="117"/>
                </a:cubicBezTo>
                <a:cubicBezTo>
                  <a:pt x="1057" y="106"/>
                  <a:pt x="1101" y="107"/>
                  <a:pt x="1095" y="92"/>
                </a:cubicBezTo>
                <a:cubicBezTo>
                  <a:pt x="1095" y="93"/>
                  <a:pt x="1101" y="94"/>
                  <a:pt x="1106" y="93"/>
                </a:cubicBezTo>
                <a:cubicBezTo>
                  <a:pt x="1101" y="96"/>
                  <a:pt x="1101" y="100"/>
                  <a:pt x="1122" y="104"/>
                </a:cubicBezTo>
                <a:cubicBezTo>
                  <a:pt x="1138" y="101"/>
                  <a:pt x="1192" y="101"/>
                  <a:pt x="1176" y="108"/>
                </a:cubicBezTo>
                <a:cubicBezTo>
                  <a:pt x="1155" y="101"/>
                  <a:pt x="1127" y="110"/>
                  <a:pt x="1084" y="107"/>
                </a:cubicBezTo>
                <a:cubicBezTo>
                  <a:pt x="1074" y="110"/>
                  <a:pt x="1079" y="113"/>
                  <a:pt x="1074" y="114"/>
                </a:cubicBezTo>
                <a:cubicBezTo>
                  <a:pt x="1106" y="121"/>
                  <a:pt x="1144" y="115"/>
                  <a:pt x="1176" y="118"/>
                </a:cubicBezTo>
                <a:cubicBezTo>
                  <a:pt x="1171" y="117"/>
                  <a:pt x="1165" y="115"/>
                  <a:pt x="1176" y="113"/>
                </a:cubicBezTo>
                <a:cubicBezTo>
                  <a:pt x="1225" y="108"/>
                  <a:pt x="1214" y="128"/>
                  <a:pt x="1214" y="128"/>
                </a:cubicBezTo>
                <a:cubicBezTo>
                  <a:pt x="1230" y="124"/>
                  <a:pt x="1263" y="120"/>
                  <a:pt x="1225" y="120"/>
                </a:cubicBezTo>
                <a:cubicBezTo>
                  <a:pt x="1230" y="114"/>
                  <a:pt x="1257" y="110"/>
                  <a:pt x="1268" y="121"/>
                </a:cubicBezTo>
                <a:cubicBezTo>
                  <a:pt x="1327" y="117"/>
                  <a:pt x="1365" y="124"/>
                  <a:pt x="1419" y="115"/>
                </a:cubicBezTo>
                <a:cubicBezTo>
                  <a:pt x="1425" y="122"/>
                  <a:pt x="1473" y="121"/>
                  <a:pt x="1500" y="120"/>
                </a:cubicBezTo>
                <a:cubicBezTo>
                  <a:pt x="1505" y="111"/>
                  <a:pt x="1516" y="114"/>
                  <a:pt x="1505" y="110"/>
                </a:cubicBezTo>
                <a:cubicBezTo>
                  <a:pt x="1516" y="108"/>
                  <a:pt x="1522" y="106"/>
                  <a:pt x="1532" y="104"/>
                </a:cubicBezTo>
                <a:cubicBezTo>
                  <a:pt x="1532" y="108"/>
                  <a:pt x="1543" y="111"/>
                  <a:pt x="1559" y="107"/>
                </a:cubicBezTo>
                <a:cubicBezTo>
                  <a:pt x="1559" y="101"/>
                  <a:pt x="1549" y="104"/>
                  <a:pt x="1532" y="101"/>
                </a:cubicBezTo>
                <a:cubicBezTo>
                  <a:pt x="1543" y="98"/>
                  <a:pt x="1538" y="96"/>
                  <a:pt x="1554" y="93"/>
                </a:cubicBezTo>
                <a:cubicBezTo>
                  <a:pt x="1554" y="101"/>
                  <a:pt x="1586" y="113"/>
                  <a:pt x="1543" y="121"/>
                </a:cubicBezTo>
                <a:cubicBezTo>
                  <a:pt x="1559" y="128"/>
                  <a:pt x="1559" y="114"/>
                  <a:pt x="1575" y="124"/>
                </a:cubicBezTo>
                <a:cubicBezTo>
                  <a:pt x="1597" y="122"/>
                  <a:pt x="1597" y="114"/>
                  <a:pt x="1608" y="117"/>
                </a:cubicBezTo>
                <a:cubicBezTo>
                  <a:pt x="1619" y="128"/>
                  <a:pt x="1624" y="115"/>
                  <a:pt x="1657" y="117"/>
                </a:cubicBezTo>
                <a:cubicBezTo>
                  <a:pt x="1662" y="120"/>
                  <a:pt x="1651" y="121"/>
                  <a:pt x="1646" y="122"/>
                </a:cubicBezTo>
                <a:cubicBezTo>
                  <a:pt x="1700" y="131"/>
                  <a:pt x="1662" y="108"/>
                  <a:pt x="1705" y="104"/>
                </a:cubicBezTo>
                <a:cubicBezTo>
                  <a:pt x="1667" y="94"/>
                  <a:pt x="1667" y="121"/>
                  <a:pt x="1624" y="111"/>
                </a:cubicBezTo>
                <a:cubicBezTo>
                  <a:pt x="1667" y="113"/>
                  <a:pt x="1657" y="96"/>
                  <a:pt x="1700" y="98"/>
                </a:cubicBezTo>
                <a:cubicBezTo>
                  <a:pt x="1705" y="93"/>
                  <a:pt x="1711" y="87"/>
                  <a:pt x="1727" y="82"/>
                </a:cubicBezTo>
                <a:cubicBezTo>
                  <a:pt x="1743" y="87"/>
                  <a:pt x="1705" y="94"/>
                  <a:pt x="1743" y="93"/>
                </a:cubicBezTo>
                <a:cubicBezTo>
                  <a:pt x="1727" y="98"/>
                  <a:pt x="1716" y="93"/>
                  <a:pt x="1705" y="94"/>
                </a:cubicBezTo>
                <a:cubicBezTo>
                  <a:pt x="1748" y="106"/>
                  <a:pt x="1667" y="114"/>
                  <a:pt x="1705" y="125"/>
                </a:cubicBezTo>
                <a:cubicBezTo>
                  <a:pt x="1727" y="121"/>
                  <a:pt x="1743" y="115"/>
                  <a:pt x="1732" y="110"/>
                </a:cubicBezTo>
                <a:cubicBezTo>
                  <a:pt x="1754" y="104"/>
                  <a:pt x="1770" y="107"/>
                  <a:pt x="1786" y="108"/>
                </a:cubicBezTo>
                <a:cubicBezTo>
                  <a:pt x="1759" y="111"/>
                  <a:pt x="1781" y="115"/>
                  <a:pt x="1759" y="120"/>
                </a:cubicBezTo>
                <a:cubicBezTo>
                  <a:pt x="1754" y="117"/>
                  <a:pt x="1748" y="114"/>
                  <a:pt x="1743" y="115"/>
                </a:cubicBezTo>
                <a:cubicBezTo>
                  <a:pt x="1759" y="122"/>
                  <a:pt x="1737" y="118"/>
                  <a:pt x="1743" y="125"/>
                </a:cubicBezTo>
                <a:cubicBezTo>
                  <a:pt x="1765" y="124"/>
                  <a:pt x="1797" y="125"/>
                  <a:pt x="1802" y="121"/>
                </a:cubicBezTo>
                <a:cubicBezTo>
                  <a:pt x="1797" y="117"/>
                  <a:pt x="1786" y="118"/>
                  <a:pt x="1775" y="118"/>
                </a:cubicBezTo>
                <a:cubicBezTo>
                  <a:pt x="1808" y="118"/>
                  <a:pt x="1792" y="110"/>
                  <a:pt x="1808" y="113"/>
                </a:cubicBezTo>
                <a:cubicBezTo>
                  <a:pt x="1813" y="115"/>
                  <a:pt x="1813" y="120"/>
                  <a:pt x="1813" y="124"/>
                </a:cubicBezTo>
                <a:cubicBezTo>
                  <a:pt x="1937" y="122"/>
                  <a:pt x="2061" y="127"/>
                  <a:pt x="2185" y="124"/>
                </a:cubicBezTo>
                <a:cubicBezTo>
                  <a:pt x="2159" y="115"/>
                  <a:pt x="2202" y="111"/>
                  <a:pt x="2213" y="111"/>
                </a:cubicBezTo>
                <a:cubicBezTo>
                  <a:pt x="2218" y="118"/>
                  <a:pt x="2196" y="118"/>
                  <a:pt x="2185" y="124"/>
                </a:cubicBezTo>
                <a:cubicBezTo>
                  <a:pt x="2202" y="131"/>
                  <a:pt x="2223" y="124"/>
                  <a:pt x="2234" y="120"/>
                </a:cubicBezTo>
                <a:cubicBezTo>
                  <a:pt x="2256" y="121"/>
                  <a:pt x="2240" y="127"/>
                  <a:pt x="2261" y="120"/>
                </a:cubicBezTo>
                <a:cubicBezTo>
                  <a:pt x="2261" y="131"/>
                  <a:pt x="2310" y="120"/>
                  <a:pt x="2331" y="127"/>
                </a:cubicBezTo>
                <a:cubicBezTo>
                  <a:pt x="2331" y="125"/>
                  <a:pt x="2364" y="122"/>
                  <a:pt x="2369" y="117"/>
                </a:cubicBezTo>
                <a:cubicBezTo>
                  <a:pt x="2374" y="120"/>
                  <a:pt x="2385" y="120"/>
                  <a:pt x="2391" y="121"/>
                </a:cubicBezTo>
                <a:cubicBezTo>
                  <a:pt x="2385" y="124"/>
                  <a:pt x="2358" y="120"/>
                  <a:pt x="2364" y="125"/>
                </a:cubicBezTo>
                <a:cubicBezTo>
                  <a:pt x="2380" y="124"/>
                  <a:pt x="2369" y="128"/>
                  <a:pt x="2380" y="131"/>
                </a:cubicBezTo>
                <a:cubicBezTo>
                  <a:pt x="2417" y="124"/>
                  <a:pt x="2482" y="134"/>
                  <a:pt x="2504" y="125"/>
                </a:cubicBezTo>
                <a:cubicBezTo>
                  <a:pt x="2493" y="120"/>
                  <a:pt x="2417" y="125"/>
                  <a:pt x="2407" y="117"/>
                </a:cubicBezTo>
                <a:cubicBezTo>
                  <a:pt x="2450" y="122"/>
                  <a:pt x="2499" y="118"/>
                  <a:pt x="2547" y="117"/>
                </a:cubicBezTo>
                <a:cubicBezTo>
                  <a:pt x="2536" y="118"/>
                  <a:pt x="2531" y="120"/>
                  <a:pt x="2520" y="122"/>
                </a:cubicBezTo>
                <a:cubicBezTo>
                  <a:pt x="2531" y="125"/>
                  <a:pt x="2542" y="128"/>
                  <a:pt x="2547" y="131"/>
                </a:cubicBezTo>
                <a:cubicBezTo>
                  <a:pt x="2580" y="128"/>
                  <a:pt x="2547" y="121"/>
                  <a:pt x="2569" y="118"/>
                </a:cubicBezTo>
                <a:cubicBezTo>
                  <a:pt x="2574" y="120"/>
                  <a:pt x="2563" y="121"/>
                  <a:pt x="2574" y="124"/>
                </a:cubicBezTo>
                <a:cubicBezTo>
                  <a:pt x="2617" y="117"/>
                  <a:pt x="2585" y="101"/>
                  <a:pt x="2617" y="100"/>
                </a:cubicBezTo>
                <a:cubicBezTo>
                  <a:pt x="2601" y="107"/>
                  <a:pt x="2623" y="117"/>
                  <a:pt x="2585" y="124"/>
                </a:cubicBezTo>
                <a:cubicBezTo>
                  <a:pt x="2617" y="134"/>
                  <a:pt x="2623" y="120"/>
                  <a:pt x="2650" y="131"/>
                </a:cubicBezTo>
                <a:cubicBezTo>
                  <a:pt x="2666" y="127"/>
                  <a:pt x="2677" y="130"/>
                  <a:pt x="2693" y="124"/>
                </a:cubicBezTo>
                <a:cubicBezTo>
                  <a:pt x="2698" y="131"/>
                  <a:pt x="2758" y="134"/>
                  <a:pt x="2769" y="125"/>
                </a:cubicBezTo>
                <a:cubicBezTo>
                  <a:pt x="2790" y="130"/>
                  <a:pt x="2828" y="134"/>
                  <a:pt x="2849" y="124"/>
                </a:cubicBezTo>
                <a:cubicBezTo>
                  <a:pt x="2855" y="131"/>
                  <a:pt x="2892" y="131"/>
                  <a:pt x="2892" y="122"/>
                </a:cubicBezTo>
                <a:cubicBezTo>
                  <a:pt x="2903" y="125"/>
                  <a:pt x="2909" y="128"/>
                  <a:pt x="2909" y="130"/>
                </a:cubicBezTo>
                <a:cubicBezTo>
                  <a:pt x="2941" y="118"/>
                  <a:pt x="3065" y="128"/>
                  <a:pt x="3038" y="108"/>
                </a:cubicBezTo>
                <a:cubicBezTo>
                  <a:pt x="3049" y="107"/>
                  <a:pt x="3055" y="111"/>
                  <a:pt x="3060" y="114"/>
                </a:cubicBezTo>
                <a:cubicBezTo>
                  <a:pt x="3076" y="111"/>
                  <a:pt x="3065" y="108"/>
                  <a:pt x="3071" y="107"/>
                </a:cubicBezTo>
                <a:cubicBezTo>
                  <a:pt x="3082" y="107"/>
                  <a:pt x="3098" y="103"/>
                  <a:pt x="3109" y="107"/>
                </a:cubicBezTo>
                <a:cubicBezTo>
                  <a:pt x="3087" y="111"/>
                  <a:pt x="3076" y="114"/>
                  <a:pt x="3082" y="122"/>
                </a:cubicBezTo>
                <a:cubicBezTo>
                  <a:pt x="3060" y="121"/>
                  <a:pt x="3038" y="127"/>
                  <a:pt x="3022" y="127"/>
                </a:cubicBezTo>
                <a:cubicBezTo>
                  <a:pt x="3082" y="131"/>
                  <a:pt x="3190" y="132"/>
                  <a:pt x="3254" y="118"/>
                </a:cubicBezTo>
                <a:cubicBezTo>
                  <a:pt x="3265" y="127"/>
                  <a:pt x="3287" y="111"/>
                  <a:pt x="3303" y="115"/>
                </a:cubicBezTo>
                <a:cubicBezTo>
                  <a:pt x="3281" y="120"/>
                  <a:pt x="3260" y="124"/>
                  <a:pt x="3260" y="130"/>
                </a:cubicBezTo>
                <a:cubicBezTo>
                  <a:pt x="3270" y="128"/>
                  <a:pt x="3287" y="125"/>
                  <a:pt x="3297" y="130"/>
                </a:cubicBezTo>
                <a:cubicBezTo>
                  <a:pt x="3335" y="122"/>
                  <a:pt x="3319" y="108"/>
                  <a:pt x="3362" y="110"/>
                </a:cubicBezTo>
                <a:cubicBezTo>
                  <a:pt x="3368" y="104"/>
                  <a:pt x="3357" y="90"/>
                  <a:pt x="3400" y="90"/>
                </a:cubicBezTo>
                <a:cubicBezTo>
                  <a:pt x="3378" y="106"/>
                  <a:pt x="3405" y="115"/>
                  <a:pt x="3324" y="127"/>
                </a:cubicBezTo>
                <a:cubicBezTo>
                  <a:pt x="3362" y="134"/>
                  <a:pt x="3422" y="125"/>
                  <a:pt x="3449" y="115"/>
                </a:cubicBezTo>
                <a:cubicBezTo>
                  <a:pt x="3438" y="110"/>
                  <a:pt x="3422" y="115"/>
                  <a:pt x="3416" y="110"/>
                </a:cubicBezTo>
                <a:cubicBezTo>
                  <a:pt x="3422" y="110"/>
                  <a:pt x="3416" y="107"/>
                  <a:pt x="3422" y="107"/>
                </a:cubicBezTo>
                <a:cubicBezTo>
                  <a:pt x="3459" y="108"/>
                  <a:pt x="3513" y="107"/>
                  <a:pt x="3535" y="96"/>
                </a:cubicBezTo>
                <a:cubicBezTo>
                  <a:pt x="3557" y="100"/>
                  <a:pt x="3540" y="104"/>
                  <a:pt x="3524" y="108"/>
                </a:cubicBezTo>
                <a:cubicBezTo>
                  <a:pt x="3519" y="106"/>
                  <a:pt x="3524" y="103"/>
                  <a:pt x="3508" y="106"/>
                </a:cubicBezTo>
                <a:cubicBezTo>
                  <a:pt x="3497" y="114"/>
                  <a:pt x="3519" y="110"/>
                  <a:pt x="3535" y="114"/>
                </a:cubicBezTo>
                <a:cubicBezTo>
                  <a:pt x="3519" y="115"/>
                  <a:pt x="3508" y="122"/>
                  <a:pt x="3497" y="118"/>
                </a:cubicBezTo>
                <a:cubicBezTo>
                  <a:pt x="3481" y="115"/>
                  <a:pt x="3502" y="113"/>
                  <a:pt x="3492" y="110"/>
                </a:cubicBezTo>
                <a:cubicBezTo>
                  <a:pt x="3432" y="111"/>
                  <a:pt x="3476" y="121"/>
                  <a:pt x="3449" y="128"/>
                </a:cubicBezTo>
                <a:cubicBezTo>
                  <a:pt x="3481" y="131"/>
                  <a:pt x="3535" y="117"/>
                  <a:pt x="3557" y="110"/>
                </a:cubicBezTo>
                <a:cubicBezTo>
                  <a:pt x="3567" y="111"/>
                  <a:pt x="3573" y="110"/>
                  <a:pt x="3584" y="114"/>
                </a:cubicBezTo>
                <a:cubicBezTo>
                  <a:pt x="3600" y="103"/>
                  <a:pt x="3632" y="94"/>
                  <a:pt x="3664" y="87"/>
                </a:cubicBezTo>
                <a:cubicBezTo>
                  <a:pt x="3648" y="80"/>
                  <a:pt x="3638" y="86"/>
                  <a:pt x="3627" y="90"/>
                </a:cubicBezTo>
                <a:cubicBezTo>
                  <a:pt x="3594" y="80"/>
                  <a:pt x="3632" y="73"/>
                  <a:pt x="3664" y="70"/>
                </a:cubicBezTo>
                <a:cubicBezTo>
                  <a:pt x="3675" y="76"/>
                  <a:pt x="3632" y="73"/>
                  <a:pt x="3659" y="82"/>
                </a:cubicBezTo>
                <a:cubicBezTo>
                  <a:pt x="3670" y="79"/>
                  <a:pt x="3675" y="80"/>
                  <a:pt x="3686" y="77"/>
                </a:cubicBezTo>
                <a:cubicBezTo>
                  <a:pt x="3675" y="64"/>
                  <a:pt x="3735" y="55"/>
                  <a:pt x="3702" y="40"/>
                </a:cubicBezTo>
                <a:cubicBezTo>
                  <a:pt x="3718" y="38"/>
                  <a:pt x="3729" y="38"/>
                  <a:pt x="3735" y="42"/>
                </a:cubicBezTo>
                <a:cubicBezTo>
                  <a:pt x="3713" y="45"/>
                  <a:pt x="3740" y="49"/>
                  <a:pt x="3751" y="49"/>
                </a:cubicBezTo>
                <a:cubicBezTo>
                  <a:pt x="3735" y="52"/>
                  <a:pt x="3718" y="55"/>
                  <a:pt x="3729" y="59"/>
                </a:cubicBezTo>
                <a:cubicBezTo>
                  <a:pt x="3756" y="57"/>
                  <a:pt x="3762" y="50"/>
                  <a:pt x="3794" y="45"/>
                </a:cubicBezTo>
                <a:cubicBezTo>
                  <a:pt x="3805" y="48"/>
                  <a:pt x="3810" y="50"/>
                  <a:pt x="3821" y="50"/>
                </a:cubicBezTo>
                <a:cubicBezTo>
                  <a:pt x="3837" y="46"/>
                  <a:pt x="3853" y="49"/>
                  <a:pt x="3859" y="43"/>
                </a:cubicBezTo>
                <a:cubicBezTo>
                  <a:pt x="3848" y="35"/>
                  <a:pt x="3832" y="46"/>
                  <a:pt x="3826" y="42"/>
                </a:cubicBezTo>
                <a:cubicBezTo>
                  <a:pt x="3832" y="39"/>
                  <a:pt x="3848" y="36"/>
                  <a:pt x="3842" y="32"/>
                </a:cubicBezTo>
                <a:cubicBezTo>
                  <a:pt x="3805" y="33"/>
                  <a:pt x="3772" y="45"/>
                  <a:pt x="3740" y="43"/>
                </a:cubicBezTo>
                <a:cubicBezTo>
                  <a:pt x="3762" y="35"/>
                  <a:pt x="3718" y="36"/>
                  <a:pt x="3702" y="33"/>
                </a:cubicBezTo>
                <a:cubicBezTo>
                  <a:pt x="3708" y="32"/>
                  <a:pt x="3713" y="31"/>
                  <a:pt x="3708" y="29"/>
                </a:cubicBezTo>
                <a:cubicBezTo>
                  <a:pt x="3681" y="38"/>
                  <a:pt x="3697" y="48"/>
                  <a:pt x="3691" y="56"/>
                </a:cubicBezTo>
                <a:cubicBezTo>
                  <a:pt x="3670" y="57"/>
                  <a:pt x="3648" y="70"/>
                  <a:pt x="3616" y="60"/>
                </a:cubicBezTo>
                <a:cubicBezTo>
                  <a:pt x="3638" y="57"/>
                  <a:pt x="3616" y="53"/>
                  <a:pt x="3611" y="49"/>
                </a:cubicBezTo>
                <a:cubicBezTo>
                  <a:pt x="3578" y="56"/>
                  <a:pt x="3589" y="64"/>
                  <a:pt x="3584" y="73"/>
                </a:cubicBezTo>
                <a:cubicBezTo>
                  <a:pt x="3600" y="72"/>
                  <a:pt x="3594" y="63"/>
                  <a:pt x="3616" y="66"/>
                </a:cubicBezTo>
                <a:cubicBezTo>
                  <a:pt x="3621" y="73"/>
                  <a:pt x="3600" y="72"/>
                  <a:pt x="3578" y="77"/>
                </a:cubicBezTo>
                <a:cubicBezTo>
                  <a:pt x="3578" y="82"/>
                  <a:pt x="3611" y="79"/>
                  <a:pt x="3594" y="83"/>
                </a:cubicBezTo>
                <a:cubicBezTo>
                  <a:pt x="3540" y="90"/>
                  <a:pt x="3513" y="96"/>
                  <a:pt x="3465" y="101"/>
                </a:cubicBezTo>
                <a:cubicBezTo>
                  <a:pt x="3465" y="98"/>
                  <a:pt x="3481" y="94"/>
                  <a:pt x="3481" y="92"/>
                </a:cubicBezTo>
                <a:cubicBezTo>
                  <a:pt x="3508" y="90"/>
                  <a:pt x="3578" y="84"/>
                  <a:pt x="3573" y="79"/>
                </a:cubicBezTo>
                <a:cubicBezTo>
                  <a:pt x="3535" y="77"/>
                  <a:pt x="3530" y="83"/>
                  <a:pt x="3492" y="82"/>
                </a:cubicBezTo>
                <a:cubicBezTo>
                  <a:pt x="3508" y="73"/>
                  <a:pt x="3530" y="77"/>
                  <a:pt x="3557" y="73"/>
                </a:cubicBezTo>
                <a:cubicBezTo>
                  <a:pt x="3584" y="66"/>
                  <a:pt x="3573" y="53"/>
                  <a:pt x="3562" y="49"/>
                </a:cubicBezTo>
                <a:cubicBezTo>
                  <a:pt x="3573" y="49"/>
                  <a:pt x="3584" y="48"/>
                  <a:pt x="3600" y="45"/>
                </a:cubicBezTo>
                <a:cubicBezTo>
                  <a:pt x="3605" y="49"/>
                  <a:pt x="3616" y="49"/>
                  <a:pt x="3632" y="46"/>
                </a:cubicBezTo>
                <a:cubicBezTo>
                  <a:pt x="3621" y="40"/>
                  <a:pt x="3578" y="46"/>
                  <a:pt x="3584" y="39"/>
                </a:cubicBezTo>
                <a:cubicBezTo>
                  <a:pt x="3600" y="40"/>
                  <a:pt x="3621" y="43"/>
                  <a:pt x="3638" y="42"/>
                </a:cubicBezTo>
                <a:cubicBezTo>
                  <a:pt x="3632" y="38"/>
                  <a:pt x="3627" y="33"/>
                  <a:pt x="3632" y="29"/>
                </a:cubicBezTo>
                <a:cubicBezTo>
                  <a:pt x="3611" y="36"/>
                  <a:pt x="3594" y="32"/>
                  <a:pt x="3578" y="31"/>
                </a:cubicBezTo>
                <a:cubicBezTo>
                  <a:pt x="3562" y="33"/>
                  <a:pt x="3573" y="36"/>
                  <a:pt x="3551" y="39"/>
                </a:cubicBezTo>
                <a:cubicBezTo>
                  <a:pt x="3557" y="40"/>
                  <a:pt x="3567" y="42"/>
                  <a:pt x="3573" y="42"/>
                </a:cubicBezTo>
                <a:cubicBezTo>
                  <a:pt x="3540" y="42"/>
                  <a:pt x="3562" y="50"/>
                  <a:pt x="3540" y="55"/>
                </a:cubicBezTo>
                <a:cubicBezTo>
                  <a:pt x="3519" y="46"/>
                  <a:pt x="3546" y="48"/>
                  <a:pt x="3513" y="42"/>
                </a:cubicBezTo>
                <a:cubicBezTo>
                  <a:pt x="3481" y="45"/>
                  <a:pt x="3443" y="46"/>
                  <a:pt x="3432" y="35"/>
                </a:cubicBezTo>
                <a:cubicBezTo>
                  <a:pt x="3427" y="36"/>
                  <a:pt x="3416" y="36"/>
                  <a:pt x="3411" y="38"/>
                </a:cubicBezTo>
                <a:cubicBezTo>
                  <a:pt x="3405" y="43"/>
                  <a:pt x="3427" y="45"/>
                  <a:pt x="3427" y="49"/>
                </a:cubicBezTo>
                <a:cubicBezTo>
                  <a:pt x="3395" y="46"/>
                  <a:pt x="3351" y="63"/>
                  <a:pt x="3297" y="55"/>
                </a:cubicBezTo>
                <a:cubicBezTo>
                  <a:pt x="3324" y="57"/>
                  <a:pt x="3330" y="42"/>
                  <a:pt x="3362" y="45"/>
                </a:cubicBezTo>
                <a:cubicBezTo>
                  <a:pt x="3357" y="46"/>
                  <a:pt x="3346" y="48"/>
                  <a:pt x="3351" y="49"/>
                </a:cubicBezTo>
                <a:cubicBezTo>
                  <a:pt x="3362" y="48"/>
                  <a:pt x="3368" y="52"/>
                  <a:pt x="3384" y="48"/>
                </a:cubicBezTo>
                <a:cubicBezTo>
                  <a:pt x="3373" y="31"/>
                  <a:pt x="3459" y="33"/>
                  <a:pt x="3459" y="28"/>
                </a:cubicBezTo>
                <a:cubicBezTo>
                  <a:pt x="3416" y="33"/>
                  <a:pt x="3373" y="26"/>
                  <a:pt x="3330" y="31"/>
                </a:cubicBezTo>
                <a:cubicBezTo>
                  <a:pt x="3335" y="32"/>
                  <a:pt x="3324" y="33"/>
                  <a:pt x="3319" y="35"/>
                </a:cubicBezTo>
                <a:cubicBezTo>
                  <a:pt x="3324" y="38"/>
                  <a:pt x="3330" y="39"/>
                  <a:pt x="3324" y="42"/>
                </a:cubicBezTo>
                <a:cubicBezTo>
                  <a:pt x="3303" y="43"/>
                  <a:pt x="3297" y="52"/>
                  <a:pt x="3292" y="49"/>
                </a:cubicBezTo>
                <a:cubicBezTo>
                  <a:pt x="3292" y="46"/>
                  <a:pt x="3308" y="43"/>
                  <a:pt x="3292" y="40"/>
                </a:cubicBezTo>
                <a:cubicBezTo>
                  <a:pt x="3287" y="40"/>
                  <a:pt x="3281" y="43"/>
                  <a:pt x="3276" y="42"/>
                </a:cubicBezTo>
                <a:cubicBezTo>
                  <a:pt x="3254" y="46"/>
                  <a:pt x="3260" y="55"/>
                  <a:pt x="3227" y="52"/>
                </a:cubicBezTo>
                <a:cubicBezTo>
                  <a:pt x="3222" y="48"/>
                  <a:pt x="3260" y="46"/>
                  <a:pt x="3249" y="42"/>
                </a:cubicBezTo>
                <a:cubicBezTo>
                  <a:pt x="3227" y="48"/>
                  <a:pt x="3216" y="39"/>
                  <a:pt x="3200" y="45"/>
                </a:cubicBezTo>
                <a:cubicBezTo>
                  <a:pt x="3211" y="49"/>
                  <a:pt x="3222" y="52"/>
                  <a:pt x="3200" y="55"/>
                </a:cubicBezTo>
                <a:cubicBezTo>
                  <a:pt x="3206" y="42"/>
                  <a:pt x="3162" y="53"/>
                  <a:pt x="3195" y="40"/>
                </a:cubicBezTo>
                <a:cubicBezTo>
                  <a:pt x="3227" y="45"/>
                  <a:pt x="3270" y="32"/>
                  <a:pt x="3303" y="40"/>
                </a:cubicBezTo>
                <a:cubicBezTo>
                  <a:pt x="3324" y="39"/>
                  <a:pt x="3297" y="28"/>
                  <a:pt x="3292" y="31"/>
                </a:cubicBezTo>
                <a:cubicBezTo>
                  <a:pt x="3292" y="33"/>
                  <a:pt x="3254" y="33"/>
                  <a:pt x="3249" y="36"/>
                </a:cubicBezTo>
                <a:cubicBezTo>
                  <a:pt x="3238" y="33"/>
                  <a:pt x="3249" y="32"/>
                  <a:pt x="3249" y="29"/>
                </a:cubicBezTo>
                <a:cubicBezTo>
                  <a:pt x="3243" y="29"/>
                  <a:pt x="3243" y="31"/>
                  <a:pt x="3238" y="29"/>
                </a:cubicBezTo>
                <a:cubicBezTo>
                  <a:pt x="3232" y="29"/>
                  <a:pt x="3227" y="29"/>
                  <a:pt x="3222" y="29"/>
                </a:cubicBezTo>
                <a:cubicBezTo>
                  <a:pt x="3227" y="32"/>
                  <a:pt x="3243" y="35"/>
                  <a:pt x="3232" y="38"/>
                </a:cubicBezTo>
                <a:cubicBezTo>
                  <a:pt x="3227" y="35"/>
                  <a:pt x="3222" y="38"/>
                  <a:pt x="3211" y="36"/>
                </a:cubicBezTo>
                <a:cubicBezTo>
                  <a:pt x="3200" y="33"/>
                  <a:pt x="3211" y="32"/>
                  <a:pt x="3200" y="29"/>
                </a:cubicBezTo>
                <a:cubicBezTo>
                  <a:pt x="3179" y="28"/>
                  <a:pt x="3190" y="32"/>
                  <a:pt x="3168" y="35"/>
                </a:cubicBezTo>
                <a:cubicBezTo>
                  <a:pt x="3179" y="26"/>
                  <a:pt x="3076" y="29"/>
                  <a:pt x="3125" y="33"/>
                </a:cubicBezTo>
                <a:cubicBezTo>
                  <a:pt x="3119" y="35"/>
                  <a:pt x="3109" y="38"/>
                  <a:pt x="3103" y="39"/>
                </a:cubicBezTo>
                <a:cubicBezTo>
                  <a:pt x="3087" y="31"/>
                  <a:pt x="3060" y="38"/>
                  <a:pt x="3044" y="35"/>
                </a:cubicBezTo>
                <a:cubicBezTo>
                  <a:pt x="3038" y="33"/>
                  <a:pt x="3049" y="32"/>
                  <a:pt x="3044" y="29"/>
                </a:cubicBezTo>
                <a:cubicBezTo>
                  <a:pt x="3028" y="29"/>
                  <a:pt x="3011" y="36"/>
                  <a:pt x="2995" y="29"/>
                </a:cubicBezTo>
                <a:cubicBezTo>
                  <a:pt x="2974" y="31"/>
                  <a:pt x="2984" y="39"/>
                  <a:pt x="2968" y="36"/>
                </a:cubicBezTo>
                <a:cubicBezTo>
                  <a:pt x="2974" y="25"/>
                  <a:pt x="2876" y="25"/>
                  <a:pt x="2849" y="36"/>
                </a:cubicBezTo>
                <a:cubicBezTo>
                  <a:pt x="2822" y="38"/>
                  <a:pt x="2855" y="28"/>
                  <a:pt x="2833" y="31"/>
                </a:cubicBezTo>
                <a:cubicBezTo>
                  <a:pt x="2844" y="33"/>
                  <a:pt x="2806" y="36"/>
                  <a:pt x="2806" y="33"/>
                </a:cubicBezTo>
                <a:cubicBezTo>
                  <a:pt x="2812" y="31"/>
                  <a:pt x="2801" y="28"/>
                  <a:pt x="2801" y="26"/>
                </a:cubicBezTo>
                <a:cubicBezTo>
                  <a:pt x="2774" y="28"/>
                  <a:pt x="2812" y="32"/>
                  <a:pt x="2785" y="35"/>
                </a:cubicBezTo>
                <a:cubicBezTo>
                  <a:pt x="2785" y="32"/>
                  <a:pt x="2774" y="33"/>
                  <a:pt x="2774" y="32"/>
                </a:cubicBezTo>
                <a:cubicBezTo>
                  <a:pt x="2795" y="31"/>
                  <a:pt x="2774" y="22"/>
                  <a:pt x="2779" y="28"/>
                </a:cubicBezTo>
                <a:cubicBezTo>
                  <a:pt x="2763" y="29"/>
                  <a:pt x="2769" y="38"/>
                  <a:pt x="2747" y="35"/>
                </a:cubicBezTo>
                <a:cubicBezTo>
                  <a:pt x="2742" y="31"/>
                  <a:pt x="2763" y="25"/>
                  <a:pt x="2736" y="23"/>
                </a:cubicBezTo>
                <a:cubicBezTo>
                  <a:pt x="2731" y="32"/>
                  <a:pt x="2688" y="40"/>
                  <a:pt x="2671" y="32"/>
                </a:cubicBezTo>
                <a:cubicBezTo>
                  <a:pt x="2661" y="36"/>
                  <a:pt x="2661" y="48"/>
                  <a:pt x="2634" y="42"/>
                </a:cubicBezTo>
                <a:cubicBezTo>
                  <a:pt x="2644" y="40"/>
                  <a:pt x="2650" y="39"/>
                  <a:pt x="2639" y="36"/>
                </a:cubicBezTo>
                <a:cubicBezTo>
                  <a:pt x="2634" y="38"/>
                  <a:pt x="2628" y="39"/>
                  <a:pt x="2623" y="38"/>
                </a:cubicBezTo>
                <a:cubicBezTo>
                  <a:pt x="2628" y="25"/>
                  <a:pt x="2698" y="35"/>
                  <a:pt x="2698" y="23"/>
                </a:cubicBezTo>
                <a:cubicBezTo>
                  <a:pt x="2666" y="28"/>
                  <a:pt x="2639" y="22"/>
                  <a:pt x="2612" y="28"/>
                </a:cubicBezTo>
                <a:cubicBezTo>
                  <a:pt x="2601" y="29"/>
                  <a:pt x="2607" y="32"/>
                  <a:pt x="2601" y="33"/>
                </a:cubicBezTo>
                <a:cubicBezTo>
                  <a:pt x="2580" y="28"/>
                  <a:pt x="2574" y="48"/>
                  <a:pt x="2542" y="36"/>
                </a:cubicBezTo>
                <a:cubicBezTo>
                  <a:pt x="2580" y="36"/>
                  <a:pt x="2563" y="29"/>
                  <a:pt x="2601" y="26"/>
                </a:cubicBezTo>
                <a:cubicBezTo>
                  <a:pt x="2563" y="21"/>
                  <a:pt x="2525" y="28"/>
                  <a:pt x="2488" y="26"/>
                </a:cubicBezTo>
                <a:cubicBezTo>
                  <a:pt x="2499" y="33"/>
                  <a:pt x="2515" y="23"/>
                  <a:pt x="2520" y="31"/>
                </a:cubicBezTo>
                <a:cubicBezTo>
                  <a:pt x="2515" y="31"/>
                  <a:pt x="2515" y="33"/>
                  <a:pt x="2515" y="33"/>
                </a:cubicBezTo>
                <a:cubicBezTo>
                  <a:pt x="2493" y="29"/>
                  <a:pt x="2455" y="32"/>
                  <a:pt x="2472" y="22"/>
                </a:cubicBezTo>
                <a:cubicBezTo>
                  <a:pt x="2466" y="23"/>
                  <a:pt x="2461" y="23"/>
                  <a:pt x="2461" y="22"/>
                </a:cubicBezTo>
                <a:cubicBezTo>
                  <a:pt x="2450" y="23"/>
                  <a:pt x="2445" y="22"/>
                  <a:pt x="2439" y="23"/>
                </a:cubicBezTo>
                <a:cubicBezTo>
                  <a:pt x="2450" y="26"/>
                  <a:pt x="2445" y="28"/>
                  <a:pt x="2434" y="31"/>
                </a:cubicBezTo>
                <a:cubicBezTo>
                  <a:pt x="2455" y="33"/>
                  <a:pt x="2455" y="36"/>
                  <a:pt x="2428" y="42"/>
                </a:cubicBezTo>
                <a:cubicBezTo>
                  <a:pt x="2428" y="38"/>
                  <a:pt x="2423" y="36"/>
                  <a:pt x="2407" y="35"/>
                </a:cubicBezTo>
                <a:cubicBezTo>
                  <a:pt x="2434" y="33"/>
                  <a:pt x="2417" y="29"/>
                  <a:pt x="2423" y="26"/>
                </a:cubicBezTo>
                <a:cubicBezTo>
                  <a:pt x="2407" y="22"/>
                  <a:pt x="2396" y="18"/>
                  <a:pt x="2374" y="23"/>
                </a:cubicBezTo>
                <a:cubicBezTo>
                  <a:pt x="2385" y="31"/>
                  <a:pt x="2396" y="26"/>
                  <a:pt x="2407" y="28"/>
                </a:cubicBezTo>
                <a:cubicBezTo>
                  <a:pt x="2380" y="29"/>
                  <a:pt x="2417" y="33"/>
                  <a:pt x="2391" y="36"/>
                </a:cubicBezTo>
                <a:cubicBezTo>
                  <a:pt x="2391" y="32"/>
                  <a:pt x="2396" y="26"/>
                  <a:pt x="2374" y="29"/>
                </a:cubicBezTo>
                <a:cubicBezTo>
                  <a:pt x="2380" y="35"/>
                  <a:pt x="2337" y="32"/>
                  <a:pt x="2342" y="39"/>
                </a:cubicBezTo>
                <a:cubicBezTo>
                  <a:pt x="2315" y="29"/>
                  <a:pt x="2315" y="45"/>
                  <a:pt x="2294" y="39"/>
                </a:cubicBezTo>
                <a:cubicBezTo>
                  <a:pt x="2304" y="35"/>
                  <a:pt x="2283" y="31"/>
                  <a:pt x="2299" y="28"/>
                </a:cubicBezTo>
                <a:cubicBezTo>
                  <a:pt x="2294" y="31"/>
                  <a:pt x="2304" y="35"/>
                  <a:pt x="2321" y="35"/>
                </a:cubicBezTo>
                <a:cubicBezTo>
                  <a:pt x="2337" y="28"/>
                  <a:pt x="2347" y="33"/>
                  <a:pt x="2369" y="25"/>
                </a:cubicBezTo>
                <a:cubicBezTo>
                  <a:pt x="2326" y="22"/>
                  <a:pt x="2277" y="22"/>
                  <a:pt x="2250" y="26"/>
                </a:cubicBezTo>
                <a:cubicBezTo>
                  <a:pt x="2229" y="16"/>
                  <a:pt x="2142" y="16"/>
                  <a:pt x="2126" y="32"/>
                </a:cubicBezTo>
                <a:cubicBezTo>
                  <a:pt x="2126" y="23"/>
                  <a:pt x="2110" y="32"/>
                  <a:pt x="2099" y="29"/>
                </a:cubicBezTo>
                <a:cubicBezTo>
                  <a:pt x="2083" y="23"/>
                  <a:pt x="2121" y="25"/>
                  <a:pt x="2115" y="21"/>
                </a:cubicBezTo>
                <a:cubicBezTo>
                  <a:pt x="2083" y="21"/>
                  <a:pt x="2077" y="33"/>
                  <a:pt x="2045" y="31"/>
                </a:cubicBezTo>
                <a:cubicBezTo>
                  <a:pt x="2045" y="26"/>
                  <a:pt x="2067" y="28"/>
                  <a:pt x="2067" y="21"/>
                </a:cubicBezTo>
                <a:cubicBezTo>
                  <a:pt x="2056" y="23"/>
                  <a:pt x="2045" y="22"/>
                  <a:pt x="2034" y="25"/>
                </a:cubicBezTo>
                <a:cubicBezTo>
                  <a:pt x="2040" y="28"/>
                  <a:pt x="2051" y="38"/>
                  <a:pt x="2024" y="35"/>
                </a:cubicBezTo>
                <a:cubicBezTo>
                  <a:pt x="2024" y="29"/>
                  <a:pt x="2040" y="23"/>
                  <a:pt x="2018" y="18"/>
                </a:cubicBezTo>
                <a:cubicBezTo>
                  <a:pt x="1997" y="22"/>
                  <a:pt x="1986" y="18"/>
                  <a:pt x="1964" y="21"/>
                </a:cubicBezTo>
                <a:cubicBezTo>
                  <a:pt x="1975" y="29"/>
                  <a:pt x="2018" y="19"/>
                  <a:pt x="2007" y="28"/>
                </a:cubicBezTo>
                <a:cubicBezTo>
                  <a:pt x="1997" y="26"/>
                  <a:pt x="1927" y="32"/>
                  <a:pt x="1970" y="32"/>
                </a:cubicBezTo>
                <a:cubicBezTo>
                  <a:pt x="1948" y="35"/>
                  <a:pt x="1953" y="45"/>
                  <a:pt x="1927" y="40"/>
                </a:cubicBezTo>
                <a:cubicBezTo>
                  <a:pt x="1959" y="35"/>
                  <a:pt x="1905" y="28"/>
                  <a:pt x="1959" y="22"/>
                </a:cubicBezTo>
                <a:cubicBezTo>
                  <a:pt x="1932" y="16"/>
                  <a:pt x="1900" y="21"/>
                  <a:pt x="1867" y="21"/>
                </a:cubicBezTo>
                <a:cubicBezTo>
                  <a:pt x="1883" y="26"/>
                  <a:pt x="1900" y="25"/>
                  <a:pt x="1921" y="28"/>
                </a:cubicBezTo>
                <a:cubicBezTo>
                  <a:pt x="1900" y="28"/>
                  <a:pt x="1910" y="29"/>
                  <a:pt x="1894" y="33"/>
                </a:cubicBezTo>
                <a:cubicBezTo>
                  <a:pt x="1900" y="23"/>
                  <a:pt x="1873" y="35"/>
                  <a:pt x="1862" y="32"/>
                </a:cubicBezTo>
                <a:cubicBezTo>
                  <a:pt x="1840" y="26"/>
                  <a:pt x="1867" y="23"/>
                  <a:pt x="1851" y="19"/>
                </a:cubicBezTo>
                <a:cubicBezTo>
                  <a:pt x="1824" y="18"/>
                  <a:pt x="1829" y="28"/>
                  <a:pt x="1802" y="26"/>
                </a:cubicBezTo>
                <a:cubicBezTo>
                  <a:pt x="1797" y="23"/>
                  <a:pt x="1808" y="21"/>
                  <a:pt x="1802" y="18"/>
                </a:cubicBezTo>
                <a:cubicBezTo>
                  <a:pt x="1786" y="26"/>
                  <a:pt x="1759" y="26"/>
                  <a:pt x="1748" y="16"/>
                </a:cubicBezTo>
                <a:cubicBezTo>
                  <a:pt x="1711" y="21"/>
                  <a:pt x="1711" y="16"/>
                  <a:pt x="1678" y="26"/>
                </a:cubicBezTo>
                <a:cubicBezTo>
                  <a:pt x="1678" y="21"/>
                  <a:pt x="1640" y="19"/>
                  <a:pt x="1624" y="16"/>
                </a:cubicBezTo>
                <a:cubicBezTo>
                  <a:pt x="1592" y="22"/>
                  <a:pt x="1597" y="26"/>
                  <a:pt x="1575" y="26"/>
                </a:cubicBezTo>
                <a:cubicBezTo>
                  <a:pt x="1603" y="21"/>
                  <a:pt x="1549" y="19"/>
                  <a:pt x="1559" y="15"/>
                </a:cubicBezTo>
                <a:cubicBezTo>
                  <a:pt x="1532" y="18"/>
                  <a:pt x="1511" y="23"/>
                  <a:pt x="1489" y="15"/>
                </a:cubicBezTo>
                <a:cubicBezTo>
                  <a:pt x="1468" y="21"/>
                  <a:pt x="1441" y="25"/>
                  <a:pt x="1419" y="18"/>
                </a:cubicBezTo>
                <a:cubicBezTo>
                  <a:pt x="1403" y="21"/>
                  <a:pt x="1392" y="23"/>
                  <a:pt x="1376" y="26"/>
                </a:cubicBezTo>
                <a:cubicBezTo>
                  <a:pt x="1365" y="19"/>
                  <a:pt x="1344" y="25"/>
                  <a:pt x="1333" y="21"/>
                </a:cubicBezTo>
                <a:cubicBezTo>
                  <a:pt x="1349" y="18"/>
                  <a:pt x="1381" y="22"/>
                  <a:pt x="1371" y="15"/>
                </a:cubicBezTo>
                <a:cubicBezTo>
                  <a:pt x="1333" y="14"/>
                  <a:pt x="1290" y="23"/>
                  <a:pt x="1252" y="14"/>
                </a:cubicBezTo>
                <a:cubicBezTo>
                  <a:pt x="1225" y="21"/>
                  <a:pt x="1214" y="25"/>
                  <a:pt x="1187" y="19"/>
                </a:cubicBezTo>
                <a:cubicBezTo>
                  <a:pt x="1203" y="18"/>
                  <a:pt x="1235" y="18"/>
                  <a:pt x="1225" y="11"/>
                </a:cubicBezTo>
                <a:cubicBezTo>
                  <a:pt x="1209" y="14"/>
                  <a:pt x="1187" y="12"/>
                  <a:pt x="1171" y="15"/>
                </a:cubicBezTo>
                <a:cubicBezTo>
                  <a:pt x="1171" y="23"/>
                  <a:pt x="1192" y="25"/>
                  <a:pt x="1198" y="28"/>
                </a:cubicBezTo>
                <a:cubicBezTo>
                  <a:pt x="1176" y="23"/>
                  <a:pt x="1149" y="32"/>
                  <a:pt x="1133" y="25"/>
                </a:cubicBezTo>
                <a:cubicBezTo>
                  <a:pt x="1144" y="23"/>
                  <a:pt x="1155" y="26"/>
                  <a:pt x="1171" y="22"/>
                </a:cubicBezTo>
                <a:cubicBezTo>
                  <a:pt x="1149" y="16"/>
                  <a:pt x="1155" y="14"/>
                  <a:pt x="1133" y="10"/>
                </a:cubicBezTo>
                <a:cubicBezTo>
                  <a:pt x="1117" y="14"/>
                  <a:pt x="1084" y="12"/>
                  <a:pt x="1052" y="14"/>
                </a:cubicBezTo>
                <a:cubicBezTo>
                  <a:pt x="1047" y="21"/>
                  <a:pt x="1031" y="28"/>
                  <a:pt x="993" y="28"/>
                </a:cubicBezTo>
                <a:cubicBezTo>
                  <a:pt x="1009" y="25"/>
                  <a:pt x="998" y="23"/>
                  <a:pt x="1014" y="23"/>
                </a:cubicBezTo>
                <a:cubicBezTo>
                  <a:pt x="1009" y="18"/>
                  <a:pt x="993" y="18"/>
                  <a:pt x="982" y="18"/>
                </a:cubicBezTo>
                <a:cubicBezTo>
                  <a:pt x="982" y="16"/>
                  <a:pt x="987" y="16"/>
                  <a:pt x="982" y="15"/>
                </a:cubicBezTo>
                <a:cubicBezTo>
                  <a:pt x="1004" y="15"/>
                  <a:pt x="1036" y="22"/>
                  <a:pt x="1041" y="12"/>
                </a:cubicBezTo>
                <a:cubicBezTo>
                  <a:pt x="1009" y="8"/>
                  <a:pt x="987" y="14"/>
                  <a:pt x="966" y="10"/>
                </a:cubicBezTo>
                <a:cubicBezTo>
                  <a:pt x="950" y="16"/>
                  <a:pt x="912" y="18"/>
                  <a:pt x="890" y="16"/>
                </a:cubicBezTo>
                <a:cubicBezTo>
                  <a:pt x="906" y="19"/>
                  <a:pt x="885" y="22"/>
                  <a:pt x="885" y="25"/>
                </a:cubicBezTo>
                <a:cubicBezTo>
                  <a:pt x="869" y="12"/>
                  <a:pt x="912" y="16"/>
                  <a:pt x="923" y="10"/>
                </a:cubicBezTo>
                <a:cubicBezTo>
                  <a:pt x="869" y="11"/>
                  <a:pt x="842" y="4"/>
                  <a:pt x="831" y="18"/>
                </a:cubicBezTo>
                <a:cubicBezTo>
                  <a:pt x="831" y="15"/>
                  <a:pt x="831" y="12"/>
                  <a:pt x="825" y="10"/>
                </a:cubicBezTo>
                <a:cubicBezTo>
                  <a:pt x="804" y="16"/>
                  <a:pt x="787" y="8"/>
                  <a:pt x="771" y="6"/>
                </a:cubicBezTo>
                <a:cubicBezTo>
                  <a:pt x="750" y="8"/>
                  <a:pt x="744" y="18"/>
                  <a:pt x="734" y="15"/>
                </a:cubicBezTo>
                <a:cubicBezTo>
                  <a:pt x="723" y="12"/>
                  <a:pt x="739" y="5"/>
                  <a:pt x="717" y="8"/>
                </a:cubicBezTo>
                <a:cubicBezTo>
                  <a:pt x="717" y="10"/>
                  <a:pt x="712" y="18"/>
                  <a:pt x="696" y="15"/>
                </a:cubicBezTo>
                <a:cubicBezTo>
                  <a:pt x="690" y="12"/>
                  <a:pt x="712" y="10"/>
                  <a:pt x="690" y="5"/>
                </a:cubicBezTo>
                <a:cubicBezTo>
                  <a:pt x="680" y="15"/>
                  <a:pt x="647" y="15"/>
                  <a:pt x="631" y="25"/>
                </a:cubicBezTo>
                <a:cubicBezTo>
                  <a:pt x="631" y="21"/>
                  <a:pt x="626" y="23"/>
                  <a:pt x="615" y="19"/>
                </a:cubicBezTo>
                <a:cubicBezTo>
                  <a:pt x="642" y="15"/>
                  <a:pt x="631" y="12"/>
                  <a:pt x="658" y="11"/>
                </a:cubicBezTo>
                <a:cubicBezTo>
                  <a:pt x="637" y="10"/>
                  <a:pt x="593" y="0"/>
                  <a:pt x="583" y="10"/>
                </a:cubicBezTo>
                <a:cubicBezTo>
                  <a:pt x="593" y="8"/>
                  <a:pt x="599" y="11"/>
                  <a:pt x="593" y="12"/>
                </a:cubicBezTo>
                <a:cubicBezTo>
                  <a:pt x="555" y="11"/>
                  <a:pt x="550" y="23"/>
                  <a:pt x="529" y="29"/>
                </a:cubicBezTo>
                <a:cubicBezTo>
                  <a:pt x="485" y="18"/>
                  <a:pt x="566" y="16"/>
                  <a:pt x="561" y="8"/>
                </a:cubicBezTo>
                <a:cubicBezTo>
                  <a:pt x="512" y="2"/>
                  <a:pt x="421" y="16"/>
                  <a:pt x="453" y="31"/>
                </a:cubicBezTo>
                <a:cubicBezTo>
                  <a:pt x="431" y="29"/>
                  <a:pt x="404" y="33"/>
                  <a:pt x="383" y="28"/>
                </a:cubicBezTo>
                <a:cubicBezTo>
                  <a:pt x="431" y="21"/>
                  <a:pt x="453" y="18"/>
                  <a:pt x="453" y="5"/>
                </a:cubicBezTo>
                <a:cubicBezTo>
                  <a:pt x="404" y="6"/>
                  <a:pt x="415" y="15"/>
                  <a:pt x="367" y="21"/>
                </a:cubicBezTo>
                <a:cubicBezTo>
                  <a:pt x="356" y="18"/>
                  <a:pt x="350" y="19"/>
                  <a:pt x="340" y="16"/>
                </a:cubicBezTo>
                <a:cubicBezTo>
                  <a:pt x="372" y="18"/>
                  <a:pt x="350" y="6"/>
                  <a:pt x="377" y="8"/>
                </a:cubicBezTo>
                <a:cubicBezTo>
                  <a:pt x="329" y="5"/>
                  <a:pt x="280" y="10"/>
                  <a:pt x="237" y="6"/>
                </a:cubicBezTo>
                <a:cubicBezTo>
                  <a:pt x="215" y="21"/>
                  <a:pt x="107" y="10"/>
                  <a:pt x="102" y="23"/>
                </a:cubicBezTo>
                <a:moveTo>
                  <a:pt x="3600" y="87"/>
                </a:moveTo>
                <a:cubicBezTo>
                  <a:pt x="3600" y="90"/>
                  <a:pt x="3600" y="92"/>
                  <a:pt x="3611" y="94"/>
                </a:cubicBezTo>
                <a:cubicBezTo>
                  <a:pt x="3600" y="94"/>
                  <a:pt x="3594" y="96"/>
                  <a:pt x="3589" y="97"/>
                </a:cubicBezTo>
                <a:cubicBezTo>
                  <a:pt x="3584" y="96"/>
                  <a:pt x="3578" y="94"/>
                  <a:pt x="3573" y="96"/>
                </a:cubicBezTo>
                <a:cubicBezTo>
                  <a:pt x="3562" y="93"/>
                  <a:pt x="3594" y="90"/>
                  <a:pt x="3600" y="87"/>
                </a:cubicBezTo>
                <a:moveTo>
                  <a:pt x="2126" y="124"/>
                </a:moveTo>
                <a:cubicBezTo>
                  <a:pt x="2115" y="118"/>
                  <a:pt x="2094" y="124"/>
                  <a:pt x="2094" y="117"/>
                </a:cubicBezTo>
                <a:cubicBezTo>
                  <a:pt x="2132" y="121"/>
                  <a:pt x="2159" y="115"/>
                  <a:pt x="2175" y="108"/>
                </a:cubicBezTo>
                <a:cubicBezTo>
                  <a:pt x="2180" y="115"/>
                  <a:pt x="2153" y="120"/>
                  <a:pt x="2126" y="124"/>
                </a:cubicBezTo>
                <a:moveTo>
                  <a:pt x="2229" y="108"/>
                </a:moveTo>
                <a:cubicBezTo>
                  <a:pt x="2223" y="103"/>
                  <a:pt x="2261" y="98"/>
                  <a:pt x="2272" y="104"/>
                </a:cubicBezTo>
                <a:cubicBezTo>
                  <a:pt x="2277" y="103"/>
                  <a:pt x="2272" y="101"/>
                  <a:pt x="2267" y="100"/>
                </a:cubicBezTo>
                <a:cubicBezTo>
                  <a:pt x="2283" y="94"/>
                  <a:pt x="2288" y="100"/>
                  <a:pt x="2304" y="97"/>
                </a:cubicBezTo>
                <a:cubicBezTo>
                  <a:pt x="2299" y="101"/>
                  <a:pt x="2277" y="103"/>
                  <a:pt x="2261" y="110"/>
                </a:cubicBezTo>
                <a:cubicBezTo>
                  <a:pt x="2250" y="108"/>
                  <a:pt x="2240" y="104"/>
                  <a:pt x="2229" y="108"/>
                </a:cubicBezTo>
                <a:moveTo>
                  <a:pt x="2299" y="93"/>
                </a:moveTo>
                <a:cubicBezTo>
                  <a:pt x="2310" y="92"/>
                  <a:pt x="2315" y="90"/>
                  <a:pt x="2326" y="89"/>
                </a:cubicBezTo>
                <a:cubicBezTo>
                  <a:pt x="2337" y="96"/>
                  <a:pt x="2304" y="94"/>
                  <a:pt x="2342" y="100"/>
                </a:cubicBezTo>
                <a:cubicBezTo>
                  <a:pt x="2342" y="100"/>
                  <a:pt x="2347" y="98"/>
                  <a:pt x="2353" y="98"/>
                </a:cubicBezTo>
                <a:cubicBezTo>
                  <a:pt x="2364" y="103"/>
                  <a:pt x="2337" y="98"/>
                  <a:pt x="2326" y="103"/>
                </a:cubicBezTo>
                <a:cubicBezTo>
                  <a:pt x="2331" y="98"/>
                  <a:pt x="2310" y="97"/>
                  <a:pt x="2315" y="103"/>
                </a:cubicBezTo>
                <a:cubicBezTo>
                  <a:pt x="2310" y="107"/>
                  <a:pt x="2310" y="96"/>
                  <a:pt x="2299" y="93"/>
                </a:cubicBezTo>
                <a:moveTo>
                  <a:pt x="2267" y="118"/>
                </a:moveTo>
                <a:cubicBezTo>
                  <a:pt x="2256" y="114"/>
                  <a:pt x="2277" y="110"/>
                  <a:pt x="2294" y="110"/>
                </a:cubicBezTo>
                <a:cubicBezTo>
                  <a:pt x="2304" y="114"/>
                  <a:pt x="2277" y="118"/>
                  <a:pt x="2267" y="118"/>
                </a:cubicBezTo>
                <a:moveTo>
                  <a:pt x="2342" y="115"/>
                </a:moveTo>
                <a:cubicBezTo>
                  <a:pt x="2342" y="113"/>
                  <a:pt x="2342" y="111"/>
                  <a:pt x="2337" y="108"/>
                </a:cubicBezTo>
                <a:cubicBezTo>
                  <a:pt x="2353" y="104"/>
                  <a:pt x="2364" y="107"/>
                  <a:pt x="2374" y="106"/>
                </a:cubicBezTo>
                <a:cubicBezTo>
                  <a:pt x="2385" y="110"/>
                  <a:pt x="2353" y="111"/>
                  <a:pt x="2342" y="115"/>
                </a:cubicBezTo>
                <a:moveTo>
                  <a:pt x="2472" y="79"/>
                </a:moveTo>
                <a:cubicBezTo>
                  <a:pt x="2461" y="73"/>
                  <a:pt x="2493" y="76"/>
                  <a:pt x="2499" y="76"/>
                </a:cubicBezTo>
                <a:cubicBezTo>
                  <a:pt x="2499" y="79"/>
                  <a:pt x="2493" y="82"/>
                  <a:pt x="2499" y="86"/>
                </a:cubicBezTo>
                <a:cubicBezTo>
                  <a:pt x="2493" y="94"/>
                  <a:pt x="2493" y="70"/>
                  <a:pt x="2472" y="79"/>
                </a:cubicBezTo>
                <a:moveTo>
                  <a:pt x="2536" y="64"/>
                </a:moveTo>
                <a:cubicBezTo>
                  <a:pt x="2553" y="70"/>
                  <a:pt x="2542" y="76"/>
                  <a:pt x="2536" y="80"/>
                </a:cubicBezTo>
                <a:cubicBezTo>
                  <a:pt x="2520" y="74"/>
                  <a:pt x="2509" y="69"/>
                  <a:pt x="2536" y="64"/>
                </a:cubicBezTo>
                <a:moveTo>
                  <a:pt x="2472" y="114"/>
                </a:moveTo>
                <a:cubicBezTo>
                  <a:pt x="2466" y="113"/>
                  <a:pt x="2488" y="107"/>
                  <a:pt x="2461" y="111"/>
                </a:cubicBezTo>
                <a:cubicBezTo>
                  <a:pt x="2461" y="103"/>
                  <a:pt x="2428" y="110"/>
                  <a:pt x="2445" y="103"/>
                </a:cubicBezTo>
                <a:cubicBezTo>
                  <a:pt x="2493" y="101"/>
                  <a:pt x="2482" y="104"/>
                  <a:pt x="2520" y="101"/>
                </a:cubicBezTo>
                <a:cubicBezTo>
                  <a:pt x="2531" y="100"/>
                  <a:pt x="2520" y="106"/>
                  <a:pt x="2536" y="104"/>
                </a:cubicBezTo>
                <a:cubicBezTo>
                  <a:pt x="2531" y="113"/>
                  <a:pt x="2477" y="101"/>
                  <a:pt x="2472" y="114"/>
                </a:cubicBezTo>
                <a:moveTo>
                  <a:pt x="2553" y="87"/>
                </a:moveTo>
                <a:cubicBezTo>
                  <a:pt x="2558" y="89"/>
                  <a:pt x="2553" y="90"/>
                  <a:pt x="2547" y="92"/>
                </a:cubicBezTo>
                <a:cubicBezTo>
                  <a:pt x="2553" y="92"/>
                  <a:pt x="2558" y="93"/>
                  <a:pt x="2569" y="94"/>
                </a:cubicBezTo>
                <a:cubicBezTo>
                  <a:pt x="2542" y="101"/>
                  <a:pt x="2520" y="90"/>
                  <a:pt x="2553" y="87"/>
                </a:cubicBezTo>
                <a:moveTo>
                  <a:pt x="2569" y="110"/>
                </a:moveTo>
                <a:cubicBezTo>
                  <a:pt x="2563" y="111"/>
                  <a:pt x="2547" y="110"/>
                  <a:pt x="2553" y="113"/>
                </a:cubicBezTo>
                <a:cubicBezTo>
                  <a:pt x="2531" y="117"/>
                  <a:pt x="2542" y="104"/>
                  <a:pt x="2553" y="110"/>
                </a:cubicBezTo>
                <a:cubicBezTo>
                  <a:pt x="2553" y="107"/>
                  <a:pt x="2553" y="94"/>
                  <a:pt x="2580" y="103"/>
                </a:cubicBezTo>
                <a:cubicBezTo>
                  <a:pt x="2574" y="104"/>
                  <a:pt x="2574" y="103"/>
                  <a:pt x="2569" y="101"/>
                </a:cubicBezTo>
                <a:cubicBezTo>
                  <a:pt x="2569" y="104"/>
                  <a:pt x="2569" y="107"/>
                  <a:pt x="2569" y="110"/>
                </a:cubicBezTo>
                <a:moveTo>
                  <a:pt x="2623" y="97"/>
                </a:moveTo>
                <a:cubicBezTo>
                  <a:pt x="2628" y="94"/>
                  <a:pt x="2639" y="93"/>
                  <a:pt x="2634" y="92"/>
                </a:cubicBezTo>
                <a:cubicBezTo>
                  <a:pt x="2661" y="87"/>
                  <a:pt x="2644" y="101"/>
                  <a:pt x="2666" y="97"/>
                </a:cubicBezTo>
                <a:cubicBezTo>
                  <a:pt x="2671" y="101"/>
                  <a:pt x="2628" y="103"/>
                  <a:pt x="2623" y="97"/>
                </a:cubicBezTo>
                <a:moveTo>
                  <a:pt x="2715" y="90"/>
                </a:moveTo>
                <a:cubicBezTo>
                  <a:pt x="2704" y="86"/>
                  <a:pt x="2698" y="82"/>
                  <a:pt x="2715" y="79"/>
                </a:cubicBezTo>
                <a:cubicBezTo>
                  <a:pt x="2731" y="83"/>
                  <a:pt x="2742" y="87"/>
                  <a:pt x="2715" y="90"/>
                </a:cubicBezTo>
                <a:moveTo>
                  <a:pt x="2849" y="62"/>
                </a:moveTo>
                <a:cubicBezTo>
                  <a:pt x="2855" y="70"/>
                  <a:pt x="2817" y="66"/>
                  <a:pt x="2806" y="66"/>
                </a:cubicBezTo>
                <a:cubicBezTo>
                  <a:pt x="2801" y="60"/>
                  <a:pt x="2839" y="64"/>
                  <a:pt x="2849" y="62"/>
                </a:cubicBezTo>
                <a:moveTo>
                  <a:pt x="2785" y="76"/>
                </a:moveTo>
                <a:cubicBezTo>
                  <a:pt x="2790" y="72"/>
                  <a:pt x="2822" y="73"/>
                  <a:pt x="2844" y="69"/>
                </a:cubicBezTo>
                <a:cubicBezTo>
                  <a:pt x="2855" y="76"/>
                  <a:pt x="2822" y="73"/>
                  <a:pt x="2806" y="79"/>
                </a:cubicBezTo>
                <a:cubicBezTo>
                  <a:pt x="2795" y="77"/>
                  <a:pt x="2790" y="74"/>
                  <a:pt x="2785" y="76"/>
                </a:cubicBezTo>
                <a:moveTo>
                  <a:pt x="2790" y="100"/>
                </a:moveTo>
                <a:cubicBezTo>
                  <a:pt x="2769" y="100"/>
                  <a:pt x="2779" y="103"/>
                  <a:pt x="2763" y="106"/>
                </a:cubicBezTo>
                <a:cubicBezTo>
                  <a:pt x="2758" y="104"/>
                  <a:pt x="2758" y="103"/>
                  <a:pt x="2752" y="100"/>
                </a:cubicBezTo>
                <a:cubicBezTo>
                  <a:pt x="2779" y="101"/>
                  <a:pt x="2752" y="94"/>
                  <a:pt x="2779" y="92"/>
                </a:cubicBezTo>
                <a:cubicBezTo>
                  <a:pt x="2774" y="92"/>
                  <a:pt x="2763" y="89"/>
                  <a:pt x="2758" y="86"/>
                </a:cubicBezTo>
                <a:cubicBezTo>
                  <a:pt x="2763" y="86"/>
                  <a:pt x="2774" y="86"/>
                  <a:pt x="2769" y="84"/>
                </a:cubicBezTo>
                <a:cubicBezTo>
                  <a:pt x="2779" y="83"/>
                  <a:pt x="2785" y="86"/>
                  <a:pt x="2790" y="84"/>
                </a:cubicBezTo>
                <a:cubicBezTo>
                  <a:pt x="2795" y="87"/>
                  <a:pt x="2785" y="87"/>
                  <a:pt x="2785" y="86"/>
                </a:cubicBezTo>
                <a:cubicBezTo>
                  <a:pt x="2795" y="92"/>
                  <a:pt x="2774" y="96"/>
                  <a:pt x="2790" y="100"/>
                </a:cubicBezTo>
                <a:moveTo>
                  <a:pt x="2720" y="107"/>
                </a:moveTo>
                <a:cubicBezTo>
                  <a:pt x="2682" y="113"/>
                  <a:pt x="2661" y="108"/>
                  <a:pt x="2634" y="114"/>
                </a:cubicBezTo>
                <a:cubicBezTo>
                  <a:pt x="2634" y="106"/>
                  <a:pt x="2693" y="104"/>
                  <a:pt x="2720" y="107"/>
                </a:cubicBezTo>
                <a:moveTo>
                  <a:pt x="2634" y="124"/>
                </a:moveTo>
                <a:cubicBezTo>
                  <a:pt x="2623" y="121"/>
                  <a:pt x="2639" y="120"/>
                  <a:pt x="2634" y="117"/>
                </a:cubicBezTo>
                <a:cubicBezTo>
                  <a:pt x="2655" y="118"/>
                  <a:pt x="2671" y="121"/>
                  <a:pt x="2693" y="120"/>
                </a:cubicBezTo>
                <a:cubicBezTo>
                  <a:pt x="2693" y="130"/>
                  <a:pt x="2655" y="118"/>
                  <a:pt x="2634" y="124"/>
                </a:cubicBezTo>
                <a:moveTo>
                  <a:pt x="2806" y="87"/>
                </a:moveTo>
                <a:cubicBezTo>
                  <a:pt x="2795" y="77"/>
                  <a:pt x="2822" y="86"/>
                  <a:pt x="2844" y="79"/>
                </a:cubicBezTo>
                <a:cubicBezTo>
                  <a:pt x="2844" y="84"/>
                  <a:pt x="2844" y="87"/>
                  <a:pt x="2866" y="90"/>
                </a:cubicBezTo>
                <a:cubicBezTo>
                  <a:pt x="2882" y="87"/>
                  <a:pt x="2887" y="84"/>
                  <a:pt x="2882" y="82"/>
                </a:cubicBezTo>
                <a:cubicBezTo>
                  <a:pt x="2903" y="80"/>
                  <a:pt x="2892" y="87"/>
                  <a:pt x="2892" y="90"/>
                </a:cubicBezTo>
                <a:cubicBezTo>
                  <a:pt x="2839" y="96"/>
                  <a:pt x="2849" y="86"/>
                  <a:pt x="2806" y="87"/>
                </a:cubicBezTo>
                <a:moveTo>
                  <a:pt x="2974" y="57"/>
                </a:moveTo>
                <a:cubicBezTo>
                  <a:pt x="2974" y="62"/>
                  <a:pt x="2963" y="64"/>
                  <a:pt x="2947" y="67"/>
                </a:cubicBezTo>
                <a:cubicBezTo>
                  <a:pt x="2941" y="66"/>
                  <a:pt x="2936" y="64"/>
                  <a:pt x="2930" y="63"/>
                </a:cubicBezTo>
                <a:cubicBezTo>
                  <a:pt x="2947" y="59"/>
                  <a:pt x="2957" y="62"/>
                  <a:pt x="2974" y="57"/>
                </a:cubicBezTo>
                <a:moveTo>
                  <a:pt x="3060" y="60"/>
                </a:moveTo>
                <a:cubicBezTo>
                  <a:pt x="3044" y="63"/>
                  <a:pt x="3028" y="64"/>
                  <a:pt x="3017" y="59"/>
                </a:cubicBezTo>
                <a:cubicBezTo>
                  <a:pt x="3033" y="55"/>
                  <a:pt x="3049" y="55"/>
                  <a:pt x="3060" y="60"/>
                </a:cubicBezTo>
                <a:moveTo>
                  <a:pt x="2742" y="120"/>
                </a:moveTo>
                <a:cubicBezTo>
                  <a:pt x="2752" y="111"/>
                  <a:pt x="2790" y="110"/>
                  <a:pt x="2806" y="103"/>
                </a:cubicBezTo>
                <a:cubicBezTo>
                  <a:pt x="2828" y="113"/>
                  <a:pt x="2763" y="111"/>
                  <a:pt x="2785" y="118"/>
                </a:cubicBezTo>
                <a:cubicBezTo>
                  <a:pt x="2769" y="124"/>
                  <a:pt x="2758" y="118"/>
                  <a:pt x="2742" y="120"/>
                </a:cubicBezTo>
                <a:moveTo>
                  <a:pt x="2925" y="84"/>
                </a:moveTo>
                <a:cubicBezTo>
                  <a:pt x="2963" y="80"/>
                  <a:pt x="2947" y="74"/>
                  <a:pt x="2974" y="70"/>
                </a:cubicBezTo>
                <a:cubicBezTo>
                  <a:pt x="2990" y="74"/>
                  <a:pt x="3011" y="74"/>
                  <a:pt x="3033" y="67"/>
                </a:cubicBezTo>
                <a:cubicBezTo>
                  <a:pt x="3055" y="80"/>
                  <a:pt x="3001" y="72"/>
                  <a:pt x="2974" y="77"/>
                </a:cubicBezTo>
                <a:cubicBezTo>
                  <a:pt x="2963" y="80"/>
                  <a:pt x="3001" y="80"/>
                  <a:pt x="3006" y="82"/>
                </a:cubicBezTo>
                <a:cubicBezTo>
                  <a:pt x="2995" y="86"/>
                  <a:pt x="3028" y="92"/>
                  <a:pt x="3001" y="96"/>
                </a:cubicBezTo>
                <a:cubicBezTo>
                  <a:pt x="2995" y="82"/>
                  <a:pt x="2963" y="86"/>
                  <a:pt x="2925" y="84"/>
                </a:cubicBezTo>
                <a:moveTo>
                  <a:pt x="3022" y="87"/>
                </a:moveTo>
                <a:cubicBezTo>
                  <a:pt x="3033" y="87"/>
                  <a:pt x="3038" y="86"/>
                  <a:pt x="3044" y="84"/>
                </a:cubicBezTo>
                <a:cubicBezTo>
                  <a:pt x="3055" y="89"/>
                  <a:pt x="3060" y="86"/>
                  <a:pt x="3060" y="90"/>
                </a:cubicBezTo>
                <a:cubicBezTo>
                  <a:pt x="3049" y="92"/>
                  <a:pt x="3033" y="92"/>
                  <a:pt x="3022" y="87"/>
                </a:cubicBezTo>
                <a:moveTo>
                  <a:pt x="2849" y="121"/>
                </a:moveTo>
                <a:cubicBezTo>
                  <a:pt x="2844" y="114"/>
                  <a:pt x="2839" y="117"/>
                  <a:pt x="2833" y="111"/>
                </a:cubicBezTo>
                <a:cubicBezTo>
                  <a:pt x="2871" y="115"/>
                  <a:pt x="2909" y="100"/>
                  <a:pt x="2941" y="93"/>
                </a:cubicBezTo>
                <a:cubicBezTo>
                  <a:pt x="2957" y="101"/>
                  <a:pt x="2903" y="103"/>
                  <a:pt x="2898" y="108"/>
                </a:cubicBezTo>
                <a:cubicBezTo>
                  <a:pt x="2909" y="113"/>
                  <a:pt x="2914" y="111"/>
                  <a:pt x="2925" y="113"/>
                </a:cubicBezTo>
                <a:cubicBezTo>
                  <a:pt x="2952" y="108"/>
                  <a:pt x="2952" y="104"/>
                  <a:pt x="2968" y="98"/>
                </a:cubicBezTo>
                <a:cubicBezTo>
                  <a:pt x="2995" y="106"/>
                  <a:pt x="2947" y="108"/>
                  <a:pt x="2979" y="115"/>
                </a:cubicBezTo>
                <a:cubicBezTo>
                  <a:pt x="2930" y="113"/>
                  <a:pt x="2903" y="120"/>
                  <a:pt x="2849" y="121"/>
                </a:cubicBezTo>
                <a:moveTo>
                  <a:pt x="2984" y="104"/>
                </a:moveTo>
                <a:cubicBezTo>
                  <a:pt x="3011" y="97"/>
                  <a:pt x="3017" y="100"/>
                  <a:pt x="3038" y="93"/>
                </a:cubicBezTo>
                <a:cubicBezTo>
                  <a:pt x="3049" y="96"/>
                  <a:pt x="3038" y="97"/>
                  <a:pt x="3028" y="100"/>
                </a:cubicBezTo>
                <a:cubicBezTo>
                  <a:pt x="3033" y="101"/>
                  <a:pt x="3038" y="100"/>
                  <a:pt x="3038" y="100"/>
                </a:cubicBezTo>
                <a:cubicBezTo>
                  <a:pt x="3038" y="101"/>
                  <a:pt x="2995" y="103"/>
                  <a:pt x="2995" y="111"/>
                </a:cubicBezTo>
                <a:cubicBezTo>
                  <a:pt x="2974" y="114"/>
                  <a:pt x="3006" y="106"/>
                  <a:pt x="2984" y="104"/>
                </a:cubicBezTo>
                <a:moveTo>
                  <a:pt x="3060" y="93"/>
                </a:moveTo>
                <a:cubicBezTo>
                  <a:pt x="3082" y="87"/>
                  <a:pt x="3109" y="89"/>
                  <a:pt x="3114" y="77"/>
                </a:cubicBezTo>
                <a:cubicBezTo>
                  <a:pt x="3119" y="83"/>
                  <a:pt x="3136" y="79"/>
                  <a:pt x="3146" y="79"/>
                </a:cubicBezTo>
                <a:cubicBezTo>
                  <a:pt x="3136" y="84"/>
                  <a:pt x="3103" y="96"/>
                  <a:pt x="3060" y="93"/>
                </a:cubicBezTo>
                <a:moveTo>
                  <a:pt x="3168" y="120"/>
                </a:moveTo>
                <a:cubicBezTo>
                  <a:pt x="3146" y="115"/>
                  <a:pt x="3173" y="113"/>
                  <a:pt x="3168" y="110"/>
                </a:cubicBezTo>
                <a:cubicBezTo>
                  <a:pt x="3152" y="107"/>
                  <a:pt x="3168" y="115"/>
                  <a:pt x="3141" y="117"/>
                </a:cubicBezTo>
                <a:cubicBezTo>
                  <a:pt x="3125" y="113"/>
                  <a:pt x="3136" y="110"/>
                  <a:pt x="3146" y="106"/>
                </a:cubicBezTo>
                <a:cubicBezTo>
                  <a:pt x="3168" y="107"/>
                  <a:pt x="3184" y="111"/>
                  <a:pt x="3206" y="115"/>
                </a:cubicBezTo>
                <a:cubicBezTo>
                  <a:pt x="3200" y="120"/>
                  <a:pt x="3184" y="118"/>
                  <a:pt x="3168" y="120"/>
                </a:cubicBezTo>
                <a:moveTo>
                  <a:pt x="3297" y="83"/>
                </a:moveTo>
                <a:cubicBezTo>
                  <a:pt x="3303" y="89"/>
                  <a:pt x="3297" y="94"/>
                  <a:pt x="3270" y="98"/>
                </a:cubicBezTo>
                <a:cubicBezTo>
                  <a:pt x="3265" y="94"/>
                  <a:pt x="3254" y="93"/>
                  <a:pt x="3238" y="94"/>
                </a:cubicBezTo>
                <a:cubicBezTo>
                  <a:pt x="3238" y="93"/>
                  <a:pt x="3281" y="89"/>
                  <a:pt x="3297" y="83"/>
                </a:cubicBezTo>
                <a:moveTo>
                  <a:pt x="3200" y="111"/>
                </a:moveTo>
                <a:cubicBezTo>
                  <a:pt x="3195" y="108"/>
                  <a:pt x="3206" y="106"/>
                  <a:pt x="3200" y="103"/>
                </a:cubicBezTo>
                <a:cubicBezTo>
                  <a:pt x="3211" y="101"/>
                  <a:pt x="3222" y="103"/>
                  <a:pt x="3227" y="107"/>
                </a:cubicBezTo>
                <a:cubicBezTo>
                  <a:pt x="3216" y="111"/>
                  <a:pt x="3211" y="110"/>
                  <a:pt x="3200" y="111"/>
                </a:cubicBezTo>
                <a:moveTo>
                  <a:pt x="3303" y="97"/>
                </a:moveTo>
                <a:cubicBezTo>
                  <a:pt x="3308" y="92"/>
                  <a:pt x="3324" y="87"/>
                  <a:pt x="3319" y="82"/>
                </a:cubicBezTo>
                <a:cubicBezTo>
                  <a:pt x="3324" y="80"/>
                  <a:pt x="3324" y="83"/>
                  <a:pt x="3324" y="83"/>
                </a:cubicBezTo>
                <a:cubicBezTo>
                  <a:pt x="3341" y="86"/>
                  <a:pt x="3362" y="82"/>
                  <a:pt x="3373" y="87"/>
                </a:cubicBezTo>
                <a:cubicBezTo>
                  <a:pt x="3346" y="87"/>
                  <a:pt x="3330" y="96"/>
                  <a:pt x="3303" y="97"/>
                </a:cubicBezTo>
                <a:moveTo>
                  <a:pt x="3346" y="104"/>
                </a:moveTo>
                <a:cubicBezTo>
                  <a:pt x="3324" y="110"/>
                  <a:pt x="3314" y="103"/>
                  <a:pt x="3292" y="110"/>
                </a:cubicBezTo>
                <a:cubicBezTo>
                  <a:pt x="3287" y="107"/>
                  <a:pt x="3287" y="104"/>
                  <a:pt x="3292" y="103"/>
                </a:cubicBezTo>
                <a:cubicBezTo>
                  <a:pt x="3308" y="101"/>
                  <a:pt x="3330" y="100"/>
                  <a:pt x="3346" y="104"/>
                </a:cubicBezTo>
                <a:moveTo>
                  <a:pt x="3465" y="87"/>
                </a:moveTo>
                <a:cubicBezTo>
                  <a:pt x="3449" y="89"/>
                  <a:pt x="3432" y="87"/>
                  <a:pt x="3416" y="92"/>
                </a:cubicBezTo>
                <a:cubicBezTo>
                  <a:pt x="3411" y="89"/>
                  <a:pt x="3422" y="87"/>
                  <a:pt x="3416" y="84"/>
                </a:cubicBezTo>
                <a:cubicBezTo>
                  <a:pt x="3432" y="82"/>
                  <a:pt x="3449" y="82"/>
                  <a:pt x="3465" y="87"/>
                </a:cubicBezTo>
                <a:moveTo>
                  <a:pt x="3557" y="57"/>
                </a:moveTo>
                <a:cubicBezTo>
                  <a:pt x="3524" y="59"/>
                  <a:pt x="3551" y="64"/>
                  <a:pt x="3524" y="69"/>
                </a:cubicBezTo>
                <a:cubicBezTo>
                  <a:pt x="3519" y="69"/>
                  <a:pt x="3513" y="67"/>
                  <a:pt x="3502" y="69"/>
                </a:cubicBezTo>
                <a:cubicBezTo>
                  <a:pt x="3497" y="62"/>
                  <a:pt x="3530" y="48"/>
                  <a:pt x="3557" y="57"/>
                </a:cubicBezTo>
                <a:moveTo>
                  <a:pt x="3486" y="49"/>
                </a:moveTo>
                <a:cubicBezTo>
                  <a:pt x="3486" y="55"/>
                  <a:pt x="3470" y="59"/>
                  <a:pt x="3449" y="63"/>
                </a:cubicBezTo>
                <a:cubicBezTo>
                  <a:pt x="3443" y="62"/>
                  <a:pt x="3449" y="60"/>
                  <a:pt x="3454" y="59"/>
                </a:cubicBezTo>
                <a:cubicBezTo>
                  <a:pt x="3459" y="56"/>
                  <a:pt x="3449" y="57"/>
                  <a:pt x="3443" y="53"/>
                </a:cubicBezTo>
                <a:cubicBezTo>
                  <a:pt x="3454" y="52"/>
                  <a:pt x="3449" y="49"/>
                  <a:pt x="3459" y="48"/>
                </a:cubicBezTo>
                <a:cubicBezTo>
                  <a:pt x="3470" y="48"/>
                  <a:pt x="3476" y="50"/>
                  <a:pt x="3486" y="49"/>
                </a:cubicBezTo>
                <a:moveTo>
                  <a:pt x="3470" y="60"/>
                </a:moveTo>
                <a:cubicBezTo>
                  <a:pt x="3470" y="73"/>
                  <a:pt x="3411" y="80"/>
                  <a:pt x="3357" y="79"/>
                </a:cubicBezTo>
                <a:cubicBezTo>
                  <a:pt x="3357" y="72"/>
                  <a:pt x="3405" y="77"/>
                  <a:pt x="3416" y="69"/>
                </a:cubicBezTo>
                <a:cubicBezTo>
                  <a:pt x="3411" y="66"/>
                  <a:pt x="3400" y="66"/>
                  <a:pt x="3389" y="66"/>
                </a:cubicBezTo>
                <a:cubicBezTo>
                  <a:pt x="3389" y="63"/>
                  <a:pt x="3395" y="60"/>
                  <a:pt x="3411" y="57"/>
                </a:cubicBezTo>
                <a:cubicBezTo>
                  <a:pt x="3416" y="64"/>
                  <a:pt x="3443" y="67"/>
                  <a:pt x="3470" y="60"/>
                </a:cubicBezTo>
                <a:moveTo>
                  <a:pt x="3351" y="59"/>
                </a:moveTo>
                <a:cubicBezTo>
                  <a:pt x="3384" y="64"/>
                  <a:pt x="3335" y="66"/>
                  <a:pt x="3357" y="72"/>
                </a:cubicBezTo>
                <a:cubicBezTo>
                  <a:pt x="3346" y="73"/>
                  <a:pt x="3330" y="72"/>
                  <a:pt x="3335" y="74"/>
                </a:cubicBezTo>
                <a:cubicBezTo>
                  <a:pt x="3330" y="76"/>
                  <a:pt x="3324" y="73"/>
                  <a:pt x="3319" y="72"/>
                </a:cubicBezTo>
                <a:cubicBezTo>
                  <a:pt x="3346" y="67"/>
                  <a:pt x="3319" y="63"/>
                  <a:pt x="3351" y="59"/>
                </a:cubicBezTo>
                <a:moveTo>
                  <a:pt x="3292" y="73"/>
                </a:moveTo>
                <a:cubicBezTo>
                  <a:pt x="3303" y="79"/>
                  <a:pt x="3265" y="79"/>
                  <a:pt x="3260" y="82"/>
                </a:cubicBezTo>
                <a:cubicBezTo>
                  <a:pt x="3238" y="73"/>
                  <a:pt x="3287" y="76"/>
                  <a:pt x="3292" y="73"/>
                </a:cubicBezTo>
                <a:moveTo>
                  <a:pt x="3206" y="94"/>
                </a:moveTo>
                <a:cubicBezTo>
                  <a:pt x="3211" y="93"/>
                  <a:pt x="3173" y="92"/>
                  <a:pt x="3168" y="103"/>
                </a:cubicBezTo>
                <a:cubicBezTo>
                  <a:pt x="3119" y="96"/>
                  <a:pt x="3227" y="80"/>
                  <a:pt x="3238" y="70"/>
                </a:cubicBezTo>
                <a:cubicBezTo>
                  <a:pt x="3249" y="79"/>
                  <a:pt x="3222" y="86"/>
                  <a:pt x="3206" y="94"/>
                </a:cubicBezTo>
                <a:moveTo>
                  <a:pt x="3281" y="66"/>
                </a:moveTo>
                <a:cubicBezTo>
                  <a:pt x="3276" y="72"/>
                  <a:pt x="3249" y="66"/>
                  <a:pt x="3260" y="70"/>
                </a:cubicBezTo>
                <a:cubicBezTo>
                  <a:pt x="3238" y="74"/>
                  <a:pt x="3254" y="60"/>
                  <a:pt x="3227" y="64"/>
                </a:cubicBezTo>
                <a:cubicBezTo>
                  <a:pt x="3216" y="60"/>
                  <a:pt x="3243" y="64"/>
                  <a:pt x="3254" y="59"/>
                </a:cubicBezTo>
                <a:cubicBezTo>
                  <a:pt x="3260" y="64"/>
                  <a:pt x="3270" y="62"/>
                  <a:pt x="3281" y="66"/>
                </a:cubicBezTo>
                <a:moveTo>
                  <a:pt x="3281" y="63"/>
                </a:moveTo>
                <a:cubicBezTo>
                  <a:pt x="3270" y="56"/>
                  <a:pt x="3265" y="57"/>
                  <a:pt x="3260" y="52"/>
                </a:cubicBezTo>
                <a:cubicBezTo>
                  <a:pt x="3276" y="50"/>
                  <a:pt x="3308" y="59"/>
                  <a:pt x="3281" y="63"/>
                </a:cubicBezTo>
                <a:moveTo>
                  <a:pt x="3184" y="79"/>
                </a:moveTo>
                <a:cubicBezTo>
                  <a:pt x="3157" y="73"/>
                  <a:pt x="3190" y="69"/>
                  <a:pt x="3173" y="63"/>
                </a:cubicBezTo>
                <a:cubicBezTo>
                  <a:pt x="3206" y="60"/>
                  <a:pt x="3206" y="74"/>
                  <a:pt x="3184" y="79"/>
                </a:cubicBezTo>
                <a:moveTo>
                  <a:pt x="3103" y="72"/>
                </a:moveTo>
                <a:cubicBezTo>
                  <a:pt x="3087" y="60"/>
                  <a:pt x="3141" y="67"/>
                  <a:pt x="3157" y="60"/>
                </a:cubicBezTo>
                <a:cubicBezTo>
                  <a:pt x="3168" y="72"/>
                  <a:pt x="3109" y="60"/>
                  <a:pt x="3103" y="72"/>
                </a:cubicBezTo>
                <a:moveTo>
                  <a:pt x="3114" y="56"/>
                </a:moveTo>
                <a:cubicBezTo>
                  <a:pt x="3162" y="53"/>
                  <a:pt x="3114" y="49"/>
                  <a:pt x="3146" y="43"/>
                </a:cubicBezTo>
                <a:cubicBezTo>
                  <a:pt x="3152" y="43"/>
                  <a:pt x="3157" y="45"/>
                  <a:pt x="3162" y="46"/>
                </a:cubicBezTo>
                <a:cubicBezTo>
                  <a:pt x="3157" y="52"/>
                  <a:pt x="3157" y="69"/>
                  <a:pt x="3114" y="56"/>
                </a:cubicBezTo>
                <a:moveTo>
                  <a:pt x="3157" y="35"/>
                </a:moveTo>
                <a:cubicBezTo>
                  <a:pt x="3184" y="40"/>
                  <a:pt x="3146" y="46"/>
                  <a:pt x="3136" y="39"/>
                </a:cubicBezTo>
                <a:cubicBezTo>
                  <a:pt x="3141" y="35"/>
                  <a:pt x="3141" y="38"/>
                  <a:pt x="3157" y="35"/>
                </a:cubicBezTo>
                <a:moveTo>
                  <a:pt x="3114" y="46"/>
                </a:moveTo>
                <a:cubicBezTo>
                  <a:pt x="3119" y="53"/>
                  <a:pt x="3092" y="56"/>
                  <a:pt x="3071" y="55"/>
                </a:cubicBezTo>
                <a:cubicBezTo>
                  <a:pt x="3082" y="49"/>
                  <a:pt x="3076" y="48"/>
                  <a:pt x="3098" y="40"/>
                </a:cubicBezTo>
                <a:cubicBezTo>
                  <a:pt x="3098" y="40"/>
                  <a:pt x="3098" y="49"/>
                  <a:pt x="3114" y="46"/>
                </a:cubicBezTo>
                <a:moveTo>
                  <a:pt x="3055" y="42"/>
                </a:moveTo>
                <a:cubicBezTo>
                  <a:pt x="3049" y="45"/>
                  <a:pt x="3060" y="49"/>
                  <a:pt x="3060" y="53"/>
                </a:cubicBezTo>
                <a:cubicBezTo>
                  <a:pt x="3044" y="57"/>
                  <a:pt x="3038" y="52"/>
                  <a:pt x="3022" y="55"/>
                </a:cubicBezTo>
                <a:cubicBezTo>
                  <a:pt x="3022" y="52"/>
                  <a:pt x="3022" y="50"/>
                  <a:pt x="3033" y="48"/>
                </a:cubicBezTo>
                <a:cubicBezTo>
                  <a:pt x="3022" y="48"/>
                  <a:pt x="3017" y="46"/>
                  <a:pt x="3006" y="43"/>
                </a:cubicBezTo>
                <a:cubicBezTo>
                  <a:pt x="2979" y="46"/>
                  <a:pt x="3001" y="50"/>
                  <a:pt x="2979" y="53"/>
                </a:cubicBezTo>
                <a:cubicBezTo>
                  <a:pt x="2952" y="32"/>
                  <a:pt x="3017" y="43"/>
                  <a:pt x="3055" y="42"/>
                </a:cubicBezTo>
                <a:moveTo>
                  <a:pt x="2936" y="32"/>
                </a:moveTo>
                <a:cubicBezTo>
                  <a:pt x="2963" y="29"/>
                  <a:pt x="2925" y="38"/>
                  <a:pt x="2914" y="39"/>
                </a:cubicBezTo>
                <a:cubicBezTo>
                  <a:pt x="2925" y="45"/>
                  <a:pt x="2941" y="36"/>
                  <a:pt x="2947" y="42"/>
                </a:cubicBezTo>
                <a:cubicBezTo>
                  <a:pt x="2914" y="46"/>
                  <a:pt x="2963" y="52"/>
                  <a:pt x="2936" y="55"/>
                </a:cubicBezTo>
                <a:cubicBezTo>
                  <a:pt x="2920" y="45"/>
                  <a:pt x="2898" y="39"/>
                  <a:pt x="2892" y="33"/>
                </a:cubicBezTo>
                <a:cubicBezTo>
                  <a:pt x="2909" y="28"/>
                  <a:pt x="2920" y="40"/>
                  <a:pt x="2936" y="32"/>
                </a:cubicBezTo>
                <a:moveTo>
                  <a:pt x="2860" y="39"/>
                </a:moveTo>
                <a:cubicBezTo>
                  <a:pt x="2849" y="43"/>
                  <a:pt x="2882" y="49"/>
                  <a:pt x="2855" y="53"/>
                </a:cubicBezTo>
                <a:cubicBezTo>
                  <a:pt x="2866" y="55"/>
                  <a:pt x="2871" y="52"/>
                  <a:pt x="2882" y="56"/>
                </a:cubicBezTo>
                <a:cubicBezTo>
                  <a:pt x="2892" y="55"/>
                  <a:pt x="2887" y="52"/>
                  <a:pt x="2882" y="50"/>
                </a:cubicBezTo>
                <a:cubicBezTo>
                  <a:pt x="2909" y="50"/>
                  <a:pt x="2898" y="57"/>
                  <a:pt x="2941" y="59"/>
                </a:cubicBezTo>
                <a:cubicBezTo>
                  <a:pt x="2920" y="63"/>
                  <a:pt x="2914" y="67"/>
                  <a:pt x="2930" y="72"/>
                </a:cubicBezTo>
                <a:cubicBezTo>
                  <a:pt x="2914" y="73"/>
                  <a:pt x="2898" y="76"/>
                  <a:pt x="2887" y="72"/>
                </a:cubicBezTo>
                <a:cubicBezTo>
                  <a:pt x="2909" y="69"/>
                  <a:pt x="2898" y="62"/>
                  <a:pt x="2920" y="63"/>
                </a:cubicBezTo>
                <a:cubicBezTo>
                  <a:pt x="2892" y="53"/>
                  <a:pt x="2855" y="67"/>
                  <a:pt x="2828" y="55"/>
                </a:cubicBezTo>
                <a:cubicBezTo>
                  <a:pt x="2855" y="49"/>
                  <a:pt x="2822" y="40"/>
                  <a:pt x="2860" y="39"/>
                </a:cubicBezTo>
                <a:moveTo>
                  <a:pt x="2801" y="46"/>
                </a:moveTo>
                <a:cubicBezTo>
                  <a:pt x="2806" y="56"/>
                  <a:pt x="2769" y="56"/>
                  <a:pt x="2758" y="66"/>
                </a:cubicBezTo>
                <a:cubicBezTo>
                  <a:pt x="2731" y="62"/>
                  <a:pt x="2763" y="57"/>
                  <a:pt x="2758" y="53"/>
                </a:cubicBezTo>
                <a:cubicBezTo>
                  <a:pt x="2790" y="55"/>
                  <a:pt x="2779" y="48"/>
                  <a:pt x="2801" y="46"/>
                </a:cubicBezTo>
                <a:moveTo>
                  <a:pt x="2725" y="59"/>
                </a:moveTo>
                <a:cubicBezTo>
                  <a:pt x="2709" y="67"/>
                  <a:pt x="2731" y="67"/>
                  <a:pt x="2709" y="73"/>
                </a:cubicBezTo>
                <a:cubicBezTo>
                  <a:pt x="2704" y="69"/>
                  <a:pt x="2720" y="62"/>
                  <a:pt x="2693" y="64"/>
                </a:cubicBezTo>
                <a:cubicBezTo>
                  <a:pt x="2666" y="62"/>
                  <a:pt x="2715" y="64"/>
                  <a:pt x="2725" y="59"/>
                </a:cubicBezTo>
                <a:moveTo>
                  <a:pt x="2655" y="76"/>
                </a:moveTo>
                <a:cubicBezTo>
                  <a:pt x="2677" y="70"/>
                  <a:pt x="2671" y="72"/>
                  <a:pt x="2698" y="67"/>
                </a:cubicBezTo>
                <a:cubicBezTo>
                  <a:pt x="2709" y="73"/>
                  <a:pt x="2671" y="77"/>
                  <a:pt x="2666" y="82"/>
                </a:cubicBezTo>
                <a:cubicBezTo>
                  <a:pt x="2661" y="79"/>
                  <a:pt x="2650" y="77"/>
                  <a:pt x="2639" y="80"/>
                </a:cubicBezTo>
                <a:cubicBezTo>
                  <a:pt x="2628" y="69"/>
                  <a:pt x="2612" y="76"/>
                  <a:pt x="2596" y="76"/>
                </a:cubicBezTo>
                <a:cubicBezTo>
                  <a:pt x="2574" y="69"/>
                  <a:pt x="2617" y="73"/>
                  <a:pt x="2628" y="66"/>
                </a:cubicBezTo>
                <a:cubicBezTo>
                  <a:pt x="2634" y="74"/>
                  <a:pt x="2655" y="69"/>
                  <a:pt x="2655" y="76"/>
                </a:cubicBezTo>
                <a:moveTo>
                  <a:pt x="2736" y="45"/>
                </a:moveTo>
                <a:cubicBezTo>
                  <a:pt x="2742" y="48"/>
                  <a:pt x="2725" y="48"/>
                  <a:pt x="2720" y="45"/>
                </a:cubicBezTo>
                <a:cubicBezTo>
                  <a:pt x="2720" y="49"/>
                  <a:pt x="2725" y="52"/>
                  <a:pt x="2704" y="52"/>
                </a:cubicBezTo>
                <a:cubicBezTo>
                  <a:pt x="2704" y="49"/>
                  <a:pt x="2709" y="48"/>
                  <a:pt x="2698" y="45"/>
                </a:cubicBezTo>
                <a:cubicBezTo>
                  <a:pt x="2715" y="39"/>
                  <a:pt x="2725" y="48"/>
                  <a:pt x="2736" y="45"/>
                </a:cubicBezTo>
                <a:moveTo>
                  <a:pt x="2617" y="40"/>
                </a:moveTo>
                <a:cubicBezTo>
                  <a:pt x="2639" y="45"/>
                  <a:pt x="2607" y="46"/>
                  <a:pt x="2612" y="50"/>
                </a:cubicBezTo>
                <a:cubicBezTo>
                  <a:pt x="2617" y="50"/>
                  <a:pt x="2634" y="52"/>
                  <a:pt x="2623" y="55"/>
                </a:cubicBezTo>
                <a:cubicBezTo>
                  <a:pt x="2650" y="56"/>
                  <a:pt x="2666" y="48"/>
                  <a:pt x="2698" y="55"/>
                </a:cubicBezTo>
                <a:cubicBezTo>
                  <a:pt x="2677" y="55"/>
                  <a:pt x="2639" y="59"/>
                  <a:pt x="2623" y="64"/>
                </a:cubicBezTo>
                <a:cubicBezTo>
                  <a:pt x="2601" y="59"/>
                  <a:pt x="2607" y="48"/>
                  <a:pt x="2569" y="50"/>
                </a:cubicBezTo>
                <a:cubicBezTo>
                  <a:pt x="2574" y="45"/>
                  <a:pt x="2607" y="49"/>
                  <a:pt x="2617" y="40"/>
                </a:cubicBezTo>
                <a:moveTo>
                  <a:pt x="2558" y="46"/>
                </a:moveTo>
                <a:cubicBezTo>
                  <a:pt x="2542" y="50"/>
                  <a:pt x="2525" y="50"/>
                  <a:pt x="2558" y="59"/>
                </a:cubicBezTo>
                <a:cubicBezTo>
                  <a:pt x="2547" y="64"/>
                  <a:pt x="2531" y="64"/>
                  <a:pt x="2509" y="60"/>
                </a:cubicBezTo>
                <a:cubicBezTo>
                  <a:pt x="2525" y="57"/>
                  <a:pt x="2520" y="56"/>
                  <a:pt x="2515" y="57"/>
                </a:cubicBezTo>
                <a:cubicBezTo>
                  <a:pt x="2520" y="52"/>
                  <a:pt x="2536" y="46"/>
                  <a:pt x="2531" y="40"/>
                </a:cubicBezTo>
                <a:cubicBezTo>
                  <a:pt x="2547" y="36"/>
                  <a:pt x="2536" y="49"/>
                  <a:pt x="2558" y="46"/>
                </a:cubicBezTo>
                <a:moveTo>
                  <a:pt x="2466" y="55"/>
                </a:moveTo>
                <a:cubicBezTo>
                  <a:pt x="2488" y="66"/>
                  <a:pt x="2423" y="60"/>
                  <a:pt x="2401" y="62"/>
                </a:cubicBezTo>
                <a:cubicBezTo>
                  <a:pt x="2401" y="52"/>
                  <a:pt x="2385" y="67"/>
                  <a:pt x="2364" y="59"/>
                </a:cubicBezTo>
                <a:cubicBezTo>
                  <a:pt x="2407" y="50"/>
                  <a:pt x="2428" y="66"/>
                  <a:pt x="2466" y="55"/>
                </a:cubicBezTo>
                <a:moveTo>
                  <a:pt x="2121" y="106"/>
                </a:moveTo>
                <a:cubicBezTo>
                  <a:pt x="2115" y="104"/>
                  <a:pt x="2110" y="103"/>
                  <a:pt x="2105" y="100"/>
                </a:cubicBezTo>
                <a:cubicBezTo>
                  <a:pt x="2105" y="107"/>
                  <a:pt x="2083" y="110"/>
                  <a:pt x="2061" y="111"/>
                </a:cubicBezTo>
                <a:cubicBezTo>
                  <a:pt x="2051" y="101"/>
                  <a:pt x="2115" y="103"/>
                  <a:pt x="2110" y="96"/>
                </a:cubicBezTo>
                <a:cubicBezTo>
                  <a:pt x="2132" y="94"/>
                  <a:pt x="2153" y="103"/>
                  <a:pt x="2121" y="106"/>
                </a:cubicBezTo>
                <a:moveTo>
                  <a:pt x="2272" y="70"/>
                </a:moveTo>
                <a:cubicBezTo>
                  <a:pt x="2250" y="79"/>
                  <a:pt x="2240" y="67"/>
                  <a:pt x="2218" y="73"/>
                </a:cubicBezTo>
                <a:cubicBezTo>
                  <a:pt x="2213" y="70"/>
                  <a:pt x="2223" y="67"/>
                  <a:pt x="2240" y="64"/>
                </a:cubicBezTo>
                <a:cubicBezTo>
                  <a:pt x="2261" y="66"/>
                  <a:pt x="2250" y="67"/>
                  <a:pt x="2272" y="70"/>
                </a:cubicBezTo>
                <a:moveTo>
                  <a:pt x="2380" y="42"/>
                </a:moveTo>
                <a:cubicBezTo>
                  <a:pt x="2391" y="48"/>
                  <a:pt x="2347" y="49"/>
                  <a:pt x="2342" y="52"/>
                </a:cubicBezTo>
                <a:cubicBezTo>
                  <a:pt x="2331" y="48"/>
                  <a:pt x="2331" y="43"/>
                  <a:pt x="2347" y="40"/>
                </a:cubicBezTo>
                <a:cubicBezTo>
                  <a:pt x="2337" y="49"/>
                  <a:pt x="2364" y="48"/>
                  <a:pt x="2380" y="42"/>
                </a:cubicBezTo>
                <a:moveTo>
                  <a:pt x="2024" y="111"/>
                </a:moveTo>
                <a:cubicBezTo>
                  <a:pt x="2024" y="115"/>
                  <a:pt x="1964" y="115"/>
                  <a:pt x="1970" y="110"/>
                </a:cubicBezTo>
                <a:cubicBezTo>
                  <a:pt x="1980" y="111"/>
                  <a:pt x="1997" y="111"/>
                  <a:pt x="2013" y="106"/>
                </a:cubicBezTo>
                <a:cubicBezTo>
                  <a:pt x="2024" y="107"/>
                  <a:pt x="2002" y="114"/>
                  <a:pt x="2024" y="111"/>
                </a:cubicBezTo>
                <a:moveTo>
                  <a:pt x="2099" y="83"/>
                </a:moveTo>
                <a:cubicBezTo>
                  <a:pt x="2094" y="80"/>
                  <a:pt x="2142" y="77"/>
                  <a:pt x="2110" y="76"/>
                </a:cubicBezTo>
                <a:cubicBezTo>
                  <a:pt x="2105" y="69"/>
                  <a:pt x="2137" y="77"/>
                  <a:pt x="2148" y="76"/>
                </a:cubicBezTo>
                <a:cubicBezTo>
                  <a:pt x="2159" y="70"/>
                  <a:pt x="2180" y="62"/>
                  <a:pt x="2202" y="67"/>
                </a:cubicBezTo>
                <a:cubicBezTo>
                  <a:pt x="2169" y="82"/>
                  <a:pt x="2142" y="74"/>
                  <a:pt x="2099" y="83"/>
                </a:cubicBezTo>
                <a:moveTo>
                  <a:pt x="2250" y="52"/>
                </a:moveTo>
                <a:cubicBezTo>
                  <a:pt x="2256" y="56"/>
                  <a:pt x="2218" y="60"/>
                  <a:pt x="2207" y="53"/>
                </a:cubicBezTo>
                <a:cubicBezTo>
                  <a:pt x="2223" y="49"/>
                  <a:pt x="2240" y="55"/>
                  <a:pt x="2250" y="52"/>
                </a:cubicBezTo>
                <a:moveTo>
                  <a:pt x="1932" y="107"/>
                </a:moveTo>
                <a:cubicBezTo>
                  <a:pt x="1932" y="108"/>
                  <a:pt x="1937" y="108"/>
                  <a:pt x="1943" y="107"/>
                </a:cubicBezTo>
                <a:cubicBezTo>
                  <a:pt x="1948" y="110"/>
                  <a:pt x="1937" y="110"/>
                  <a:pt x="1937" y="108"/>
                </a:cubicBezTo>
                <a:cubicBezTo>
                  <a:pt x="1921" y="111"/>
                  <a:pt x="1948" y="113"/>
                  <a:pt x="1953" y="113"/>
                </a:cubicBezTo>
                <a:cubicBezTo>
                  <a:pt x="1959" y="114"/>
                  <a:pt x="1948" y="117"/>
                  <a:pt x="1943" y="115"/>
                </a:cubicBezTo>
                <a:cubicBezTo>
                  <a:pt x="1937" y="115"/>
                  <a:pt x="1937" y="117"/>
                  <a:pt x="1943" y="118"/>
                </a:cubicBezTo>
                <a:cubicBezTo>
                  <a:pt x="1937" y="118"/>
                  <a:pt x="1932" y="117"/>
                  <a:pt x="1937" y="115"/>
                </a:cubicBezTo>
                <a:cubicBezTo>
                  <a:pt x="1927" y="113"/>
                  <a:pt x="1916" y="117"/>
                  <a:pt x="1905" y="113"/>
                </a:cubicBezTo>
                <a:cubicBezTo>
                  <a:pt x="1921" y="113"/>
                  <a:pt x="1927" y="110"/>
                  <a:pt x="1927" y="106"/>
                </a:cubicBezTo>
                <a:cubicBezTo>
                  <a:pt x="1932" y="104"/>
                  <a:pt x="1932" y="107"/>
                  <a:pt x="1932" y="107"/>
                </a:cubicBezTo>
                <a:moveTo>
                  <a:pt x="1943" y="87"/>
                </a:moveTo>
                <a:cubicBezTo>
                  <a:pt x="1943" y="84"/>
                  <a:pt x="1948" y="84"/>
                  <a:pt x="1964" y="80"/>
                </a:cubicBezTo>
                <a:cubicBezTo>
                  <a:pt x="1970" y="82"/>
                  <a:pt x="1964" y="83"/>
                  <a:pt x="1959" y="84"/>
                </a:cubicBezTo>
                <a:cubicBezTo>
                  <a:pt x="1986" y="83"/>
                  <a:pt x="1980" y="93"/>
                  <a:pt x="2013" y="89"/>
                </a:cubicBezTo>
                <a:cubicBezTo>
                  <a:pt x="1991" y="100"/>
                  <a:pt x="1975" y="80"/>
                  <a:pt x="1943" y="87"/>
                </a:cubicBezTo>
                <a:moveTo>
                  <a:pt x="2218" y="33"/>
                </a:moveTo>
                <a:cubicBezTo>
                  <a:pt x="2234" y="33"/>
                  <a:pt x="2250" y="33"/>
                  <a:pt x="2267" y="33"/>
                </a:cubicBezTo>
                <a:cubicBezTo>
                  <a:pt x="2267" y="46"/>
                  <a:pt x="2240" y="33"/>
                  <a:pt x="2218" y="36"/>
                </a:cubicBezTo>
                <a:cubicBezTo>
                  <a:pt x="2218" y="33"/>
                  <a:pt x="2207" y="31"/>
                  <a:pt x="2213" y="29"/>
                </a:cubicBezTo>
                <a:cubicBezTo>
                  <a:pt x="2207" y="22"/>
                  <a:pt x="2229" y="32"/>
                  <a:pt x="2218" y="33"/>
                </a:cubicBezTo>
                <a:moveTo>
                  <a:pt x="1862" y="101"/>
                </a:moveTo>
                <a:cubicBezTo>
                  <a:pt x="1878" y="107"/>
                  <a:pt x="1905" y="96"/>
                  <a:pt x="1921" y="101"/>
                </a:cubicBezTo>
                <a:cubicBezTo>
                  <a:pt x="1873" y="103"/>
                  <a:pt x="1883" y="115"/>
                  <a:pt x="1845" y="111"/>
                </a:cubicBezTo>
                <a:cubicBezTo>
                  <a:pt x="1851" y="108"/>
                  <a:pt x="1856" y="108"/>
                  <a:pt x="1862" y="111"/>
                </a:cubicBezTo>
                <a:cubicBezTo>
                  <a:pt x="1856" y="97"/>
                  <a:pt x="1797" y="107"/>
                  <a:pt x="1770" y="103"/>
                </a:cubicBezTo>
                <a:cubicBezTo>
                  <a:pt x="1819" y="97"/>
                  <a:pt x="1851" y="98"/>
                  <a:pt x="1873" y="94"/>
                </a:cubicBezTo>
                <a:cubicBezTo>
                  <a:pt x="1873" y="96"/>
                  <a:pt x="1867" y="98"/>
                  <a:pt x="1862" y="101"/>
                </a:cubicBezTo>
                <a:moveTo>
                  <a:pt x="1937" y="77"/>
                </a:moveTo>
                <a:cubicBezTo>
                  <a:pt x="1932" y="73"/>
                  <a:pt x="1916" y="69"/>
                  <a:pt x="1948" y="67"/>
                </a:cubicBezTo>
                <a:cubicBezTo>
                  <a:pt x="1964" y="72"/>
                  <a:pt x="1959" y="74"/>
                  <a:pt x="1937" y="77"/>
                </a:cubicBezTo>
                <a:moveTo>
                  <a:pt x="2067" y="45"/>
                </a:moveTo>
                <a:cubicBezTo>
                  <a:pt x="2072" y="52"/>
                  <a:pt x="2040" y="52"/>
                  <a:pt x="2029" y="49"/>
                </a:cubicBezTo>
                <a:cubicBezTo>
                  <a:pt x="2034" y="53"/>
                  <a:pt x="2002" y="56"/>
                  <a:pt x="2018" y="62"/>
                </a:cubicBezTo>
                <a:cubicBezTo>
                  <a:pt x="2007" y="62"/>
                  <a:pt x="2002" y="59"/>
                  <a:pt x="1991" y="62"/>
                </a:cubicBezTo>
                <a:cubicBezTo>
                  <a:pt x="2002" y="53"/>
                  <a:pt x="2029" y="45"/>
                  <a:pt x="2067" y="45"/>
                </a:cubicBezTo>
                <a:moveTo>
                  <a:pt x="1279" y="108"/>
                </a:moveTo>
                <a:cubicBezTo>
                  <a:pt x="1268" y="104"/>
                  <a:pt x="1300" y="107"/>
                  <a:pt x="1306" y="104"/>
                </a:cubicBezTo>
                <a:cubicBezTo>
                  <a:pt x="1317" y="108"/>
                  <a:pt x="1327" y="111"/>
                  <a:pt x="1306" y="114"/>
                </a:cubicBezTo>
                <a:cubicBezTo>
                  <a:pt x="1300" y="113"/>
                  <a:pt x="1290" y="106"/>
                  <a:pt x="1279" y="108"/>
                </a:cubicBezTo>
                <a:moveTo>
                  <a:pt x="1403" y="90"/>
                </a:moveTo>
                <a:cubicBezTo>
                  <a:pt x="1419" y="87"/>
                  <a:pt x="1430" y="84"/>
                  <a:pt x="1425" y="82"/>
                </a:cubicBezTo>
                <a:cubicBezTo>
                  <a:pt x="1452" y="83"/>
                  <a:pt x="1414" y="94"/>
                  <a:pt x="1408" y="98"/>
                </a:cubicBezTo>
                <a:cubicBezTo>
                  <a:pt x="1403" y="97"/>
                  <a:pt x="1397" y="96"/>
                  <a:pt x="1392" y="94"/>
                </a:cubicBezTo>
                <a:cubicBezTo>
                  <a:pt x="1403" y="93"/>
                  <a:pt x="1403" y="96"/>
                  <a:pt x="1408" y="96"/>
                </a:cubicBezTo>
                <a:cubicBezTo>
                  <a:pt x="1419" y="94"/>
                  <a:pt x="1408" y="93"/>
                  <a:pt x="1403" y="90"/>
                </a:cubicBezTo>
                <a:moveTo>
                  <a:pt x="1338" y="115"/>
                </a:moveTo>
                <a:cubicBezTo>
                  <a:pt x="1327" y="111"/>
                  <a:pt x="1344" y="108"/>
                  <a:pt x="1354" y="104"/>
                </a:cubicBezTo>
                <a:cubicBezTo>
                  <a:pt x="1371" y="111"/>
                  <a:pt x="1365" y="114"/>
                  <a:pt x="1338" y="115"/>
                </a:cubicBezTo>
                <a:moveTo>
                  <a:pt x="1468" y="90"/>
                </a:moveTo>
                <a:cubicBezTo>
                  <a:pt x="1441" y="83"/>
                  <a:pt x="1500" y="84"/>
                  <a:pt x="1484" y="82"/>
                </a:cubicBezTo>
                <a:cubicBezTo>
                  <a:pt x="1516" y="82"/>
                  <a:pt x="1489" y="90"/>
                  <a:pt x="1468" y="90"/>
                </a:cubicBezTo>
                <a:moveTo>
                  <a:pt x="1554" y="66"/>
                </a:moveTo>
                <a:cubicBezTo>
                  <a:pt x="1565" y="69"/>
                  <a:pt x="1581" y="69"/>
                  <a:pt x="1559" y="60"/>
                </a:cubicBezTo>
                <a:cubicBezTo>
                  <a:pt x="1581" y="59"/>
                  <a:pt x="1570" y="62"/>
                  <a:pt x="1581" y="66"/>
                </a:cubicBezTo>
                <a:cubicBezTo>
                  <a:pt x="1586" y="63"/>
                  <a:pt x="1581" y="62"/>
                  <a:pt x="1592" y="59"/>
                </a:cubicBezTo>
                <a:cubicBezTo>
                  <a:pt x="1586" y="64"/>
                  <a:pt x="1613" y="62"/>
                  <a:pt x="1624" y="67"/>
                </a:cubicBezTo>
                <a:cubicBezTo>
                  <a:pt x="1624" y="70"/>
                  <a:pt x="1619" y="72"/>
                  <a:pt x="1608" y="74"/>
                </a:cubicBezTo>
                <a:cubicBezTo>
                  <a:pt x="1624" y="63"/>
                  <a:pt x="1570" y="70"/>
                  <a:pt x="1570" y="74"/>
                </a:cubicBezTo>
                <a:cubicBezTo>
                  <a:pt x="1543" y="76"/>
                  <a:pt x="1565" y="69"/>
                  <a:pt x="1554" y="66"/>
                </a:cubicBezTo>
                <a:moveTo>
                  <a:pt x="1457" y="97"/>
                </a:moveTo>
                <a:cubicBezTo>
                  <a:pt x="1462" y="98"/>
                  <a:pt x="1457" y="100"/>
                  <a:pt x="1452" y="100"/>
                </a:cubicBezTo>
                <a:cubicBezTo>
                  <a:pt x="1457" y="101"/>
                  <a:pt x="1468" y="101"/>
                  <a:pt x="1473" y="104"/>
                </a:cubicBezTo>
                <a:cubicBezTo>
                  <a:pt x="1473" y="101"/>
                  <a:pt x="1479" y="100"/>
                  <a:pt x="1489" y="103"/>
                </a:cubicBezTo>
                <a:cubicBezTo>
                  <a:pt x="1462" y="107"/>
                  <a:pt x="1457" y="111"/>
                  <a:pt x="1441" y="115"/>
                </a:cubicBezTo>
                <a:cubicBezTo>
                  <a:pt x="1435" y="108"/>
                  <a:pt x="1441" y="103"/>
                  <a:pt x="1457" y="97"/>
                </a:cubicBezTo>
                <a:moveTo>
                  <a:pt x="1635" y="66"/>
                </a:moveTo>
                <a:cubicBezTo>
                  <a:pt x="1640" y="63"/>
                  <a:pt x="1651" y="63"/>
                  <a:pt x="1662" y="66"/>
                </a:cubicBezTo>
                <a:cubicBezTo>
                  <a:pt x="1657" y="67"/>
                  <a:pt x="1651" y="66"/>
                  <a:pt x="1651" y="64"/>
                </a:cubicBezTo>
                <a:cubicBezTo>
                  <a:pt x="1646" y="67"/>
                  <a:pt x="1678" y="73"/>
                  <a:pt x="1651" y="79"/>
                </a:cubicBezTo>
                <a:cubicBezTo>
                  <a:pt x="1630" y="73"/>
                  <a:pt x="1657" y="70"/>
                  <a:pt x="1635" y="66"/>
                </a:cubicBezTo>
                <a:moveTo>
                  <a:pt x="1775" y="45"/>
                </a:moveTo>
                <a:cubicBezTo>
                  <a:pt x="1786" y="48"/>
                  <a:pt x="1775" y="49"/>
                  <a:pt x="1770" y="50"/>
                </a:cubicBezTo>
                <a:cubicBezTo>
                  <a:pt x="1781" y="56"/>
                  <a:pt x="1792" y="53"/>
                  <a:pt x="1802" y="57"/>
                </a:cubicBezTo>
                <a:cubicBezTo>
                  <a:pt x="1775" y="59"/>
                  <a:pt x="1743" y="50"/>
                  <a:pt x="1775" y="45"/>
                </a:cubicBezTo>
                <a:moveTo>
                  <a:pt x="1759" y="66"/>
                </a:moveTo>
                <a:cubicBezTo>
                  <a:pt x="1705" y="69"/>
                  <a:pt x="1721" y="80"/>
                  <a:pt x="1694" y="87"/>
                </a:cubicBezTo>
                <a:cubicBezTo>
                  <a:pt x="1684" y="87"/>
                  <a:pt x="1684" y="86"/>
                  <a:pt x="1689" y="86"/>
                </a:cubicBezTo>
                <a:cubicBezTo>
                  <a:pt x="1684" y="84"/>
                  <a:pt x="1678" y="86"/>
                  <a:pt x="1673" y="86"/>
                </a:cubicBezTo>
                <a:cubicBezTo>
                  <a:pt x="1662" y="80"/>
                  <a:pt x="1700" y="77"/>
                  <a:pt x="1711" y="76"/>
                </a:cubicBezTo>
                <a:cubicBezTo>
                  <a:pt x="1700" y="74"/>
                  <a:pt x="1694" y="74"/>
                  <a:pt x="1684" y="76"/>
                </a:cubicBezTo>
                <a:cubicBezTo>
                  <a:pt x="1705" y="72"/>
                  <a:pt x="1721" y="55"/>
                  <a:pt x="1759" y="66"/>
                </a:cubicBezTo>
                <a:moveTo>
                  <a:pt x="1597" y="107"/>
                </a:moveTo>
                <a:cubicBezTo>
                  <a:pt x="1592" y="104"/>
                  <a:pt x="1603" y="106"/>
                  <a:pt x="1608" y="104"/>
                </a:cubicBezTo>
                <a:cubicBezTo>
                  <a:pt x="1586" y="103"/>
                  <a:pt x="1586" y="104"/>
                  <a:pt x="1581" y="97"/>
                </a:cubicBezTo>
                <a:cubicBezTo>
                  <a:pt x="1586" y="96"/>
                  <a:pt x="1592" y="98"/>
                  <a:pt x="1597" y="100"/>
                </a:cubicBezTo>
                <a:cubicBezTo>
                  <a:pt x="1603" y="98"/>
                  <a:pt x="1597" y="97"/>
                  <a:pt x="1597" y="97"/>
                </a:cubicBezTo>
                <a:cubicBezTo>
                  <a:pt x="1603" y="96"/>
                  <a:pt x="1613" y="98"/>
                  <a:pt x="1608" y="100"/>
                </a:cubicBezTo>
                <a:cubicBezTo>
                  <a:pt x="1608" y="101"/>
                  <a:pt x="1613" y="103"/>
                  <a:pt x="1619" y="101"/>
                </a:cubicBezTo>
                <a:cubicBezTo>
                  <a:pt x="1630" y="106"/>
                  <a:pt x="1603" y="107"/>
                  <a:pt x="1597" y="107"/>
                </a:cubicBezTo>
                <a:moveTo>
                  <a:pt x="1802" y="93"/>
                </a:moveTo>
                <a:cubicBezTo>
                  <a:pt x="1781" y="96"/>
                  <a:pt x="1765" y="96"/>
                  <a:pt x="1748" y="92"/>
                </a:cubicBezTo>
                <a:cubicBezTo>
                  <a:pt x="1765" y="89"/>
                  <a:pt x="1797" y="92"/>
                  <a:pt x="1781" y="83"/>
                </a:cubicBezTo>
                <a:cubicBezTo>
                  <a:pt x="1792" y="79"/>
                  <a:pt x="1797" y="87"/>
                  <a:pt x="1808" y="89"/>
                </a:cubicBezTo>
                <a:cubicBezTo>
                  <a:pt x="1802" y="90"/>
                  <a:pt x="1797" y="92"/>
                  <a:pt x="1802" y="93"/>
                </a:cubicBezTo>
                <a:moveTo>
                  <a:pt x="1873" y="76"/>
                </a:moveTo>
                <a:cubicBezTo>
                  <a:pt x="1862" y="70"/>
                  <a:pt x="1867" y="66"/>
                  <a:pt x="1862" y="62"/>
                </a:cubicBezTo>
                <a:cubicBezTo>
                  <a:pt x="1894" y="60"/>
                  <a:pt x="1894" y="70"/>
                  <a:pt x="1873" y="76"/>
                </a:cubicBezTo>
                <a:moveTo>
                  <a:pt x="1921" y="48"/>
                </a:moveTo>
                <a:cubicBezTo>
                  <a:pt x="1937" y="53"/>
                  <a:pt x="1916" y="56"/>
                  <a:pt x="1921" y="60"/>
                </a:cubicBezTo>
                <a:cubicBezTo>
                  <a:pt x="1910" y="62"/>
                  <a:pt x="1905" y="59"/>
                  <a:pt x="1900" y="57"/>
                </a:cubicBezTo>
                <a:cubicBezTo>
                  <a:pt x="1927" y="55"/>
                  <a:pt x="1900" y="50"/>
                  <a:pt x="1921" y="48"/>
                </a:cubicBezTo>
                <a:moveTo>
                  <a:pt x="1835" y="69"/>
                </a:moveTo>
                <a:cubicBezTo>
                  <a:pt x="1824" y="73"/>
                  <a:pt x="1808" y="77"/>
                  <a:pt x="1829" y="83"/>
                </a:cubicBezTo>
                <a:cubicBezTo>
                  <a:pt x="1802" y="83"/>
                  <a:pt x="1802" y="72"/>
                  <a:pt x="1802" y="67"/>
                </a:cubicBezTo>
                <a:cubicBezTo>
                  <a:pt x="1781" y="66"/>
                  <a:pt x="1781" y="67"/>
                  <a:pt x="1765" y="72"/>
                </a:cubicBezTo>
                <a:cubicBezTo>
                  <a:pt x="1759" y="69"/>
                  <a:pt x="1786" y="66"/>
                  <a:pt x="1775" y="62"/>
                </a:cubicBezTo>
                <a:cubicBezTo>
                  <a:pt x="1786" y="62"/>
                  <a:pt x="1819" y="70"/>
                  <a:pt x="1813" y="62"/>
                </a:cubicBezTo>
                <a:cubicBezTo>
                  <a:pt x="1829" y="59"/>
                  <a:pt x="1813" y="66"/>
                  <a:pt x="1835" y="69"/>
                </a:cubicBezTo>
                <a:moveTo>
                  <a:pt x="1878" y="40"/>
                </a:moveTo>
                <a:cubicBezTo>
                  <a:pt x="1873" y="48"/>
                  <a:pt x="1851" y="52"/>
                  <a:pt x="1824" y="57"/>
                </a:cubicBezTo>
                <a:cubicBezTo>
                  <a:pt x="1829" y="48"/>
                  <a:pt x="1851" y="42"/>
                  <a:pt x="1878" y="36"/>
                </a:cubicBezTo>
                <a:cubicBezTo>
                  <a:pt x="1883" y="39"/>
                  <a:pt x="1845" y="46"/>
                  <a:pt x="1878" y="40"/>
                </a:cubicBezTo>
                <a:moveTo>
                  <a:pt x="1792" y="52"/>
                </a:moveTo>
                <a:cubicBezTo>
                  <a:pt x="1786" y="42"/>
                  <a:pt x="1797" y="36"/>
                  <a:pt x="1813" y="32"/>
                </a:cubicBezTo>
                <a:cubicBezTo>
                  <a:pt x="1808" y="38"/>
                  <a:pt x="1824" y="43"/>
                  <a:pt x="1792" y="52"/>
                </a:cubicBezTo>
                <a:moveTo>
                  <a:pt x="1792" y="33"/>
                </a:moveTo>
                <a:cubicBezTo>
                  <a:pt x="1781" y="33"/>
                  <a:pt x="1775" y="35"/>
                  <a:pt x="1775" y="36"/>
                </a:cubicBezTo>
                <a:cubicBezTo>
                  <a:pt x="1770" y="38"/>
                  <a:pt x="1765" y="33"/>
                  <a:pt x="1754" y="36"/>
                </a:cubicBezTo>
                <a:cubicBezTo>
                  <a:pt x="1754" y="38"/>
                  <a:pt x="1754" y="39"/>
                  <a:pt x="1743" y="40"/>
                </a:cubicBezTo>
                <a:cubicBezTo>
                  <a:pt x="1732" y="36"/>
                  <a:pt x="1754" y="32"/>
                  <a:pt x="1759" y="28"/>
                </a:cubicBezTo>
                <a:cubicBezTo>
                  <a:pt x="1770" y="32"/>
                  <a:pt x="1781" y="29"/>
                  <a:pt x="1792" y="33"/>
                </a:cubicBezTo>
                <a:moveTo>
                  <a:pt x="1721" y="38"/>
                </a:moveTo>
                <a:cubicBezTo>
                  <a:pt x="1711" y="40"/>
                  <a:pt x="1705" y="39"/>
                  <a:pt x="1711" y="38"/>
                </a:cubicBezTo>
                <a:cubicBezTo>
                  <a:pt x="1711" y="35"/>
                  <a:pt x="1673" y="43"/>
                  <a:pt x="1694" y="40"/>
                </a:cubicBezTo>
                <a:cubicBezTo>
                  <a:pt x="1705" y="45"/>
                  <a:pt x="1673" y="43"/>
                  <a:pt x="1667" y="39"/>
                </a:cubicBezTo>
                <a:cubicBezTo>
                  <a:pt x="1689" y="33"/>
                  <a:pt x="1705" y="32"/>
                  <a:pt x="1721" y="38"/>
                </a:cubicBezTo>
                <a:moveTo>
                  <a:pt x="1640" y="42"/>
                </a:moveTo>
                <a:cubicBezTo>
                  <a:pt x="1630" y="52"/>
                  <a:pt x="1662" y="48"/>
                  <a:pt x="1667" y="56"/>
                </a:cubicBezTo>
                <a:cubicBezTo>
                  <a:pt x="1678" y="46"/>
                  <a:pt x="1705" y="50"/>
                  <a:pt x="1743" y="43"/>
                </a:cubicBezTo>
                <a:cubicBezTo>
                  <a:pt x="1743" y="46"/>
                  <a:pt x="1737" y="49"/>
                  <a:pt x="1743" y="50"/>
                </a:cubicBezTo>
                <a:cubicBezTo>
                  <a:pt x="1727" y="53"/>
                  <a:pt x="1689" y="49"/>
                  <a:pt x="1700" y="57"/>
                </a:cubicBezTo>
                <a:cubicBezTo>
                  <a:pt x="1694" y="59"/>
                  <a:pt x="1662" y="53"/>
                  <a:pt x="1667" y="59"/>
                </a:cubicBezTo>
                <a:cubicBezTo>
                  <a:pt x="1651" y="55"/>
                  <a:pt x="1630" y="59"/>
                  <a:pt x="1613" y="55"/>
                </a:cubicBezTo>
                <a:cubicBezTo>
                  <a:pt x="1640" y="50"/>
                  <a:pt x="1603" y="45"/>
                  <a:pt x="1640" y="42"/>
                </a:cubicBezTo>
                <a:moveTo>
                  <a:pt x="1500" y="70"/>
                </a:moveTo>
                <a:cubicBezTo>
                  <a:pt x="1489" y="70"/>
                  <a:pt x="1484" y="69"/>
                  <a:pt x="1473" y="66"/>
                </a:cubicBezTo>
                <a:cubicBezTo>
                  <a:pt x="1489" y="63"/>
                  <a:pt x="1495" y="64"/>
                  <a:pt x="1495" y="69"/>
                </a:cubicBezTo>
                <a:cubicBezTo>
                  <a:pt x="1495" y="59"/>
                  <a:pt x="1527" y="64"/>
                  <a:pt x="1532" y="62"/>
                </a:cubicBezTo>
                <a:cubicBezTo>
                  <a:pt x="1565" y="66"/>
                  <a:pt x="1522" y="64"/>
                  <a:pt x="1500" y="70"/>
                </a:cubicBezTo>
                <a:moveTo>
                  <a:pt x="1608" y="35"/>
                </a:moveTo>
                <a:cubicBezTo>
                  <a:pt x="1635" y="35"/>
                  <a:pt x="1592" y="45"/>
                  <a:pt x="1592" y="49"/>
                </a:cubicBezTo>
                <a:cubicBezTo>
                  <a:pt x="1575" y="48"/>
                  <a:pt x="1559" y="52"/>
                  <a:pt x="1543" y="46"/>
                </a:cubicBezTo>
                <a:cubicBezTo>
                  <a:pt x="1554" y="45"/>
                  <a:pt x="1559" y="43"/>
                  <a:pt x="1554" y="40"/>
                </a:cubicBezTo>
                <a:cubicBezTo>
                  <a:pt x="1575" y="49"/>
                  <a:pt x="1586" y="36"/>
                  <a:pt x="1608" y="35"/>
                </a:cubicBezTo>
                <a:moveTo>
                  <a:pt x="1468" y="66"/>
                </a:moveTo>
                <a:cubicBezTo>
                  <a:pt x="1452" y="72"/>
                  <a:pt x="1441" y="67"/>
                  <a:pt x="1430" y="70"/>
                </a:cubicBezTo>
                <a:cubicBezTo>
                  <a:pt x="1414" y="63"/>
                  <a:pt x="1457" y="62"/>
                  <a:pt x="1468" y="66"/>
                </a:cubicBezTo>
                <a:moveTo>
                  <a:pt x="1241" y="106"/>
                </a:moveTo>
                <a:cubicBezTo>
                  <a:pt x="1246" y="107"/>
                  <a:pt x="1241" y="107"/>
                  <a:pt x="1241" y="108"/>
                </a:cubicBezTo>
                <a:cubicBezTo>
                  <a:pt x="1235" y="108"/>
                  <a:pt x="1235" y="110"/>
                  <a:pt x="1241" y="111"/>
                </a:cubicBezTo>
                <a:cubicBezTo>
                  <a:pt x="1230" y="111"/>
                  <a:pt x="1209" y="100"/>
                  <a:pt x="1182" y="101"/>
                </a:cubicBezTo>
                <a:cubicBezTo>
                  <a:pt x="1182" y="94"/>
                  <a:pt x="1219" y="84"/>
                  <a:pt x="1241" y="93"/>
                </a:cubicBezTo>
                <a:cubicBezTo>
                  <a:pt x="1235" y="93"/>
                  <a:pt x="1230" y="92"/>
                  <a:pt x="1225" y="90"/>
                </a:cubicBezTo>
                <a:cubicBezTo>
                  <a:pt x="1219" y="92"/>
                  <a:pt x="1230" y="93"/>
                  <a:pt x="1230" y="94"/>
                </a:cubicBezTo>
                <a:cubicBezTo>
                  <a:pt x="1214" y="96"/>
                  <a:pt x="1203" y="94"/>
                  <a:pt x="1182" y="98"/>
                </a:cubicBezTo>
                <a:cubicBezTo>
                  <a:pt x="1192" y="101"/>
                  <a:pt x="1209" y="96"/>
                  <a:pt x="1219" y="97"/>
                </a:cubicBezTo>
                <a:cubicBezTo>
                  <a:pt x="1219" y="101"/>
                  <a:pt x="1214" y="108"/>
                  <a:pt x="1241" y="106"/>
                </a:cubicBezTo>
                <a:moveTo>
                  <a:pt x="1381" y="69"/>
                </a:moveTo>
                <a:cubicBezTo>
                  <a:pt x="1376" y="76"/>
                  <a:pt x="1371" y="66"/>
                  <a:pt x="1360" y="63"/>
                </a:cubicBezTo>
                <a:cubicBezTo>
                  <a:pt x="1376" y="59"/>
                  <a:pt x="1392" y="59"/>
                  <a:pt x="1408" y="63"/>
                </a:cubicBezTo>
                <a:cubicBezTo>
                  <a:pt x="1414" y="67"/>
                  <a:pt x="1397" y="63"/>
                  <a:pt x="1392" y="62"/>
                </a:cubicBezTo>
                <a:cubicBezTo>
                  <a:pt x="1381" y="64"/>
                  <a:pt x="1376" y="66"/>
                  <a:pt x="1381" y="69"/>
                </a:cubicBezTo>
                <a:moveTo>
                  <a:pt x="1511" y="39"/>
                </a:moveTo>
                <a:cubicBezTo>
                  <a:pt x="1538" y="25"/>
                  <a:pt x="1575" y="38"/>
                  <a:pt x="1511" y="39"/>
                </a:cubicBezTo>
                <a:moveTo>
                  <a:pt x="1495" y="31"/>
                </a:moveTo>
                <a:cubicBezTo>
                  <a:pt x="1511" y="29"/>
                  <a:pt x="1500" y="40"/>
                  <a:pt x="1500" y="45"/>
                </a:cubicBezTo>
                <a:cubicBezTo>
                  <a:pt x="1479" y="48"/>
                  <a:pt x="1495" y="39"/>
                  <a:pt x="1489" y="38"/>
                </a:cubicBezTo>
                <a:cubicBezTo>
                  <a:pt x="1468" y="33"/>
                  <a:pt x="1473" y="42"/>
                  <a:pt x="1457" y="43"/>
                </a:cubicBezTo>
                <a:cubicBezTo>
                  <a:pt x="1435" y="33"/>
                  <a:pt x="1495" y="35"/>
                  <a:pt x="1495" y="31"/>
                </a:cubicBezTo>
                <a:moveTo>
                  <a:pt x="1435" y="45"/>
                </a:moveTo>
                <a:cubicBezTo>
                  <a:pt x="1452" y="50"/>
                  <a:pt x="1441" y="56"/>
                  <a:pt x="1462" y="49"/>
                </a:cubicBezTo>
                <a:cubicBezTo>
                  <a:pt x="1479" y="57"/>
                  <a:pt x="1435" y="55"/>
                  <a:pt x="1419" y="56"/>
                </a:cubicBezTo>
                <a:cubicBezTo>
                  <a:pt x="1408" y="50"/>
                  <a:pt x="1403" y="53"/>
                  <a:pt x="1397" y="48"/>
                </a:cubicBezTo>
                <a:cubicBezTo>
                  <a:pt x="1414" y="46"/>
                  <a:pt x="1425" y="46"/>
                  <a:pt x="1435" y="45"/>
                </a:cubicBezTo>
                <a:moveTo>
                  <a:pt x="1333" y="57"/>
                </a:moveTo>
                <a:cubicBezTo>
                  <a:pt x="1344" y="62"/>
                  <a:pt x="1311" y="64"/>
                  <a:pt x="1317" y="69"/>
                </a:cubicBezTo>
                <a:cubicBezTo>
                  <a:pt x="1311" y="70"/>
                  <a:pt x="1306" y="67"/>
                  <a:pt x="1311" y="66"/>
                </a:cubicBezTo>
                <a:cubicBezTo>
                  <a:pt x="1306" y="64"/>
                  <a:pt x="1300" y="64"/>
                  <a:pt x="1300" y="66"/>
                </a:cubicBezTo>
                <a:cubicBezTo>
                  <a:pt x="1295" y="63"/>
                  <a:pt x="1300" y="63"/>
                  <a:pt x="1306" y="64"/>
                </a:cubicBezTo>
                <a:cubicBezTo>
                  <a:pt x="1327" y="62"/>
                  <a:pt x="1317" y="57"/>
                  <a:pt x="1333" y="57"/>
                </a:cubicBezTo>
                <a:moveTo>
                  <a:pt x="1031" y="103"/>
                </a:moveTo>
                <a:cubicBezTo>
                  <a:pt x="1025" y="97"/>
                  <a:pt x="1031" y="100"/>
                  <a:pt x="1014" y="104"/>
                </a:cubicBezTo>
                <a:cubicBezTo>
                  <a:pt x="1009" y="100"/>
                  <a:pt x="1009" y="97"/>
                  <a:pt x="1020" y="94"/>
                </a:cubicBezTo>
                <a:cubicBezTo>
                  <a:pt x="1041" y="94"/>
                  <a:pt x="1052" y="100"/>
                  <a:pt x="1031" y="103"/>
                </a:cubicBezTo>
                <a:moveTo>
                  <a:pt x="1160" y="74"/>
                </a:moveTo>
                <a:cubicBezTo>
                  <a:pt x="1155" y="76"/>
                  <a:pt x="1149" y="74"/>
                  <a:pt x="1149" y="73"/>
                </a:cubicBezTo>
                <a:cubicBezTo>
                  <a:pt x="1144" y="72"/>
                  <a:pt x="1138" y="73"/>
                  <a:pt x="1138" y="73"/>
                </a:cubicBezTo>
                <a:cubicBezTo>
                  <a:pt x="1122" y="72"/>
                  <a:pt x="1176" y="69"/>
                  <a:pt x="1144" y="69"/>
                </a:cubicBezTo>
                <a:cubicBezTo>
                  <a:pt x="1144" y="63"/>
                  <a:pt x="1192" y="67"/>
                  <a:pt x="1198" y="57"/>
                </a:cubicBezTo>
                <a:cubicBezTo>
                  <a:pt x="1209" y="63"/>
                  <a:pt x="1225" y="56"/>
                  <a:pt x="1235" y="63"/>
                </a:cubicBezTo>
                <a:cubicBezTo>
                  <a:pt x="1209" y="64"/>
                  <a:pt x="1160" y="64"/>
                  <a:pt x="1160" y="74"/>
                </a:cubicBezTo>
                <a:moveTo>
                  <a:pt x="1397" y="40"/>
                </a:moveTo>
                <a:cubicBezTo>
                  <a:pt x="1365" y="39"/>
                  <a:pt x="1365" y="52"/>
                  <a:pt x="1333" y="50"/>
                </a:cubicBezTo>
                <a:cubicBezTo>
                  <a:pt x="1327" y="48"/>
                  <a:pt x="1371" y="33"/>
                  <a:pt x="1371" y="40"/>
                </a:cubicBezTo>
                <a:cubicBezTo>
                  <a:pt x="1376" y="38"/>
                  <a:pt x="1387" y="35"/>
                  <a:pt x="1381" y="31"/>
                </a:cubicBezTo>
                <a:cubicBezTo>
                  <a:pt x="1408" y="29"/>
                  <a:pt x="1381" y="38"/>
                  <a:pt x="1397" y="40"/>
                </a:cubicBezTo>
                <a:moveTo>
                  <a:pt x="1273" y="40"/>
                </a:moveTo>
                <a:cubicBezTo>
                  <a:pt x="1290" y="46"/>
                  <a:pt x="1263" y="49"/>
                  <a:pt x="1279" y="55"/>
                </a:cubicBezTo>
                <a:cubicBezTo>
                  <a:pt x="1268" y="56"/>
                  <a:pt x="1268" y="53"/>
                  <a:pt x="1273" y="53"/>
                </a:cubicBezTo>
                <a:cubicBezTo>
                  <a:pt x="1263" y="49"/>
                  <a:pt x="1246" y="60"/>
                  <a:pt x="1241" y="52"/>
                </a:cubicBezTo>
                <a:cubicBezTo>
                  <a:pt x="1241" y="50"/>
                  <a:pt x="1246" y="52"/>
                  <a:pt x="1252" y="52"/>
                </a:cubicBezTo>
                <a:cubicBezTo>
                  <a:pt x="1279" y="49"/>
                  <a:pt x="1241" y="43"/>
                  <a:pt x="1273" y="40"/>
                </a:cubicBezTo>
                <a:moveTo>
                  <a:pt x="1095" y="76"/>
                </a:moveTo>
                <a:cubicBezTo>
                  <a:pt x="1095" y="80"/>
                  <a:pt x="1106" y="83"/>
                  <a:pt x="1106" y="87"/>
                </a:cubicBezTo>
                <a:cubicBezTo>
                  <a:pt x="1095" y="92"/>
                  <a:pt x="1068" y="82"/>
                  <a:pt x="1090" y="90"/>
                </a:cubicBezTo>
                <a:cubicBezTo>
                  <a:pt x="1079" y="92"/>
                  <a:pt x="1057" y="86"/>
                  <a:pt x="1079" y="93"/>
                </a:cubicBezTo>
                <a:cubicBezTo>
                  <a:pt x="1063" y="92"/>
                  <a:pt x="1036" y="93"/>
                  <a:pt x="1036" y="86"/>
                </a:cubicBezTo>
                <a:cubicBezTo>
                  <a:pt x="1074" y="92"/>
                  <a:pt x="1068" y="83"/>
                  <a:pt x="1095" y="76"/>
                </a:cubicBezTo>
                <a:moveTo>
                  <a:pt x="442" y="86"/>
                </a:moveTo>
                <a:cubicBezTo>
                  <a:pt x="410" y="84"/>
                  <a:pt x="442" y="73"/>
                  <a:pt x="404" y="83"/>
                </a:cubicBezTo>
                <a:cubicBezTo>
                  <a:pt x="399" y="77"/>
                  <a:pt x="447" y="72"/>
                  <a:pt x="480" y="66"/>
                </a:cubicBezTo>
                <a:cubicBezTo>
                  <a:pt x="485" y="70"/>
                  <a:pt x="485" y="73"/>
                  <a:pt x="491" y="76"/>
                </a:cubicBezTo>
                <a:cubicBezTo>
                  <a:pt x="458" y="77"/>
                  <a:pt x="447" y="77"/>
                  <a:pt x="442" y="86"/>
                </a:cubicBezTo>
                <a:moveTo>
                  <a:pt x="572" y="53"/>
                </a:moveTo>
                <a:cubicBezTo>
                  <a:pt x="593" y="49"/>
                  <a:pt x="572" y="62"/>
                  <a:pt x="588" y="57"/>
                </a:cubicBezTo>
                <a:cubicBezTo>
                  <a:pt x="593" y="60"/>
                  <a:pt x="577" y="62"/>
                  <a:pt x="572" y="63"/>
                </a:cubicBezTo>
                <a:cubicBezTo>
                  <a:pt x="550" y="60"/>
                  <a:pt x="577" y="57"/>
                  <a:pt x="572" y="53"/>
                </a:cubicBezTo>
                <a:moveTo>
                  <a:pt x="431" y="98"/>
                </a:moveTo>
                <a:cubicBezTo>
                  <a:pt x="404" y="94"/>
                  <a:pt x="464" y="87"/>
                  <a:pt x="475" y="94"/>
                </a:cubicBezTo>
                <a:cubicBezTo>
                  <a:pt x="458" y="98"/>
                  <a:pt x="447" y="92"/>
                  <a:pt x="431" y="98"/>
                </a:cubicBezTo>
                <a:moveTo>
                  <a:pt x="815" y="60"/>
                </a:moveTo>
                <a:cubicBezTo>
                  <a:pt x="842" y="53"/>
                  <a:pt x="815" y="53"/>
                  <a:pt x="858" y="52"/>
                </a:cubicBezTo>
                <a:cubicBezTo>
                  <a:pt x="858" y="53"/>
                  <a:pt x="852" y="53"/>
                  <a:pt x="852" y="53"/>
                </a:cubicBezTo>
                <a:cubicBezTo>
                  <a:pt x="842" y="55"/>
                  <a:pt x="852" y="56"/>
                  <a:pt x="858" y="59"/>
                </a:cubicBezTo>
                <a:cubicBezTo>
                  <a:pt x="842" y="63"/>
                  <a:pt x="831" y="57"/>
                  <a:pt x="815" y="60"/>
                </a:cubicBezTo>
                <a:moveTo>
                  <a:pt x="653" y="96"/>
                </a:moveTo>
                <a:cubicBezTo>
                  <a:pt x="663" y="97"/>
                  <a:pt x="669" y="100"/>
                  <a:pt x="674" y="101"/>
                </a:cubicBezTo>
                <a:cubicBezTo>
                  <a:pt x="653" y="107"/>
                  <a:pt x="626" y="98"/>
                  <a:pt x="653" y="96"/>
                </a:cubicBezTo>
                <a:moveTo>
                  <a:pt x="917" y="56"/>
                </a:moveTo>
                <a:cubicBezTo>
                  <a:pt x="928" y="63"/>
                  <a:pt x="917" y="63"/>
                  <a:pt x="890" y="67"/>
                </a:cubicBezTo>
                <a:cubicBezTo>
                  <a:pt x="869" y="62"/>
                  <a:pt x="912" y="60"/>
                  <a:pt x="917" y="56"/>
                </a:cubicBezTo>
                <a:moveTo>
                  <a:pt x="723" y="108"/>
                </a:moveTo>
                <a:cubicBezTo>
                  <a:pt x="712" y="106"/>
                  <a:pt x="717" y="104"/>
                  <a:pt x="712" y="101"/>
                </a:cubicBezTo>
                <a:cubicBezTo>
                  <a:pt x="723" y="101"/>
                  <a:pt x="728" y="100"/>
                  <a:pt x="739" y="98"/>
                </a:cubicBezTo>
                <a:cubicBezTo>
                  <a:pt x="755" y="101"/>
                  <a:pt x="750" y="103"/>
                  <a:pt x="755" y="106"/>
                </a:cubicBezTo>
                <a:cubicBezTo>
                  <a:pt x="744" y="108"/>
                  <a:pt x="734" y="106"/>
                  <a:pt x="723" y="108"/>
                </a:cubicBezTo>
                <a:moveTo>
                  <a:pt x="766" y="100"/>
                </a:moveTo>
                <a:cubicBezTo>
                  <a:pt x="766" y="92"/>
                  <a:pt x="787" y="100"/>
                  <a:pt x="820" y="94"/>
                </a:cubicBezTo>
                <a:cubicBezTo>
                  <a:pt x="809" y="94"/>
                  <a:pt x="798" y="96"/>
                  <a:pt x="793" y="93"/>
                </a:cubicBezTo>
                <a:cubicBezTo>
                  <a:pt x="804" y="90"/>
                  <a:pt x="815" y="90"/>
                  <a:pt x="825" y="93"/>
                </a:cubicBezTo>
                <a:cubicBezTo>
                  <a:pt x="820" y="101"/>
                  <a:pt x="787" y="96"/>
                  <a:pt x="766" y="100"/>
                </a:cubicBezTo>
                <a:moveTo>
                  <a:pt x="858" y="89"/>
                </a:moveTo>
                <a:cubicBezTo>
                  <a:pt x="852" y="86"/>
                  <a:pt x="874" y="89"/>
                  <a:pt x="869" y="84"/>
                </a:cubicBezTo>
                <a:cubicBezTo>
                  <a:pt x="890" y="90"/>
                  <a:pt x="869" y="97"/>
                  <a:pt x="874" y="104"/>
                </a:cubicBezTo>
                <a:cubicBezTo>
                  <a:pt x="858" y="100"/>
                  <a:pt x="869" y="90"/>
                  <a:pt x="858" y="89"/>
                </a:cubicBezTo>
                <a:moveTo>
                  <a:pt x="1052" y="52"/>
                </a:moveTo>
                <a:cubicBezTo>
                  <a:pt x="1031" y="48"/>
                  <a:pt x="1074" y="42"/>
                  <a:pt x="1084" y="43"/>
                </a:cubicBezTo>
                <a:cubicBezTo>
                  <a:pt x="1095" y="50"/>
                  <a:pt x="1068" y="48"/>
                  <a:pt x="1052" y="52"/>
                </a:cubicBezTo>
                <a:moveTo>
                  <a:pt x="1235" y="40"/>
                </a:moveTo>
                <a:cubicBezTo>
                  <a:pt x="1225" y="43"/>
                  <a:pt x="1214" y="40"/>
                  <a:pt x="1203" y="43"/>
                </a:cubicBezTo>
                <a:cubicBezTo>
                  <a:pt x="1192" y="46"/>
                  <a:pt x="1230" y="39"/>
                  <a:pt x="1209" y="35"/>
                </a:cubicBezTo>
                <a:cubicBezTo>
                  <a:pt x="1219" y="33"/>
                  <a:pt x="1230" y="31"/>
                  <a:pt x="1241" y="29"/>
                </a:cubicBezTo>
                <a:cubicBezTo>
                  <a:pt x="1225" y="29"/>
                  <a:pt x="1225" y="26"/>
                  <a:pt x="1235" y="25"/>
                </a:cubicBezTo>
                <a:cubicBezTo>
                  <a:pt x="1257" y="31"/>
                  <a:pt x="1219" y="35"/>
                  <a:pt x="1235" y="40"/>
                </a:cubicBezTo>
                <a:moveTo>
                  <a:pt x="982" y="72"/>
                </a:moveTo>
                <a:cubicBezTo>
                  <a:pt x="998" y="70"/>
                  <a:pt x="971" y="79"/>
                  <a:pt x="977" y="83"/>
                </a:cubicBezTo>
                <a:cubicBezTo>
                  <a:pt x="960" y="86"/>
                  <a:pt x="944" y="79"/>
                  <a:pt x="966" y="74"/>
                </a:cubicBezTo>
                <a:cubicBezTo>
                  <a:pt x="971" y="83"/>
                  <a:pt x="966" y="74"/>
                  <a:pt x="982" y="72"/>
                </a:cubicBezTo>
                <a:moveTo>
                  <a:pt x="1144" y="33"/>
                </a:moveTo>
                <a:cubicBezTo>
                  <a:pt x="1176" y="35"/>
                  <a:pt x="1127" y="38"/>
                  <a:pt x="1111" y="42"/>
                </a:cubicBezTo>
                <a:cubicBezTo>
                  <a:pt x="1111" y="40"/>
                  <a:pt x="1111" y="39"/>
                  <a:pt x="1106" y="36"/>
                </a:cubicBezTo>
                <a:cubicBezTo>
                  <a:pt x="1117" y="29"/>
                  <a:pt x="1149" y="42"/>
                  <a:pt x="1144" y="33"/>
                </a:cubicBezTo>
                <a:moveTo>
                  <a:pt x="993" y="62"/>
                </a:moveTo>
                <a:cubicBezTo>
                  <a:pt x="982" y="67"/>
                  <a:pt x="950" y="59"/>
                  <a:pt x="955" y="67"/>
                </a:cubicBezTo>
                <a:cubicBezTo>
                  <a:pt x="928" y="69"/>
                  <a:pt x="944" y="62"/>
                  <a:pt x="960" y="60"/>
                </a:cubicBezTo>
                <a:cubicBezTo>
                  <a:pt x="950" y="57"/>
                  <a:pt x="939" y="62"/>
                  <a:pt x="928" y="56"/>
                </a:cubicBezTo>
                <a:cubicBezTo>
                  <a:pt x="939" y="53"/>
                  <a:pt x="950" y="56"/>
                  <a:pt x="939" y="57"/>
                </a:cubicBezTo>
                <a:cubicBezTo>
                  <a:pt x="966" y="60"/>
                  <a:pt x="971" y="52"/>
                  <a:pt x="987" y="53"/>
                </a:cubicBezTo>
                <a:cubicBezTo>
                  <a:pt x="993" y="56"/>
                  <a:pt x="971" y="57"/>
                  <a:pt x="993" y="62"/>
                </a:cubicBezTo>
                <a:moveTo>
                  <a:pt x="1047" y="25"/>
                </a:moveTo>
                <a:cubicBezTo>
                  <a:pt x="1063" y="23"/>
                  <a:pt x="1074" y="23"/>
                  <a:pt x="1084" y="22"/>
                </a:cubicBezTo>
                <a:cubicBezTo>
                  <a:pt x="1106" y="33"/>
                  <a:pt x="1052" y="28"/>
                  <a:pt x="1047" y="40"/>
                </a:cubicBezTo>
                <a:cubicBezTo>
                  <a:pt x="1025" y="40"/>
                  <a:pt x="1025" y="38"/>
                  <a:pt x="1025" y="32"/>
                </a:cubicBezTo>
                <a:cubicBezTo>
                  <a:pt x="1020" y="36"/>
                  <a:pt x="1014" y="36"/>
                  <a:pt x="1009" y="33"/>
                </a:cubicBezTo>
                <a:cubicBezTo>
                  <a:pt x="1025" y="32"/>
                  <a:pt x="1047" y="31"/>
                  <a:pt x="1063" y="29"/>
                </a:cubicBezTo>
                <a:cubicBezTo>
                  <a:pt x="1068" y="26"/>
                  <a:pt x="1057" y="28"/>
                  <a:pt x="1047" y="25"/>
                </a:cubicBezTo>
                <a:moveTo>
                  <a:pt x="998" y="43"/>
                </a:moveTo>
                <a:cubicBezTo>
                  <a:pt x="982" y="45"/>
                  <a:pt x="955" y="43"/>
                  <a:pt x="955" y="39"/>
                </a:cubicBezTo>
                <a:cubicBezTo>
                  <a:pt x="971" y="35"/>
                  <a:pt x="998" y="39"/>
                  <a:pt x="998" y="43"/>
                </a:cubicBezTo>
                <a:moveTo>
                  <a:pt x="912" y="48"/>
                </a:moveTo>
                <a:cubicBezTo>
                  <a:pt x="885" y="42"/>
                  <a:pt x="923" y="39"/>
                  <a:pt x="912" y="35"/>
                </a:cubicBezTo>
                <a:cubicBezTo>
                  <a:pt x="923" y="33"/>
                  <a:pt x="923" y="45"/>
                  <a:pt x="912" y="48"/>
                </a:cubicBezTo>
                <a:moveTo>
                  <a:pt x="647" y="89"/>
                </a:moveTo>
                <a:cubicBezTo>
                  <a:pt x="653" y="93"/>
                  <a:pt x="642" y="90"/>
                  <a:pt x="637" y="89"/>
                </a:cubicBezTo>
                <a:cubicBezTo>
                  <a:pt x="615" y="94"/>
                  <a:pt x="615" y="110"/>
                  <a:pt x="577" y="98"/>
                </a:cubicBezTo>
                <a:cubicBezTo>
                  <a:pt x="610" y="96"/>
                  <a:pt x="604" y="92"/>
                  <a:pt x="615" y="86"/>
                </a:cubicBezTo>
                <a:cubicBezTo>
                  <a:pt x="626" y="83"/>
                  <a:pt x="637" y="90"/>
                  <a:pt x="647" y="89"/>
                </a:cubicBezTo>
                <a:moveTo>
                  <a:pt x="739" y="62"/>
                </a:moveTo>
                <a:cubicBezTo>
                  <a:pt x="734" y="63"/>
                  <a:pt x="739" y="63"/>
                  <a:pt x="739" y="64"/>
                </a:cubicBezTo>
                <a:cubicBezTo>
                  <a:pt x="707" y="63"/>
                  <a:pt x="755" y="60"/>
                  <a:pt x="761" y="56"/>
                </a:cubicBezTo>
                <a:cubicBezTo>
                  <a:pt x="782" y="60"/>
                  <a:pt x="755" y="64"/>
                  <a:pt x="739" y="62"/>
                </a:cubicBezTo>
                <a:moveTo>
                  <a:pt x="863" y="40"/>
                </a:moveTo>
                <a:cubicBezTo>
                  <a:pt x="847" y="42"/>
                  <a:pt x="836" y="45"/>
                  <a:pt x="825" y="48"/>
                </a:cubicBezTo>
                <a:cubicBezTo>
                  <a:pt x="815" y="42"/>
                  <a:pt x="842" y="38"/>
                  <a:pt x="842" y="33"/>
                </a:cubicBezTo>
                <a:cubicBezTo>
                  <a:pt x="863" y="35"/>
                  <a:pt x="847" y="36"/>
                  <a:pt x="863" y="40"/>
                </a:cubicBezTo>
                <a:moveTo>
                  <a:pt x="637" y="76"/>
                </a:moveTo>
                <a:cubicBezTo>
                  <a:pt x="653" y="77"/>
                  <a:pt x="653" y="70"/>
                  <a:pt x="674" y="73"/>
                </a:cubicBezTo>
                <a:cubicBezTo>
                  <a:pt x="680" y="82"/>
                  <a:pt x="642" y="79"/>
                  <a:pt x="626" y="83"/>
                </a:cubicBezTo>
                <a:cubicBezTo>
                  <a:pt x="620" y="80"/>
                  <a:pt x="615" y="79"/>
                  <a:pt x="610" y="76"/>
                </a:cubicBezTo>
                <a:cubicBezTo>
                  <a:pt x="620" y="72"/>
                  <a:pt x="626" y="69"/>
                  <a:pt x="631" y="67"/>
                </a:cubicBezTo>
                <a:cubicBezTo>
                  <a:pt x="653" y="64"/>
                  <a:pt x="626" y="73"/>
                  <a:pt x="637" y="76"/>
                </a:cubicBezTo>
                <a:moveTo>
                  <a:pt x="669" y="50"/>
                </a:moveTo>
                <a:cubicBezTo>
                  <a:pt x="690" y="56"/>
                  <a:pt x="669" y="60"/>
                  <a:pt x="669" y="64"/>
                </a:cubicBezTo>
                <a:cubicBezTo>
                  <a:pt x="663" y="64"/>
                  <a:pt x="663" y="63"/>
                  <a:pt x="663" y="62"/>
                </a:cubicBezTo>
                <a:cubicBezTo>
                  <a:pt x="658" y="62"/>
                  <a:pt x="647" y="62"/>
                  <a:pt x="637" y="63"/>
                </a:cubicBezTo>
                <a:cubicBezTo>
                  <a:pt x="631" y="59"/>
                  <a:pt x="647" y="55"/>
                  <a:pt x="669" y="50"/>
                </a:cubicBezTo>
                <a:moveTo>
                  <a:pt x="583" y="72"/>
                </a:moveTo>
                <a:cubicBezTo>
                  <a:pt x="566" y="77"/>
                  <a:pt x="555" y="86"/>
                  <a:pt x="534" y="87"/>
                </a:cubicBezTo>
                <a:cubicBezTo>
                  <a:pt x="534" y="80"/>
                  <a:pt x="518" y="73"/>
                  <a:pt x="550" y="67"/>
                </a:cubicBezTo>
                <a:cubicBezTo>
                  <a:pt x="572" y="67"/>
                  <a:pt x="561" y="74"/>
                  <a:pt x="583" y="72"/>
                </a:cubicBezTo>
                <a:moveTo>
                  <a:pt x="793" y="21"/>
                </a:moveTo>
                <a:cubicBezTo>
                  <a:pt x="782" y="23"/>
                  <a:pt x="777" y="22"/>
                  <a:pt x="782" y="21"/>
                </a:cubicBezTo>
                <a:cubicBezTo>
                  <a:pt x="771" y="19"/>
                  <a:pt x="750" y="23"/>
                  <a:pt x="739" y="25"/>
                </a:cubicBezTo>
                <a:cubicBezTo>
                  <a:pt x="723" y="19"/>
                  <a:pt x="777" y="12"/>
                  <a:pt x="793" y="21"/>
                </a:cubicBezTo>
                <a:moveTo>
                  <a:pt x="723" y="26"/>
                </a:moveTo>
                <a:cubicBezTo>
                  <a:pt x="723" y="33"/>
                  <a:pt x="701" y="36"/>
                  <a:pt x="707" y="40"/>
                </a:cubicBezTo>
                <a:cubicBezTo>
                  <a:pt x="696" y="43"/>
                  <a:pt x="685" y="46"/>
                  <a:pt x="669" y="48"/>
                </a:cubicBezTo>
                <a:cubicBezTo>
                  <a:pt x="658" y="46"/>
                  <a:pt x="658" y="43"/>
                  <a:pt x="669" y="40"/>
                </a:cubicBezTo>
                <a:cubicBezTo>
                  <a:pt x="674" y="42"/>
                  <a:pt x="669" y="43"/>
                  <a:pt x="669" y="43"/>
                </a:cubicBezTo>
                <a:cubicBezTo>
                  <a:pt x="690" y="45"/>
                  <a:pt x="701" y="25"/>
                  <a:pt x="690" y="29"/>
                </a:cubicBezTo>
                <a:cubicBezTo>
                  <a:pt x="685" y="26"/>
                  <a:pt x="707" y="25"/>
                  <a:pt x="701" y="22"/>
                </a:cubicBezTo>
                <a:cubicBezTo>
                  <a:pt x="712" y="21"/>
                  <a:pt x="707" y="25"/>
                  <a:pt x="723" y="26"/>
                </a:cubicBezTo>
                <a:moveTo>
                  <a:pt x="647" y="33"/>
                </a:moveTo>
                <a:cubicBezTo>
                  <a:pt x="663" y="38"/>
                  <a:pt x="631" y="40"/>
                  <a:pt x="642" y="45"/>
                </a:cubicBezTo>
                <a:cubicBezTo>
                  <a:pt x="626" y="46"/>
                  <a:pt x="620" y="35"/>
                  <a:pt x="647" y="33"/>
                </a:cubicBezTo>
                <a:moveTo>
                  <a:pt x="572" y="48"/>
                </a:moveTo>
                <a:cubicBezTo>
                  <a:pt x="572" y="43"/>
                  <a:pt x="588" y="39"/>
                  <a:pt x="604" y="36"/>
                </a:cubicBezTo>
                <a:cubicBezTo>
                  <a:pt x="631" y="43"/>
                  <a:pt x="593" y="45"/>
                  <a:pt x="572" y="48"/>
                </a:cubicBezTo>
                <a:moveTo>
                  <a:pt x="242" y="77"/>
                </a:moveTo>
                <a:cubicBezTo>
                  <a:pt x="221" y="80"/>
                  <a:pt x="199" y="80"/>
                  <a:pt x="183" y="74"/>
                </a:cubicBezTo>
                <a:cubicBezTo>
                  <a:pt x="178" y="79"/>
                  <a:pt x="167" y="83"/>
                  <a:pt x="183" y="87"/>
                </a:cubicBezTo>
                <a:cubicBezTo>
                  <a:pt x="151" y="92"/>
                  <a:pt x="156" y="93"/>
                  <a:pt x="129" y="93"/>
                </a:cubicBezTo>
                <a:cubicBezTo>
                  <a:pt x="145" y="84"/>
                  <a:pt x="167" y="83"/>
                  <a:pt x="145" y="72"/>
                </a:cubicBezTo>
                <a:cubicBezTo>
                  <a:pt x="194" y="70"/>
                  <a:pt x="172" y="57"/>
                  <a:pt x="189" y="50"/>
                </a:cubicBezTo>
                <a:cubicBezTo>
                  <a:pt x="194" y="56"/>
                  <a:pt x="205" y="63"/>
                  <a:pt x="183" y="69"/>
                </a:cubicBezTo>
                <a:cubicBezTo>
                  <a:pt x="183" y="67"/>
                  <a:pt x="178" y="67"/>
                  <a:pt x="172" y="69"/>
                </a:cubicBezTo>
                <a:cubicBezTo>
                  <a:pt x="178" y="69"/>
                  <a:pt x="183" y="70"/>
                  <a:pt x="183" y="72"/>
                </a:cubicBezTo>
                <a:cubicBezTo>
                  <a:pt x="194" y="74"/>
                  <a:pt x="205" y="69"/>
                  <a:pt x="215" y="70"/>
                </a:cubicBezTo>
                <a:cubicBezTo>
                  <a:pt x="221" y="67"/>
                  <a:pt x="226" y="64"/>
                  <a:pt x="215" y="62"/>
                </a:cubicBezTo>
                <a:cubicBezTo>
                  <a:pt x="232" y="59"/>
                  <a:pt x="248" y="56"/>
                  <a:pt x="264" y="52"/>
                </a:cubicBezTo>
                <a:cubicBezTo>
                  <a:pt x="296" y="62"/>
                  <a:pt x="226" y="66"/>
                  <a:pt x="242" y="77"/>
                </a:cubicBezTo>
                <a:moveTo>
                  <a:pt x="345" y="69"/>
                </a:moveTo>
                <a:cubicBezTo>
                  <a:pt x="340" y="67"/>
                  <a:pt x="334" y="70"/>
                  <a:pt x="329" y="70"/>
                </a:cubicBezTo>
                <a:cubicBezTo>
                  <a:pt x="307" y="57"/>
                  <a:pt x="394" y="69"/>
                  <a:pt x="350" y="76"/>
                </a:cubicBezTo>
                <a:cubicBezTo>
                  <a:pt x="345" y="73"/>
                  <a:pt x="350" y="72"/>
                  <a:pt x="345" y="69"/>
                </a:cubicBezTo>
                <a:moveTo>
                  <a:pt x="523" y="40"/>
                </a:moveTo>
                <a:cubicBezTo>
                  <a:pt x="512" y="31"/>
                  <a:pt x="572" y="38"/>
                  <a:pt x="561" y="28"/>
                </a:cubicBezTo>
                <a:cubicBezTo>
                  <a:pt x="583" y="32"/>
                  <a:pt x="610" y="18"/>
                  <a:pt x="626" y="26"/>
                </a:cubicBezTo>
                <a:cubicBezTo>
                  <a:pt x="604" y="29"/>
                  <a:pt x="610" y="28"/>
                  <a:pt x="599" y="33"/>
                </a:cubicBezTo>
                <a:cubicBezTo>
                  <a:pt x="593" y="25"/>
                  <a:pt x="555" y="38"/>
                  <a:pt x="539" y="45"/>
                </a:cubicBezTo>
                <a:cubicBezTo>
                  <a:pt x="512" y="40"/>
                  <a:pt x="502" y="43"/>
                  <a:pt x="464" y="38"/>
                </a:cubicBezTo>
                <a:cubicBezTo>
                  <a:pt x="485" y="35"/>
                  <a:pt x="502" y="35"/>
                  <a:pt x="523" y="40"/>
                </a:cubicBezTo>
                <a:moveTo>
                  <a:pt x="431" y="62"/>
                </a:moveTo>
                <a:cubicBezTo>
                  <a:pt x="410" y="53"/>
                  <a:pt x="469" y="53"/>
                  <a:pt x="485" y="50"/>
                </a:cubicBezTo>
                <a:cubicBezTo>
                  <a:pt x="496" y="59"/>
                  <a:pt x="447" y="56"/>
                  <a:pt x="431" y="62"/>
                </a:cubicBezTo>
                <a:moveTo>
                  <a:pt x="453" y="45"/>
                </a:moveTo>
                <a:cubicBezTo>
                  <a:pt x="437" y="45"/>
                  <a:pt x="421" y="50"/>
                  <a:pt x="410" y="49"/>
                </a:cubicBezTo>
                <a:cubicBezTo>
                  <a:pt x="394" y="43"/>
                  <a:pt x="431" y="36"/>
                  <a:pt x="442" y="36"/>
                </a:cubicBezTo>
                <a:cubicBezTo>
                  <a:pt x="442" y="39"/>
                  <a:pt x="447" y="42"/>
                  <a:pt x="453" y="45"/>
                </a:cubicBezTo>
                <a:moveTo>
                  <a:pt x="491" y="18"/>
                </a:moveTo>
                <a:cubicBezTo>
                  <a:pt x="502" y="23"/>
                  <a:pt x="491" y="31"/>
                  <a:pt x="469" y="31"/>
                </a:cubicBezTo>
                <a:cubicBezTo>
                  <a:pt x="464" y="26"/>
                  <a:pt x="469" y="22"/>
                  <a:pt x="491" y="18"/>
                </a:cubicBezTo>
                <a:moveTo>
                  <a:pt x="372" y="79"/>
                </a:moveTo>
                <a:cubicBezTo>
                  <a:pt x="383" y="70"/>
                  <a:pt x="372" y="69"/>
                  <a:pt x="367" y="62"/>
                </a:cubicBezTo>
                <a:cubicBezTo>
                  <a:pt x="361" y="56"/>
                  <a:pt x="323" y="62"/>
                  <a:pt x="334" y="56"/>
                </a:cubicBezTo>
                <a:cubicBezTo>
                  <a:pt x="367" y="46"/>
                  <a:pt x="453" y="67"/>
                  <a:pt x="372" y="79"/>
                </a:cubicBezTo>
                <a:moveTo>
                  <a:pt x="388" y="45"/>
                </a:moveTo>
                <a:cubicBezTo>
                  <a:pt x="377" y="48"/>
                  <a:pt x="313" y="52"/>
                  <a:pt x="302" y="57"/>
                </a:cubicBezTo>
                <a:cubicBezTo>
                  <a:pt x="296" y="52"/>
                  <a:pt x="318" y="48"/>
                  <a:pt x="340" y="42"/>
                </a:cubicBezTo>
                <a:cubicBezTo>
                  <a:pt x="356" y="43"/>
                  <a:pt x="372" y="46"/>
                  <a:pt x="388" y="45"/>
                </a:cubicBezTo>
                <a:moveTo>
                  <a:pt x="410" y="35"/>
                </a:moveTo>
                <a:cubicBezTo>
                  <a:pt x="377" y="35"/>
                  <a:pt x="377" y="36"/>
                  <a:pt x="350" y="39"/>
                </a:cubicBezTo>
                <a:cubicBezTo>
                  <a:pt x="340" y="36"/>
                  <a:pt x="356" y="35"/>
                  <a:pt x="350" y="32"/>
                </a:cubicBezTo>
                <a:cubicBezTo>
                  <a:pt x="334" y="31"/>
                  <a:pt x="313" y="46"/>
                  <a:pt x="285" y="38"/>
                </a:cubicBezTo>
                <a:cubicBezTo>
                  <a:pt x="323" y="32"/>
                  <a:pt x="318" y="26"/>
                  <a:pt x="345" y="21"/>
                </a:cubicBezTo>
                <a:cubicBezTo>
                  <a:pt x="356" y="29"/>
                  <a:pt x="372" y="32"/>
                  <a:pt x="410" y="35"/>
                </a:cubicBezTo>
                <a:moveTo>
                  <a:pt x="269" y="35"/>
                </a:moveTo>
                <a:cubicBezTo>
                  <a:pt x="248" y="45"/>
                  <a:pt x="307" y="46"/>
                  <a:pt x="285" y="50"/>
                </a:cubicBezTo>
                <a:cubicBezTo>
                  <a:pt x="275" y="45"/>
                  <a:pt x="259" y="50"/>
                  <a:pt x="253" y="45"/>
                </a:cubicBezTo>
                <a:cubicBezTo>
                  <a:pt x="242" y="49"/>
                  <a:pt x="242" y="53"/>
                  <a:pt x="215" y="56"/>
                </a:cubicBezTo>
                <a:cubicBezTo>
                  <a:pt x="215" y="45"/>
                  <a:pt x="221" y="38"/>
                  <a:pt x="269" y="35"/>
                </a:cubicBezTo>
                <a:moveTo>
                  <a:pt x="334" y="18"/>
                </a:moveTo>
                <a:cubicBezTo>
                  <a:pt x="334" y="23"/>
                  <a:pt x="285" y="21"/>
                  <a:pt x="269" y="31"/>
                </a:cubicBezTo>
                <a:cubicBezTo>
                  <a:pt x="259" y="28"/>
                  <a:pt x="248" y="32"/>
                  <a:pt x="237" y="28"/>
                </a:cubicBezTo>
                <a:cubicBezTo>
                  <a:pt x="253" y="23"/>
                  <a:pt x="285" y="28"/>
                  <a:pt x="264" y="19"/>
                </a:cubicBezTo>
                <a:cubicBezTo>
                  <a:pt x="291" y="14"/>
                  <a:pt x="313" y="19"/>
                  <a:pt x="334" y="18"/>
                </a:cubicBezTo>
              </a:path>
            </a:pathLst>
          </a:custGeom>
          <a:solidFill>
            <a:srgbClr val="5F7797">
              <a:alpha val="100000"/>
            </a:srgbClr>
          </a:solidFill>
          <a:ln w="0" cap="flat">
            <a:noFill/>
            <a:prstDash val="solid"/>
            <a:miter lim="0"/>
          </a:ln>
        </p:spPr>
        <p:txBody>
          <a:bodyPr rtlCol="0"/>
          <a:lstStyle/>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textbox 314"/>
          <p:cNvSpPr/>
          <p:nvPr/>
        </p:nvSpPr>
        <p:spPr>
          <a:xfrm>
            <a:off x="763581" y="1479010"/>
            <a:ext cx="10646409" cy="2616835"/>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marL="12700" algn="l" rtl="0" eaLnBrk="0">
              <a:lnSpc>
                <a:spcPct val="97000"/>
              </a:lnSpc>
            </a:pPr>
            <a:r>
              <a:rPr sz="2000" kern="0" spc="-40" dirty="0">
                <a:solidFill>
                  <a:srgbClr val="5F7797">
                    <a:alpha val="100000"/>
                  </a:srgbClr>
                </a:solidFill>
                <a:latin typeface="微软雅黑" panose="020B0503020204020204" charset="-122"/>
                <a:ea typeface="微软雅黑" panose="020B0503020204020204" charset="-122"/>
                <a:cs typeface="微软雅黑" panose="020B0503020204020204" charset="-122"/>
              </a:rPr>
              <a:t>复制：按适应度大小映射为概率，进行轮盘赌复制。</a:t>
            </a:r>
            <a:endParaRPr sz="2000" dirty="0">
              <a:latin typeface="微软雅黑" panose="020B0503020204020204" charset="-122"/>
              <a:ea typeface="微软雅黑" panose="020B0503020204020204" charset="-122"/>
              <a:cs typeface="微软雅黑" panose="020B0503020204020204" charset="-122"/>
            </a:endParaRPr>
          </a:p>
          <a:p>
            <a:pPr marL="15240" algn="l" rtl="0" eaLnBrk="0">
              <a:lnSpc>
                <a:spcPct val="97000"/>
              </a:lnSpc>
              <a:spcBef>
                <a:spcPts val="1270"/>
              </a:spcBef>
            </a:pP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交叉：</a:t>
            </a:r>
            <a:r>
              <a:rPr sz="2000" kern="0" spc="-38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20" dirty="0">
                <a:solidFill>
                  <a:srgbClr val="5F7797">
                    <a:alpha val="100000"/>
                  </a:srgbClr>
                </a:solidFill>
                <a:latin typeface="Arial" panose="020B0604020202020204"/>
                <a:ea typeface="Arial" panose="020B0604020202020204"/>
                <a:cs typeface="Arial" panose="020B0604020202020204"/>
              </a:rPr>
              <a:t>1</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和</a:t>
            </a:r>
            <a:r>
              <a:rPr sz="2000" kern="0" spc="-20" dirty="0">
                <a:solidFill>
                  <a:srgbClr val="5F7797">
                    <a:alpha val="100000"/>
                  </a:srgbClr>
                </a:solidFill>
                <a:latin typeface="Arial" panose="020B0604020202020204"/>
                <a:ea typeface="Arial" panose="020B0604020202020204"/>
                <a:cs typeface="Arial" panose="020B0604020202020204"/>
              </a:rPr>
              <a:t>2,3</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和</a:t>
            </a:r>
            <a:r>
              <a:rPr sz="2000" kern="0" spc="-20" dirty="0">
                <a:solidFill>
                  <a:srgbClr val="5F7797">
                    <a:alpha val="100000"/>
                  </a:srgbClr>
                </a:solidFill>
                <a:latin typeface="Arial" panose="020B0604020202020204"/>
                <a:ea typeface="Arial" panose="020B0604020202020204"/>
                <a:cs typeface="Arial" panose="020B0604020202020204"/>
              </a:rPr>
              <a:t>4</a:t>
            </a: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，以一定概率决定是否交叉。若交叉，则二者选择随机一个段进行交叉。</a:t>
            </a:r>
            <a:endParaRPr sz="2000" dirty="0">
              <a:latin typeface="微软雅黑" panose="020B0503020204020204" charset="-122"/>
              <a:ea typeface="微软雅黑" panose="020B0503020204020204" charset="-122"/>
              <a:cs typeface="微软雅黑" panose="020B0503020204020204" charset="-122"/>
            </a:endParaRPr>
          </a:p>
          <a:p>
            <a:pPr marL="13335" algn="l" rtl="0" eaLnBrk="0">
              <a:lnSpc>
                <a:spcPct val="97000"/>
              </a:lnSpc>
              <a:spcBef>
                <a:spcPts val="1280"/>
              </a:spcBef>
            </a:pP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变异：按照一定概率决定该个体是否变异</a:t>
            </a: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，若变异，</a:t>
            </a:r>
            <a:r>
              <a:rPr sz="2000" kern="0" spc="-48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随机选择一个位点进行变异：按位取反。</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r" rtl="0" eaLnBrk="0">
              <a:lnSpc>
                <a:spcPct val="97000"/>
              </a:lnSpc>
              <a:spcBef>
                <a:spcPts val="605"/>
              </a:spcBef>
            </a:pP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轮盘赌基本思想：</a:t>
            </a:r>
            <a:r>
              <a:rPr sz="2000" kern="0" spc="-30" dirty="0">
                <a:solidFill>
                  <a:srgbClr val="FF0000">
                    <a:alpha val="100000"/>
                  </a:srgbClr>
                </a:solidFill>
                <a:latin typeface="微软雅黑" panose="020B0503020204020204" charset="-122"/>
                <a:ea typeface="微软雅黑" panose="020B0503020204020204" charset="-122"/>
                <a:cs typeface="微软雅黑" panose="020B0503020204020204" charset="-122"/>
              </a:rPr>
              <a:t>适应度越高的解，按道理越应该高概率的进行复</a:t>
            </a:r>
            <a:r>
              <a:rPr sz="2000" kern="0" spc="-40" dirty="0">
                <a:solidFill>
                  <a:srgbClr val="FF0000">
                    <a:alpha val="100000"/>
                  </a:srgbClr>
                </a:solidFill>
                <a:latin typeface="微软雅黑" panose="020B0503020204020204" charset="-122"/>
                <a:ea typeface="微软雅黑" panose="020B0503020204020204" charset="-122"/>
                <a:cs typeface="微软雅黑" panose="020B0503020204020204" charset="-122"/>
              </a:rPr>
              <a:t>制，且复制的份数应该越多。</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05000"/>
              </a:lnSpc>
            </a:pPr>
            <a:endParaRPr sz="1000" dirty="0">
              <a:latin typeface="Arial" panose="020B0604020202020204"/>
              <a:ea typeface="Arial" panose="020B0604020202020204"/>
              <a:cs typeface="Arial" panose="020B0604020202020204"/>
            </a:endParaRPr>
          </a:p>
          <a:p>
            <a:pPr marL="480060" algn="l" rtl="0" eaLnBrk="0">
              <a:lnSpc>
                <a:spcPts val="2415"/>
              </a:lnSpc>
            </a:pPr>
            <a:r>
              <a:rPr sz="2000" kern="0" spc="100" dirty="0">
                <a:solidFill>
                  <a:srgbClr val="5F7797">
                    <a:alpha val="100000"/>
                  </a:srgbClr>
                </a:solidFill>
                <a:latin typeface="Arial" panose="020B0604020202020204"/>
                <a:ea typeface="Arial" panose="020B0604020202020204"/>
                <a:cs typeface="Arial" panose="020B0604020202020204"/>
              </a:rPr>
              <a:t>•   </a:t>
            </a:r>
            <a:r>
              <a:rPr sz="2000" kern="0" spc="100" dirty="0">
                <a:solidFill>
                  <a:srgbClr val="5F7797">
                    <a:alpha val="100000"/>
                  </a:srgbClr>
                </a:solidFill>
                <a:latin typeface="微软雅黑" panose="020B0503020204020204" charset="-122"/>
                <a:ea typeface="微软雅黑" panose="020B0503020204020204" charset="-122"/>
                <a:cs typeface="微软雅黑" panose="020B0503020204020204" charset="-122"/>
              </a:rPr>
              <a:t>对于个体</a:t>
            </a:r>
            <a:r>
              <a:rPr sz="2000" kern="0" spc="0" dirty="0">
                <a:solidFill>
                  <a:srgbClr val="5F7797">
                    <a:alpha val="100000"/>
                  </a:srgbClr>
                </a:solidFill>
                <a:latin typeface="Cambria Math" panose="02040503050406030204"/>
                <a:ea typeface="Cambria Math" panose="02040503050406030204"/>
                <a:cs typeface="Cambria Math" panose="02040503050406030204"/>
              </a:rPr>
              <a:t>x</a:t>
            </a:r>
            <a:r>
              <a:rPr sz="1400" kern="0" spc="0" dirty="0">
                <a:solidFill>
                  <a:srgbClr val="5F7797">
                    <a:alpha val="100000"/>
                  </a:srgbClr>
                </a:solidFill>
                <a:latin typeface="Cambria Math" panose="02040503050406030204"/>
                <a:ea typeface="Cambria Math" panose="02040503050406030204"/>
                <a:cs typeface="Cambria Math" panose="02040503050406030204"/>
              </a:rPr>
              <a:t>i</a:t>
            </a:r>
            <a:r>
              <a:rPr sz="2000" kern="0" spc="100" dirty="0">
                <a:solidFill>
                  <a:srgbClr val="5F7797">
                    <a:alpha val="100000"/>
                  </a:srgbClr>
                </a:solidFill>
                <a:latin typeface="微软雅黑" panose="020B0503020204020204" charset="-122"/>
                <a:ea typeface="微软雅黑" panose="020B0503020204020204" charset="-122"/>
                <a:cs typeface="微软雅黑" panose="020B0503020204020204" charset="-122"/>
              </a:rPr>
              <a:t>，计算对应适应度</a:t>
            </a:r>
            <a:r>
              <a:rPr sz="2000" kern="0" spc="100" dirty="0">
                <a:solidFill>
                  <a:srgbClr val="5F7797">
                    <a:alpha val="100000"/>
                  </a:srgbClr>
                </a:solidFill>
                <a:latin typeface="Cambria Math" panose="02040503050406030204"/>
                <a:ea typeface="Cambria Math" panose="02040503050406030204"/>
                <a:cs typeface="Cambria Math" panose="02040503050406030204"/>
              </a:rPr>
              <a:t>f(</a:t>
            </a:r>
            <a:r>
              <a:rPr sz="2000" kern="0" spc="0" dirty="0">
                <a:solidFill>
                  <a:srgbClr val="5F7797">
                    <a:alpha val="100000"/>
                  </a:srgbClr>
                </a:solidFill>
                <a:latin typeface="Cambria Math" panose="02040503050406030204"/>
                <a:ea typeface="Cambria Math" panose="02040503050406030204"/>
                <a:cs typeface="Cambria Math" panose="02040503050406030204"/>
              </a:rPr>
              <a:t>x</a:t>
            </a:r>
            <a:r>
              <a:rPr sz="1400" kern="0" spc="0" dirty="0">
                <a:solidFill>
                  <a:srgbClr val="5F7797">
                    <a:alpha val="100000"/>
                  </a:srgbClr>
                </a:solidFill>
                <a:latin typeface="Cambria Math" panose="02040503050406030204"/>
                <a:ea typeface="Cambria Math" panose="02040503050406030204"/>
                <a:cs typeface="Cambria Math" panose="02040503050406030204"/>
              </a:rPr>
              <a:t>i</a:t>
            </a:r>
            <a:r>
              <a:rPr sz="2000" kern="0" spc="100" dirty="0">
                <a:solidFill>
                  <a:srgbClr val="5F7797">
                    <a:alpha val="100000"/>
                  </a:srgbClr>
                </a:solidFill>
                <a:latin typeface="Cambria Math" panose="02040503050406030204"/>
                <a:ea typeface="Cambria Math" panose="02040503050406030204"/>
                <a:cs typeface="Cambria Math" panose="02040503050406030204"/>
              </a:rPr>
              <a:t>) </a:t>
            </a:r>
            <a:r>
              <a:rPr sz="2000" kern="0" spc="100" dirty="0">
                <a:solidFill>
                  <a:srgbClr val="5F7797">
                    <a:alpha val="100000"/>
                  </a:srgbClr>
                </a:solidFill>
                <a:latin typeface="Arial" panose="020B0604020202020204"/>
                <a:ea typeface="Arial" panose="020B0604020202020204"/>
                <a:cs typeface="Arial" panose="020B0604020202020204"/>
              </a:rPr>
              <a:t>-</a:t>
            </a:r>
            <a:r>
              <a:rPr sz="2000" kern="0" spc="130" dirty="0">
                <a:solidFill>
                  <a:srgbClr val="5F7797">
                    <a:alpha val="100000"/>
                  </a:srgbClr>
                </a:solidFill>
                <a:latin typeface="Arial" panose="020B0604020202020204"/>
                <a:ea typeface="Arial" panose="020B0604020202020204"/>
                <a:cs typeface="Arial" panose="020B0604020202020204"/>
              </a:rPr>
              <a:t> </a:t>
            </a:r>
            <a:r>
              <a:rPr sz="2000" kern="0" spc="100" dirty="0">
                <a:solidFill>
                  <a:srgbClr val="5F7797">
                    <a:alpha val="100000"/>
                  </a:srgbClr>
                </a:solidFill>
                <a:latin typeface="Arial" panose="020B0604020202020204"/>
                <a:ea typeface="Arial" panose="020B0604020202020204"/>
                <a:cs typeface="Arial" panose="020B0604020202020204"/>
              </a:rPr>
              <a:t>&gt;  </a:t>
            </a:r>
            <a:r>
              <a:rPr sz="2000" kern="0" spc="0" dirty="0">
                <a:solidFill>
                  <a:srgbClr val="5F7797">
                    <a:alpha val="100000"/>
                  </a:srgbClr>
                </a:solidFill>
                <a:latin typeface="Cambria Math" panose="02040503050406030204"/>
                <a:ea typeface="Cambria Math" panose="02040503050406030204"/>
                <a:cs typeface="Cambria Math" panose="02040503050406030204"/>
              </a:rPr>
              <a:t>p</a:t>
            </a:r>
            <a:r>
              <a:rPr sz="2200" kern="0" spc="0" baseline="1000" dirty="0">
                <a:solidFill>
                  <a:srgbClr val="5F7797">
                    <a:alpha val="100000"/>
                  </a:srgbClr>
                </a:solidFill>
                <a:latin typeface="Cambria Math" panose="02040503050406030204"/>
                <a:ea typeface="Cambria Math" panose="02040503050406030204"/>
                <a:cs typeface="Cambria Math" panose="02040503050406030204"/>
              </a:rPr>
              <a:t>i</a:t>
            </a:r>
            <a:r>
              <a:rPr sz="1400" kern="0" spc="90" dirty="0">
                <a:solidFill>
                  <a:srgbClr val="5F7797">
                    <a:alpha val="100000"/>
                  </a:srgbClr>
                </a:solidFill>
                <a:latin typeface="Cambria Math" panose="02040503050406030204"/>
                <a:ea typeface="Cambria Math" panose="02040503050406030204"/>
                <a:cs typeface="Cambria Math" panose="02040503050406030204"/>
              </a:rPr>
              <a:t>  </a:t>
            </a:r>
            <a:r>
              <a:rPr sz="2000" kern="0" spc="100" dirty="0">
                <a:solidFill>
                  <a:srgbClr val="5F7797">
                    <a:alpha val="100000"/>
                  </a:srgbClr>
                </a:solidFill>
                <a:latin typeface="Cambria Math" panose="02040503050406030204"/>
                <a:ea typeface="Cambria Math" panose="02040503050406030204"/>
                <a:cs typeface="Cambria Math" panose="02040503050406030204"/>
              </a:rPr>
              <a:t>= f(</a:t>
            </a:r>
            <a:r>
              <a:rPr sz="2000" kern="0" spc="0" dirty="0">
                <a:solidFill>
                  <a:srgbClr val="5F7797">
                    <a:alpha val="100000"/>
                  </a:srgbClr>
                </a:solidFill>
                <a:latin typeface="Cambria Math" panose="02040503050406030204"/>
                <a:ea typeface="Cambria Math" panose="02040503050406030204"/>
                <a:cs typeface="Cambria Math" panose="02040503050406030204"/>
              </a:rPr>
              <a:t>x</a:t>
            </a:r>
            <a:r>
              <a:rPr sz="1400" kern="0" spc="0" dirty="0">
                <a:solidFill>
                  <a:srgbClr val="5F7797">
                    <a:alpha val="100000"/>
                  </a:srgbClr>
                </a:solidFill>
                <a:latin typeface="Cambria Math" panose="02040503050406030204"/>
                <a:ea typeface="Cambria Math" panose="02040503050406030204"/>
                <a:cs typeface="Cambria Math" panose="02040503050406030204"/>
              </a:rPr>
              <a:t>i</a:t>
            </a:r>
            <a:r>
              <a:rPr sz="2000" kern="0" spc="100" dirty="0">
                <a:solidFill>
                  <a:srgbClr val="5F7797">
                    <a:alpha val="100000"/>
                  </a:srgbClr>
                </a:solidFill>
                <a:latin typeface="Cambria Math" panose="02040503050406030204"/>
                <a:ea typeface="Cambria Math" panose="02040503050406030204"/>
                <a:cs typeface="Cambria Math" panose="02040503050406030204"/>
              </a:rPr>
              <a:t>)Τσ</a:t>
            </a:r>
            <a:r>
              <a:rPr sz="2000" kern="0" spc="-110" dirty="0">
                <a:solidFill>
                  <a:srgbClr val="5F7797">
                    <a:alpha val="100000"/>
                  </a:srgbClr>
                </a:solidFill>
                <a:latin typeface="Cambria Math" panose="02040503050406030204"/>
                <a:ea typeface="Cambria Math" panose="02040503050406030204"/>
                <a:cs typeface="Cambria Math" panose="02040503050406030204"/>
              </a:rPr>
              <a:t> </a:t>
            </a:r>
            <a:r>
              <a:rPr sz="2000" kern="0" spc="100" dirty="0">
                <a:solidFill>
                  <a:srgbClr val="5F7797">
                    <a:alpha val="100000"/>
                  </a:srgbClr>
                </a:solidFill>
                <a:latin typeface="Cambria Math" panose="02040503050406030204"/>
                <a:ea typeface="Cambria Math" panose="02040503050406030204"/>
                <a:cs typeface="Cambria Math" panose="02040503050406030204"/>
              </a:rPr>
              <a:t>f(</a:t>
            </a:r>
            <a:r>
              <a:rPr sz="2000" kern="0" spc="0" dirty="0">
                <a:solidFill>
                  <a:srgbClr val="5F7797">
                    <a:alpha val="100000"/>
                  </a:srgbClr>
                </a:solidFill>
                <a:latin typeface="Cambria Math" panose="02040503050406030204"/>
                <a:ea typeface="Cambria Math" panose="02040503050406030204"/>
                <a:cs typeface="Cambria Math" panose="02040503050406030204"/>
              </a:rPr>
              <a:t>x</a:t>
            </a:r>
            <a:r>
              <a:rPr sz="1400" kern="0" spc="0" dirty="0">
                <a:solidFill>
                  <a:srgbClr val="5F7797">
                    <a:alpha val="100000"/>
                  </a:srgbClr>
                </a:solidFill>
                <a:latin typeface="Cambria Math" panose="02040503050406030204"/>
                <a:ea typeface="Cambria Math" panose="02040503050406030204"/>
                <a:cs typeface="Cambria Math" panose="02040503050406030204"/>
              </a:rPr>
              <a:t>i</a:t>
            </a:r>
            <a:r>
              <a:rPr sz="2000" kern="0" spc="100" dirty="0">
                <a:solidFill>
                  <a:srgbClr val="5F7797">
                    <a:alpha val="100000"/>
                  </a:srgbClr>
                </a:solidFill>
                <a:latin typeface="Cambria Math" panose="02040503050406030204"/>
                <a:ea typeface="Cambria Math" panose="02040503050406030204"/>
                <a:cs typeface="Cambria Math" panose="02040503050406030204"/>
              </a:rPr>
              <a:t>)</a:t>
            </a:r>
            <a:endParaRPr sz="2000" dirty="0">
              <a:latin typeface="Cambria Math" panose="02040503050406030204"/>
              <a:ea typeface="Cambria Math" panose="02040503050406030204"/>
              <a:cs typeface="Cambria Math" panose="02040503050406030204"/>
            </a:endParaRPr>
          </a:p>
        </p:txBody>
      </p:sp>
      <p:sp>
        <p:nvSpPr>
          <p:cNvPr id="316" name="textbox 316"/>
          <p:cNvSpPr/>
          <p:nvPr/>
        </p:nvSpPr>
        <p:spPr>
          <a:xfrm>
            <a:off x="276402" y="178383"/>
            <a:ext cx="6913880" cy="91566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5000"/>
              </a:lnSpc>
            </a:pPr>
            <a:endParaRPr sz="1600" dirty="0">
              <a:latin typeface="Arial" panose="020B0604020202020204"/>
              <a:ea typeface="Arial" panose="020B0604020202020204"/>
              <a:cs typeface="Arial" panose="020B0604020202020204"/>
            </a:endParaRPr>
          </a:p>
          <a:p>
            <a:pPr algn="r" rtl="0" eaLnBrk="0">
              <a:lnSpc>
                <a:spcPct val="97000"/>
              </a:lnSpc>
            </a:pPr>
            <a:r>
              <a:rPr sz="3000" b="1" kern="0" spc="-20" dirty="0">
                <a:solidFill>
                  <a:srgbClr val="5F7797">
                    <a:alpha val="100000"/>
                  </a:srgbClr>
                </a:solidFill>
                <a:latin typeface="Arial" panose="020B0604020202020204"/>
                <a:ea typeface="Arial" panose="020B0604020202020204"/>
                <a:cs typeface="Arial" panose="020B0604020202020204"/>
              </a:rPr>
              <a:t>2.2 </a:t>
            </a:r>
            <a:r>
              <a:rPr sz="3000" b="1"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算法实现</a:t>
            </a:r>
            <a:endParaRPr sz="3000" dirty="0">
              <a:latin typeface="微软雅黑" panose="020B0503020204020204" charset="-122"/>
              <a:ea typeface="微软雅黑" panose="020B0503020204020204" charset="-122"/>
              <a:cs typeface="微软雅黑" panose="020B0503020204020204" charset="-122"/>
            </a:endParaRPr>
          </a:p>
        </p:txBody>
      </p:sp>
      <p:grpSp>
        <p:nvGrpSpPr>
          <p:cNvPr id="26" name="group 26"/>
          <p:cNvGrpSpPr/>
          <p:nvPr/>
        </p:nvGrpSpPr>
        <p:grpSpPr>
          <a:xfrm rot="21600000">
            <a:off x="1494789" y="4388866"/>
            <a:ext cx="2210308" cy="2131877"/>
            <a:chOff x="0" y="0"/>
            <a:chExt cx="2210308" cy="2131877"/>
          </a:xfrm>
        </p:grpSpPr>
        <p:grpSp>
          <p:nvGrpSpPr>
            <p:cNvPr id="28" name="group 28"/>
            <p:cNvGrpSpPr/>
            <p:nvPr/>
          </p:nvGrpSpPr>
          <p:grpSpPr>
            <a:xfrm rot="21600000">
              <a:off x="0" y="0"/>
              <a:ext cx="2210308" cy="2128011"/>
              <a:chOff x="0" y="0"/>
              <a:chExt cx="2210308" cy="2128011"/>
            </a:xfrm>
          </p:grpSpPr>
          <p:sp>
            <p:nvSpPr>
              <p:cNvPr id="318" name="path 318"/>
              <p:cNvSpPr/>
              <p:nvPr/>
            </p:nvSpPr>
            <p:spPr>
              <a:xfrm>
                <a:off x="6350" y="6350"/>
                <a:ext cx="2197608" cy="2115311"/>
              </a:xfrm>
              <a:custGeom>
                <a:avLst/>
                <a:gdLst/>
                <a:ahLst/>
                <a:cxnLst/>
                <a:rect l="0" t="0" r="0" b="0"/>
                <a:pathLst>
                  <a:path w="3460" h="3331">
                    <a:moveTo>
                      <a:pt x="0" y="1665"/>
                    </a:moveTo>
                    <a:cubicBezTo>
                      <a:pt x="0" y="745"/>
                      <a:pt x="774" y="0"/>
                      <a:pt x="1730" y="0"/>
                    </a:cubicBezTo>
                    <a:cubicBezTo>
                      <a:pt x="2686" y="0"/>
                      <a:pt x="3460" y="745"/>
                      <a:pt x="3460" y="1665"/>
                    </a:cubicBezTo>
                    <a:cubicBezTo>
                      <a:pt x="3460" y="2585"/>
                      <a:pt x="2686" y="3331"/>
                      <a:pt x="1730" y="3331"/>
                    </a:cubicBezTo>
                    <a:cubicBezTo>
                      <a:pt x="774" y="3331"/>
                      <a:pt x="0" y="2585"/>
                      <a:pt x="0" y="1665"/>
                    </a:cubicBezTo>
                  </a:path>
                </a:pathLst>
              </a:custGeom>
              <a:solidFill>
                <a:srgbClr val="F26E61">
                  <a:alpha val="100000"/>
                </a:srgbClr>
              </a:solidFill>
              <a:ln w="0" cap="flat">
                <a:noFill/>
                <a:prstDash val="solid"/>
                <a:miter lim="0"/>
              </a:ln>
            </p:spPr>
            <p:txBody>
              <a:bodyPr rtlCol="0"/>
              <a:lstStyle/>
              <a:p>
                <a:pPr algn="ctr"/>
                <a:endParaRPr lang="zh-CN" altLang="en-US"/>
              </a:p>
            </p:txBody>
          </p:sp>
          <p:sp>
            <p:nvSpPr>
              <p:cNvPr id="320" name="path 320"/>
              <p:cNvSpPr/>
              <p:nvPr/>
            </p:nvSpPr>
            <p:spPr>
              <a:xfrm>
                <a:off x="0" y="0"/>
                <a:ext cx="2210308" cy="2128011"/>
              </a:xfrm>
              <a:custGeom>
                <a:avLst/>
                <a:gdLst/>
                <a:ahLst/>
                <a:cxnLst/>
                <a:rect l="0" t="0" r="0" b="0"/>
                <a:pathLst>
                  <a:path w="3480" h="3351">
                    <a:moveTo>
                      <a:pt x="10" y="1675"/>
                    </a:moveTo>
                    <a:cubicBezTo>
                      <a:pt x="10" y="755"/>
                      <a:pt x="784" y="10"/>
                      <a:pt x="1740" y="10"/>
                    </a:cubicBezTo>
                    <a:cubicBezTo>
                      <a:pt x="2696" y="10"/>
                      <a:pt x="3470" y="755"/>
                      <a:pt x="3470" y="1675"/>
                    </a:cubicBezTo>
                    <a:cubicBezTo>
                      <a:pt x="3470" y="2595"/>
                      <a:pt x="2696" y="3341"/>
                      <a:pt x="1740" y="3341"/>
                    </a:cubicBezTo>
                    <a:cubicBezTo>
                      <a:pt x="784" y="3341"/>
                      <a:pt x="10" y="2595"/>
                      <a:pt x="10" y="1675"/>
                    </a:cubicBezTo>
                  </a:path>
                </a:pathLst>
              </a:custGeom>
              <a:noFill/>
              <a:ln w="12700" cap="flat">
                <a:solidFill>
                  <a:srgbClr val="B24F45"/>
                </a:solidFill>
                <a:prstDash val="solid"/>
                <a:miter lim="1000000"/>
              </a:ln>
            </p:spPr>
            <p:txBody>
              <a:bodyPr rtlCol="0"/>
              <a:lstStyle/>
              <a:p>
                <a:pPr algn="ctr"/>
                <a:endParaRPr lang="zh-CN" altLang="en-US"/>
              </a:p>
            </p:txBody>
          </p:sp>
          <p:sp>
            <p:nvSpPr>
              <p:cNvPr id="322" name="path 322"/>
              <p:cNvSpPr/>
              <p:nvPr/>
            </p:nvSpPr>
            <p:spPr>
              <a:xfrm>
                <a:off x="1119008" y="311533"/>
                <a:ext cx="795632" cy="728339"/>
              </a:xfrm>
              <a:custGeom>
                <a:avLst/>
                <a:gdLst/>
                <a:ahLst/>
                <a:cxnLst/>
                <a:rect l="0" t="0" r="0" b="0"/>
                <a:pathLst>
                  <a:path w="1252" h="1146">
                    <a:moveTo>
                      <a:pt x="20" y="1124"/>
                    </a:moveTo>
                    <a:lnTo>
                      <a:pt x="1232" y="22"/>
                    </a:lnTo>
                  </a:path>
                </a:pathLst>
              </a:custGeom>
              <a:noFill/>
              <a:ln w="38100" cap="flat">
                <a:solidFill>
                  <a:srgbClr val="FFFF00"/>
                </a:solidFill>
                <a:prstDash val="solid"/>
                <a:miter lim="1000000"/>
              </a:ln>
            </p:spPr>
            <p:txBody>
              <a:bodyPr rtlCol="0"/>
              <a:lstStyle/>
              <a:p>
                <a:pPr algn="ctr"/>
                <a:endParaRPr lang="zh-CN" altLang="en-US"/>
              </a:p>
            </p:txBody>
          </p:sp>
        </p:grpSp>
        <p:sp>
          <p:nvSpPr>
            <p:cNvPr id="324" name="textbox 324"/>
            <p:cNvSpPr/>
            <p:nvPr/>
          </p:nvSpPr>
          <p:spPr>
            <a:xfrm>
              <a:off x="1234389" y="307187"/>
              <a:ext cx="581025" cy="1093469"/>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80000"/>
                </a:lnSpc>
              </a:pPr>
              <a:r>
                <a:rPr sz="1800" kern="0" spc="-20" dirty="0">
                  <a:solidFill>
                    <a:srgbClr val="000000">
                      <a:alpha val="100000"/>
                    </a:srgbClr>
                  </a:solidFill>
                  <a:latin typeface="Arial" panose="020B0604020202020204"/>
                  <a:ea typeface="Arial" panose="020B0604020202020204"/>
                  <a:cs typeface="Arial" panose="020B0604020202020204"/>
                </a:rPr>
                <a:t>0.1</a:t>
              </a:r>
              <a:endParaRPr sz="18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14000"/>
                </a:lnSpc>
              </a:pPr>
              <a:endParaRPr sz="400" dirty="0">
                <a:latin typeface="Arial" panose="020B0604020202020204"/>
                <a:ea typeface="Arial" panose="020B0604020202020204"/>
                <a:cs typeface="Arial" panose="020B0604020202020204"/>
              </a:endParaRPr>
            </a:p>
            <a:p>
              <a:pPr algn="r" rtl="0" eaLnBrk="0">
                <a:lnSpc>
                  <a:spcPct val="80000"/>
                </a:lnSpc>
                <a:spcBef>
                  <a:spcPts val="5"/>
                </a:spcBef>
              </a:pPr>
              <a:r>
                <a:rPr sz="1800" kern="0" spc="-30" dirty="0">
                  <a:solidFill>
                    <a:srgbClr val="000000">
                      <a:alpha val="100000"/>
                    </a:srgbClr>
                  </a:solidFill>
                  <a:latin typeface="Arial" panose="020B0604020202020204"/>
                  <a:ea typeface="Arial" panose="020B0604020202020204"/>
                  <a:cs typeface="Arial" panose="020B0604020202020204"/>
                </a:rPr>
                <a:t>0.4</a:t>
              </a:r>
              <a:endParaRPr sz="1800" dirty="0">
                <a:latin typeface="Arial" panose="020B0604020202020204"/>
                <a:ea typeface="Arial" panose="020B0604020202020204"/>
                <a:cs typeface="Arial" panose="020B0604020202020204"/>
              </a:endParaRPr>
            </a:p>
          </p:txBody>
        </p:sp>
        <p:sp>
          <p:nvSpPr>
            <p:cNvPr id="326" name="path 326"/>
            <p:cNvSpPr/>
            <p:nvPr/>
          </p:nvSpPr>
          <p:spPr>
            <a:xfrm>
              <a:off x="73759" y="738532"/>
              <a:ext cx="1034343" cy="314269"/>
            </a:xfrm>
            <a:custGeom>
              <a:avLst/>
              <a:gdLst/>
              <a:ahLst/>
              <a:cxnLst/>
              <a:rect l="0" t="0" r="0" b="0"/>
              <a:pathLst>
                <a:path w="1628" h="494">
                  <a:moveTo>
                    <a:pt x="7" y="28"/>
                  </a:moveTo>
                  <a:lnTo>
                    <a:pt x="1621" y="465"/>
                  </a:lnTo>
                </a:path>
              </a:pathLst>
            </a:custGeom>
            <a:noFill/>
            <a:ln w="38100" cap="flat">
              <a:solidFill>
                <a:srgbClr val="FFFF00"/>
              </a:solidFill>
              <a:prstDash val="solid"/>
              <a:miter lim="1000000"/>
            </a:ln>
          </p:spPr>
          <p:txBody>
            <a:bodyPr rtlCol="0"/>
            <a:lstStyle/>
            <a:p>
              <a:pPr algn="ctr"/>
              <a:endParaRPr lang="zh-CN" altLang="en-US"/>
            </a:p>
          </p:txBody>
        </p:sp>
        <p:sp>
          <p:nvSpPr>
            <p:cNvPr id="328" name="path 328"/>
            <p:cNvSpPr/>
            <p:nvPr/>
          </p:nvSpPr>
          <p:spPr>
            <a:xfrm>
              <a:off x="1094487" y="16039"/>
              <a:ext cx="49654" cy="2115837"/>
            </a:xfrm>
            <a:custGeom>
              <a:avLst/>
              <a:gdLst/>
              <a:ahLst/>
              <a:cxnLst/>
              <a:rect l="0" t="0" r="0" b="0"/>
              <a:pathLst>
                <a:path w="78" h="3332">
                  <a:moveTo>
                    <a:pt x="32" y="3331"/>
                  </a:moveTo>
                  <a:lnTo>
                    <a:pt x="43" y="1603"/>
                  </a:lnTo>
                  <a:moveTo>
                    <a:pt x="48" y="0"/>
                  </a:moveTo>
                  <a:lnTo>
                    <a:pt x="29" y="1603"/>
                  </a:lnTo>
                </a:path>
              </a:pathLst>
            </a:custGeom>
            <a:noFill/>
            <a:ln w="38100" cap="flat">
              <a:solidFill>
                <a:srgbClr val="FFFF00"/>
              </a:solidFill>
              <a:prstDash val="solid"/>
              <a:miter lim="1000000"/>
            </a:ln>
          </p:spPr>
          <p:txBody>
            <a:bodyPr rtlCol="0"/>
            <a:lstStyle/>
            <a:p>
              <a:pPr algn="ctr"/>
              <a:endParaRPr lang="zh-CN" altLang="en-US"/>
            </a:p>
          </p:txBody>
        </p:sp>
      </p:grpSp>
      <p:grpSp>
        <p:nvGrpSpPr>
          <p:cNvPr id="30" name="group 30"/>
          <p:cNvGrpSpPr/>
          <p:nvPr/>
        </p:nvGrpSpPr>
        <p:grpSpPr>
          <a:xfrm rot="21600000">
            <a:off x="11045006" y="6024838"/>
            <a:ext cx="921774" cy="822622"/>
            <a:chOff x="0" y="0"/>
            <a:chExt cx="921774" cy="822622"/>
          </a:xfrm>
        </p:grpSpPr>
        <p:pic>
          <p:nvPicPr>
            <p:cNvPr id="330" name="picture 330"/>
            <p:cNvPicPr>
              <a:picLocks noChangeAspect="1"/>
            </p:cNvPicPr>
            <p:nvPr/>
          </p:nvPicPr>
          <p:blipFill>
            <a:blip r:embed="rId3"/>
            <a:stretch>
              <a:fillRect/>
            </a:stretch>
          </p:blipFill>
          <p:spPr>
            <a:xfrm rot="21600000">
              <a:off x="0" y="0"/>
              <a:ext cx="921774" cy="822622"/>
            </a:xfrm>
            <a:prstGeom prst="rect">
              <a:avLst/>
            </a:prstGeom>
          </p:spPr>
        </p:pic>
        <p:sp>
          <p:nvSpPr>
            <p:cNvPr id="332" name="textbox 332"/>
            <p:cNvSpPr/>
            <p:nvPr/>
          </p:nvSpPr>
          <p:spPr>
            <a:xfrm>
              <a:off x="-12700" y="-12700"/>
              <a:ext cx="947419" cy="909319"/>
            </a:xfrm>
            <a:prstGeom prst="rect">
              <a:avLst/>
            </a:prstGeom>
            <a:noFill/>
            <a:ln w="0" cap="flat">
              <a:no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377190" algn="l" rtl="0" eaLnBrk="0">
                <a:lnSpc>
                  <a:spcPct val="80000"/>
                </a:lnSpc>
                <a:spcBef>
                  <a:spcPts val="5"/>
                </a:spcBef>
              </a:pPr>
              <a:r>
                <a:rPr sz="2000" b="1" kern="0" spc="-90" dirty="0">
                  <a:solidFill>
                    <a:srgbClr val="5F7797">
                      <a:alpha val="100000"/>
                    </a:srgbClr>
                  </a:solidFill>
                  <a:latin typeface="Arial" panose="020B0604020202020204"/>
                  <a:ea typeface="Arial" panose="020B0604020202020204"/>
                  <a:cs typeface="Arial" panose="020B0604020202020204"/>
                </a:rPr>
                <a:t>14</a:t>
              </a:r>
              <a:endParaRPr sz="2000" dirty="0">
                <a:latin typeface="Arial" panose="020B0604020202020204"/>
                <a:ea typeface="Arial" panose="020B0604020202020204"/>
                <a:cs typeface="Arial" panose="020B0604020202020204"/>
              </a:endParaRPr>
            </a:p>
          </p:txBody>
        </p:sp>
      </p:grpSp>
      <p:pic>
        <p:nvPicPr>
          <p:cNvPr id="334" name="picture 334"/>
          <p:cNvPicPr>
            <a:picLocks noChangeAspect="1"/>
          </p:cNvPicPr>
          <p:nvPr/>
        </p:nvPicPr>
        <p:blipFill>
          <a:blip r:embed="rId4"/>
          <a:stretch>
            <a:fillRect/>
          </a:stretch>
        </p:blipFill>
        <p:spPr>
          <a:xfrm rot="21600000">
            <a:off x="6228460" y="5438394"/>
            <a:ext cx="4269358" cy="171450"/>
          </a:xfrm>
          <a:prstGeom prst="rect">
            <a:avLst/>
          </a:prstGeom>
        </p:spPr>
      </p:pic>
      <p:sp>
        <p:nvSpPr>
          <p:cNvPr id="336" name="textbox 336"/>
          <p:cNvSpPr/>
          <p:nvPr/>
        </p:nvSpPr>
        <p:spPr>
          <a:xfrm>
            <a:off x="6620840" y="5654675"/>
            <a:ext cx="3151504" cy="24447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0000"/>
              </a:lnSpc>
            </a:pPr>
            <a:r>
              <a:rPr sz="1800" kern="0" spc="-30" dirty="0">
                <a:solidFill>
                  <a:srgbClr val="000000">
                    <a:alpha val="100000"/>
                  </a:srgbClr>
                </a:solidFill>
                <a:latin typeface="Arial" panose="020B0604020202020204"/>
                <a:ea typeface="Arial" panose="020B0604020202020204"/>
                <a:cs typeface="Arial" panose="020B0604020202020204"/>
              </a:rPr>
              <a:t>0.2</a:t>
            </a:r>
            <a:r>
              <a:rPr sz="1800" kern="0" spc="4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Arial" panose="020B0604020202020204"/>
                <a:ea typeface="Arial" panose="020B0604020202020204"/>
                <a:cs typeface="Arial" panose="020B0604020202020204"/>
              </a:rPr>
              <a:t>0.1</a:t>
            </a:r>
            <a:r>
              <a:rPr sz="1800" kern="0" spc="2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Arial" panose="020B0604020202020204"/>
                <a:ea typeface="Arial" panose="020B0604020202020204"/>
                <a:cs typeface="Arial" panose="020B0604020202020204"/>
              </a:rPr>
              <a:t>0.4</a:t>
            </a:r>
            <a:r>
              <a:rPr sz="1800" kern="0" spc="10" dirty="0">
                <a:solidFill>
                  <a:srgbClr val="000000">
                    <a:alpha val="100000"/>
                  </a:srgbClr>
                </a:solidFill>
                <a:latin typeface="Arial" panose="020B0604020202020204"/>
                <a:ea typeface="Arial" panose="020B0604020202020204"/>
                <a:cs typeface="Arial" panose="020B0604020202020204"/>
              </a:rPr>
              <a:t>          </a:t>
            </a:r>
            <a:r>
              <a:rPr sz="1800" kern="0" spc="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Arial" panose="020B0604020202020204"/>
                <a:ea typeface="Arial" panose="020B0604020202020204"/>
                <a:cs typeface="Arial" panose="020B0604020202020204"/>
              </a:rPr>
              <a:t>0.3</a:t>
            </a:r>
            <a:endParaRPr sz="1800" dirty="0">
              <a:latin typeface="Arial" panose="020B0604020202020204"/>
              <a:ea typeface="Arial" panose="020B0604020202020204"/>
              <a:cs typeface="Arial" panose="020B0604020202020204"/>
            </a:endParaRPr>
          </a:p>
        </p:txBody>
      </p:sp>
      <p:pic>
        <p:nvPicPr>
          <p:cNvPr id="338" name="picture 338"/>
          <p:cNvPicPr>
            <a:picLocks noChangeAspect="1"/>
          </p:cNvPicPr>
          <p:nvPr/>
        </p:nvPicPr>
        <p:blipFill>
          <a:blip r:embed="rId5"/>
          <a:stretch>
            <a:fillRect/>
          </a:stretch>
        </p:blipFill>
        <p:spPr>
          <a:xfrm rot="21600000">
            <a:off x="4134611" y="5418963"/>
            <a:ext cx="1514475" cy="171450"/>
          </a:xfrm>
          <a:prstGeom prst="rect">
            <a:avLst/>
          </a:prstGeom>
        </p:spPr>
      </p:pic>
      <p:sp>
        <p:nvSpPr>
          <p:cNvPr id="340" name="path 340"/>
          <p:cNvSpPr/>
          <p:nvPr/>
        </p:nvSpPr>
        <p:spPr>
          <a:xfrm>
            <a:off x="4870703" y="1118616"/>
            <a:ext cx="2450592" cy="85343"/>
          </a:xfrm>
          <a:custGeom>
            <a:avLst/>
            <a:gdLst/>
            <a:ahLst/>
            <a:cxnLst/>
            <a:rect l="0" t="0" r="0" b="0"/>
            <a:pathLst>
              <a:path w="3859" h="134">
                <a:moveTo>
                  <a:pt x="102" y="23"/>
                </a:moveTo>
                <a:cubicBezTo>
                  <a:pt x="113" y="26"/>
                  <a:pt x="124" y="19"/>
                  <a:pt x="135" y="22"/>
                </a:cubicBezTo>
                <a:cubicBezTo>
                  <a:pt x="129" y="23"/>
                  <a:pt x="135" y="25"/>
                  <a:pt x="129" y="26"/>
                </a:cubicBezTo>
                <a:cubicBezTo>
                  <a:pt x="102" y="23"/>
                  <a:pt x="102" y="31"/>
                  <a:pt x="75" y="32"/>
                </a:cubicBezTo>
                <a:cubicBezTo>
                  <a:pt x="86" y="36"/>
                  <a:pt x="107" y="31"/>
                  <a:pt x="107" y="39"/>
                </a:cubicBezTo>
                <a:cubicBezTo>
                  <a:pt x="145" y="35"/>
                  <a:pt x="156" y="18"/>
                  <a:pt x="183" y="22"/>
                </a:cubicBezTo>
                <a:cubicBezTo>
                  <a:pt x="178" y="23"/>
                  <a:pt x="189" y="26"/>
                  <a:pt x="183" y="28"/>
                </a:cubicBezTo>
                <a:cubicBezTo>
                  <a:pt x="167" y="32"/>
                  <a:pt x="151" y="36"/>
                  <a:pt x="172" y="40"/>
                </a:cubicBezTo>
                <a:cubicBezTo>
                  <a:pt x="183" y="39"/>
                  <a:pt x="189" y="36"/>
                  <a:pt x="199" y="35"/>
                </a:cubicBezTo>
                <a:cubicBezTo>
                  <a:pt x="194" y="28"/>
                  <a:pt x="189" y="22"/>
                  <a:pt x="205" y="16"/>
                </a:cubicBezTo>
                <a:cubicBezTo>
                  <a:pt x="210" y="23"/>
                  <a:pt x="215" y="23"/>
                  <a:pt x="237" y="31"/>
                </a:cubicBezTo>
                <a:cubicBezTo>
                  <a:pt x="215" y="36"/>
                  <a:pt x="205" y="36"/>
                  <a:pt x="199" y="45"/>
                </a:cubicBezTo>
                <a:cubicBezTo>
                  <a:pt x="183" y="38"/>
                  <a:pt x="183" y="46"/>
                  <a:pt x="183" y="49"/>
                </a:cubicBezTo>
                <a:cubicBezTo>
                  <a:pt x="178" y="46"/>
                  <a:pt x="172" y="45"/>
                  <a:pt x="167" y="43"/>
                </a:cubicBezTo>
                <a:cubicBezTo>
                  <a:pt x="135" y="52"/>
                  <a:pt x="162" y="59"/>
                  <a:pt x="135" y="64"/>
                </a:cubicBezTo>
                <a:cubicBezTo>
                  <a:pt x="140" y="63"/>
                  <a:pt x="151" y="63"/>
                  <a:pt x="162" y="63"/>
                </a:cubicBezTo>
                <a:cubicBezTo>
                  <a:pt x="145" y="66"/>
                  <a:pt x="151" y="67"/>
                  <a:pt x="140" y="70"/>
                </a:cubicBezTo>
                <a:cubicBezTo>
                  <a:pt x="129" y="60"/>
                  <a:pt x="107" y="72"/>
                  <a:pt x="91" y="67"/>
                </a:cubicBezTo>
                <a:cubicBezTo>
                  <a:pt x="107" y="57"/>
                  <a:pt x="113" y="48"/>
                  <a:pt x="135" y="40"/>
                </a:cubicBezTo>
                <a:cubicBezTo>
                  <a:pt x="118" y="39"/>
                  <a:pt x="97" y="42"/>
                  <a:pt x="86" y="38"/>
                </a:cubicBezTo>
                <a:cubicBezTo>
                  <a:pt x="64" y="42"/>
                  <a:pt x="54" y="46"/>
                  <a:pt x="54" y="50"/>
                </a:cubicBezTo>
                <a:cubicBezTo>
                  <a:pt x="70" y="52"/>
                  <a:pt x="64" y="42"/>
                  <a:pt x="86" y="45"/>
                </a:cubicBezTo>
                <a:cubicBezTo>
                  <a:pt x="97" y="49"/>
                  <a:pt x="75" y="50"/>
                  <a:pt x="81" y="53"/>
                </a:cubicBezTo>
                <a:cubicBezTo>
                  <a:pt x="86" y="53"/>
                  <a:pt x="97" y="52"/>
                  <a:pt x="97" y="53"/>
                </a:cubicBezTo>
                <a:cubicBezTo>
                  <a:pt x="37" y="62"/>
                  <a:pt x="37" y="74"/>
                  <a:pt x="0" y="84"/>
                </a:cubicBezTo>
                <a:cubicBezTo>
                  <a:pt x="32" y="80"/>
                  <a:pt x="64" y="74"/>
                  <a:pt x="91" y="80"/>
                </a:cubicBezTo>
                <a:cubicBezTo>
                  <a:pt x="102" y="74"/>
                  <a:pt x="43" y="73"/>
                  <a:pt x="70" y="66"/>
                </a:cubicBezTo>
                <a:cubicBezTo>
                  <a:pt x="75" y="73"/>
                  <a:pt x="118" y="70"/>
                  <a:pt x="135" y="79"/>
                </a:cubicBezTo>
                <a:cubicBezTo>
                  <a:pt x="118" y="82"/>
                  <a:pt x="102" y="86"/>
                  <a:pt x="86" y="89"/>
                </a:cubicBezTo>
                <a:cubicBezTo>
                  <a:pt x="64" y="83"/>
                  <a:pt x="37" y="90"/>
                  <a:pt x="16" y="90"/>
                </a:cubicBezTo>
                <a:cubicBezTo>
                  <a:pt x="32" y="94"/>
                  <a:pt x="10" y="101"/>
                  <a:pt x="37" y="98"/>
                </a:cubicBezTo>
                <a:cubicBezTo>
                  <a:pt x="37" y="90"/>
                  <a:pt x="129" y="90"/>
                  <a:pt x="140" y="98"/>
                </a:cubicBezTo>
                <a:cubicBezTo>
                  <a:pt x="151" y="96"/>
                  <a:pt x="167" y="93"/>
                  <a:pt x="183" y="90"/>
                </a:cubicBezTo>
                <a:cubicBezTo>
                  <a:pt x="194" y="98"/>
                  <a:pt x="215" y="90"/>
                  <a:pt x="232" y="94"/>
                </a:cubicBezTo>
                <a:cubicBezTo>
                  <a:pt x="232" y="104"/>
                  <a:pt x="215" y="97"/>
                  <a:pt x="194" y="100"/>
                </a:cubicBezTo>
                <a:cubicBezTo>
                  <a:pt x="189" y="103"/>
                  <a:pt x="189" y="106"/>
                  <a:pt x="199" y="110"/>
                </a:cubicBezTo>
                <a:cubicBezTo>
                  <a:pt x="221" y="103"/>
                  <a:pt x="237" y="106"/>
                  <a:pt x="259" y="100"/>
                </a:cubicBezTo>
                <a:cubicBezTo>
                  <a:pt x="248" y="96"/>
                  <a:pt x="226" y="84"/>
                  <a:pt x="269" y="84"/>
                </a:cubicBezTo>
                <a:cubicBezTo>
                  <a:pt x="259" y="80"/>
                  <a:pt x="237" y="76"/>
                  <a:pt x="253" y="72"/>
                </a:cubicBezTo>
                <a:cubicBezTo>
                  <a:pt x="280" y="74"/>
                  <a:pt x="280" y="62"/>
                  <a:pt x="302" y="64"/>
                </a:cubicBezTo>
                <a:cubicBezTo>
                  <a:pt x="291" y="67"/>
                  <a:pt x="302" y="69"/>
                  <a:pt x="296" y="70"/>
                </a:cubicBezTo>
                <a:cubicBezTo>
                  <a:pt x="291" y="72"/>
                  <a:pt x="275" y="70"/>
                  <a:pt x="280" y="74"/>
                </a:cubicBezTo>
                <a:cubicBezTo>
                  <a:pt x="302" y="74"/>
                  <a:pt x="269" y="97"/>
                  <a:pt x="264" y="106"/>
                </a:cubicBezTo>
                <a:cubicBezTo>
                  <a:pt x="296" y="106"/>
                  <a:pt x="307" y="96"/>
                  <a:pt x="318" y="107"/>
                </a:cubicBezTo>
                <a:cubicBezTo>
                  <a:pt x="334" y="98"/>
                  <a:pt x="367" y="100"/>
                  <a:pt x="350" y="92"/>
                </a:cubicBezTo>
                <a:cubicBezTo>
                  <a:pt x="334" y="92"/>
                  <a:pt x="329" y="93"/>
                  <a:pt x="323" y="96"/>
                </a:cubicBezTo>
                <a:cubicBezTo>
                  <a:pt x="323" y="93"/>
                  <a:pt x="285" y="93"/>
                  <a:pt x="302" y="89"/>
                </a:cubicBezTo>
                <a:cubicBezTo>
                  <a:pt x="334" y="87"/>
                  <a:pt x="329" y="86"/>
                  <a:pt x="334" y="79"/>
                </a:cubicBezTo>
                <a:cubicBezTo>
                  <a:pt x="345" y="82"/>
                  <a:pt x="361" y="76"/>
                  <a:pt x="372" y="82"/>
                </a:cubicBezTo>
                <a:cubicBezTo>
                  <a:pt x="334" y="87"/>
                  <a:pt x="361" y="90"/>
                  <a:pt x="383" y="89"/>
                </a:cubicBezTo>
                <a:cubicBezTo>
                  <a:pt x="361" y="94"/>
                  <a:pt x="356" y="101"/>
                  <a:pt x="350" y="107"/>
                </a:cubicBezTo>
                <a:cubicBezTo>
                  <a:pt x="388" y="110"/>
                  <a:pt x="404" y="90"/>
                  <a:pt x="442" y="103"/>
                </a:cubicBezTo>
                <a:cubicBezTo>
                  <a:pt x="437" y="106"/>
                  <a:pt x="421" y="104"/>
                  <a:pt x="426" y="107"/>
                </a:cubicBezTo>
                <a:cubicBezTo>
                  <a:pt x="437" y="106"/>
                  <a:pt x="431" y="108"/>
                  <a:pt x="437" y="111"/>
                </a:cubicBezTo>
                <a:cubicBezTo>
                  <a:pt x="458" y="103"/>
                  <a:pt x="480" y="101"/>
                  <a:pt x="496" y="92"/>
                </a:cubicBezTo>
                <a:cubicBezTo>
                  <a:pt x="512" y="93"/>
                  <a:pt x="529" y="89"/>
                  <a:pt x="545" y="90"/>
                </a:cubicBezTo>
                <a:cubicBezTo>
                  <a:pt x="518" y="94"/>
                  <a:pt x="523" y="101"/>
                  <a:pt x="512" y="107"/>
                </a:cubicBezTo>
                <a:cubicBezTo>
                  <a:pt x="502" y="108"/>
                  <a:pt x="469" y="104"/>
                  <a:pt x="475" y="110"/>
                </a:cubicBezTo>
                <a:cubicBezTo>
                  <a:pt x="485" y="107"/>
                  <a:pt x="491" y="114"/>
                  <a:pt x="502" y="113"/>
                </a:cubicBezTo>
                <a:cubicBezTo>
                  <a:pt x="512" y="111"/>
                  <a:pt x="523" y="108"/>
                  <a:pt x="534" y="107"/>
                </a:cubicBezTo>
                <a:cubicBezTo>
                  <a:pt x="550" y="111"/>
                  <a:pt x="534" y="113"/>
                  <a:pt x="555" y="114"/>
                </a:cubicBezTo>
                <a:cubicBezTo>
                  <a:pt x="577" y="111"/>
                  <a:pt x="583" y="110"/>
                  <a:pt x="583" y="104"/>
                </a:cubicBezTo>
                <a:cubicBezTo>
                  <a:pt x="620" y="106"/>
                  <a:pt x="593" y="110"/>
                  <a:pt x="631" y="115"/>
                </a:cubicBezTo>
                <a:cubicBezTo>
                  <a:pt x="653" y="108"/>
                  <a:pt x="669" y="115"/>
                  <a:pt x="690" y="108"/>
                </a:cubicBezTo>
                <a:cubicBezTo>
                  <a:pt x="696" y="110"/>
                  <a:pt x="690" y="113"/>
                  <a:pt x="707" y="115"/>
                </a:cubicBezTo>
                <a:cubicBezTo>
                  <a:pt x="723" y="114"/>
                  <a:pt x="744" y="113"/>
                  <a:pt x="761" y="114"/>
                </a:cubicBezTo>
                <a:cubicBezTo>
                  <a:pt x="744" y="110"/>
                  <a:pt x="782" y="103"/>
                  <a:pt x="798" y="107"/>
                </a:cubicBezTo>
                <a:cubicBezTo>
                  <a:pt x="798" y="114"/>
                  <a:pt x="755" y="106"/>
                  <a:pt x="771" y="114"/>
                </a:cubicBezTo>
                <a:cubicBezTo>
                  <a:pt x="831" y="111"/>
                  <a:pt x="885" y="118"/>
                  <a:pt x="950" y="114"/>
                </a:cubicBezTo>
                <a:cubicBezTo>
                  <a:pt x="923" y="110"/>
                  <a:pt x="944" y="106"/>
                  <a:pt x="950" y="101"/>
                </a:cubicBezTo>
                <a:cubicBezTo>
                  <a:pt x="944" y="111"/>
                  <a:pt x="1009" y="127"/>
                  <a:pt x="1009" y="113"/>
                </a:cubicBezTo>
                <a:cubicBezTo>
                  <a:pt x="982" y="117"/>
                  <a:pt x="993" y="101"/>
                  <a:pt x="971" y="100"/>
                </a:cubicBezTo>
                <a:cubicBezTo>
                  <a:pt x="977" y="98"/>
                  <a:pt x="982" y="96"/>
                  <a:pt x="982" y="94"/>
                </a:cubicBezTo>
                <a:cubicBezTo>
                  <a:pt x="982" y="100"/>
                  <a:pt x="993" y="98"/>
                  <a:pt x="1009" y="100"/>
                </a:cubicBezTo>
                <a:cubicBezTo>
                  <a:pt x="977" y="106"/>
                  <a:pt x="1020" y="111"/>
                  <a:pt x="1036" y="108"/>
                </a:cubicBezTo>
                <a:cubicBezTo>
                  <a:pt x="1025" y="111"/>
                  <a:pt x="1020" y="114"/>
                  <a:pt x="1036" y="117"/>
                </a:cubicBezTo>
                <a:cubicBezTo>
                  <a:pt x="1041" y="117"/>
                  <a:pt x="1047" y="115"/>
                  <a:pt x="1052" y="117"/>
                </a:cubicBezTo>
                <a:cubicBezTo>
                  <a:pt x="1057" y="106"/>
                  <a:pt x="1101" y="107"/>
                  <a:pt x="1095" y="92"/>
                </a:cubicBezTo>
                <a:cubicBezTo>
                  <a:pt x="1095" y="93"/>
                  <a:pt x="1101" y="94"/>
                  <a:pt x="1106" y="93"/>
                </a:cubicBezTo>
                <a:cubicBezTo>
                  <a:pt x="1101" y="96"/>
                  <a:pt x="1101" y="100"/>
                  <a:pt x="1122" y="104"/>
                </a:cubicBezTo>
                <a:cubicBezTo>
                  <a:pt x="1138" y="101"/>
                  <a:pt x="1192" y="101"/>
                  <a:pt x="1176" y="108"/>
                </a:cubicBezTo>
                <a:cubicBezTo>
                  <a:pt x="1155" y="101"/>
                  <a:pt x="1127" y="110"/>
                  <a:pt x="1084" y="107"/>
                </a:cubicBezTo>
                <a:cubicBezTo>
                  <a:pt x="1074" y="110"/>
                  <a:pt x="1079" y="113"/>
                  <a:pt x="1074" y="114"/>
                </a:cubicBezTo>
                <a:cubicBezTo>
                  <a:pt x="1106" y="121"/>
                  <a:pt x="1144" y="115"/>
                  <a:pt x="1176" y="118"/>
                </a:cubicBezTo>
                <a:cubicBezTo>
                  <a:pt x="1171" y="117"/>
                  <a:pt x="1165" y="115"/>
                  <a:pt x="1176" y="113"/>
                </a:cubicBezTo>
                <a:cubicBezTo>
                  <a:pt x="1225" y="108"/>
                  <a:pt x="1214" y="128"/>
                  <a:pt x="1214" y="128"/>
                </a:cubicBezTo>
                <a:cubicBezTo>
                  <a:pt x="1230" y="124"/>
                  <a:pt x="1263" y="120"/>
                  <a:pt x="1225" y="120"/>
                </a:cubicBezTo>
                <a:cubicBezTo>
                  <a:pt x="1230" y="114"/>
                  <a:pt x="1257" y="110"/>
                  <a:pt x="1268" y="121"/>
                </a:cubicBezTo>
                <a:cubicBezTo>
                  <a:pt x="1327" y="117"/>
                  <a:pt x="1365" y="124"/>
                  <a:pt x="1419" y="115"/>
                </a:cubicBezTo>
                <a:cubicBezTo>
                  <a:pt x="1425" y="122"/>
                  <a:pt x="1473" y="121"/>
                  <a:pt x="1500" y="120"/>
                </a:cubicBezTo>
                <a:cubicBezTo>
                  <a:pt x="1505" y="111"/>
                  <a:pt x="1516" y="114"/>
                  <a:pt x="1505" y="110"/>
                </a:cubicBezTo>
                <a:cubicBezTo>
                  <a:pt x="1516" y="108"/>
                  <a:pt x="1522" y="106"/>
                  <a:pt x="1532" y="104"/>
                </a:cubicBezTo>
                <a:cubicBezTo>
                  <a:pt x="1532" y="108"/>
                  <a:pt x="1543" y="111"/>
                  <a:pt x="1559" y="107"/>
                </a:cubicBezTo>
                <a:cubicBezTo>
                  <a:pt x="1559" y="101"/>
                  <a:pt x="1549" y="104"/>
                  <a:pt x="1532" y="101"/>
                </a:cubicBezTo>
                <a:cubicBezTo>
                  <a:pt x="1543" y="98"/>
                  <a:pt x="1538" y="96"/>
                  <a:pt x="1554" y="93"/>
                </a:cubicBezTo>
                <a:cubicBezTo>
                  <a:pt x="1554" y="101"/>
                  <a:pt x="1586" y="113"/>
                  <a:pt x="1543" y="121"/>
                </a:cubicBezTo>
                <a:cubicBezTo>
                  <a:pt x="1559" y="128"/>
                  <a:pt x="1559" y="114"/>
                  <a:pt x="1575" y="124"/>
                </a:cubicBezTo>
                <a:cubicBezTo>
                  <a:pt x="1597" y="122"/>
                  <a:pt x="1597" y="114"/>
                  <a:pt x="1608" y="117"/>
                </a:cubicBezTo>
                <a:cubicBezTo>
                  <a:pt x="1619" y="128"/>
                  <a:pt x="1624" y="115"/>
                  <a:pt x="1657" y="117"/>
                </a:cubicBezTo>
                <a:cubicBezTo>
                  <a:pt x="1662" y="120"/>
                  <a:pt x="1651" y="121"/>
                  <a:pt x="1646" y="122"/>
                </a:cubicBezTo>
                <a:cubicBezTo>
                  <a:pt x="1700" y="131"/>
                  <a:pt x="1662" y="108"/>
                  <a:pt x="1705" y="104"/>
                </a:cubicBezTo>
                <a:cubicBezTo>
                  <a:pt x="1667" y="94"/>
                  <a:pt x="1667" y="121"/>
                  <a:pt x="1624" y="111"/>
                </a:cubicBezTo>
                <a:cubicBezTo>
                  <a:pt x="1667" y="113"/>
                  <a:pt x="1657" y="96"/>
                  <a:pt x="1700" y="98"/>
                </a:cubicBezTo>
                <a:cubicBezTo>
                  <a:pt x="1705" y="93"/>
                  <a:pt x="1711" y="87"/>
                  <a:pt x="1727" y="82"/>
                </a:cubicBezTo>
                <a:cubicBezTo>
                  <a:pt x="1743" y="87"/>
                  <a:pt x="1705" y="94"/>
                  <a:pt x="1743" y="93"/>
                </a:cubicBezTo>
                <a:cubicBezTo>
                  <a:pt x="1727" y="98"/>
                  <a:pt x="1716" y="93"/>
                  <a:pt x="1705" y="94"/>
                </a:cubicBezTo>
                <a:cubicBezTo>
                  <a:pt x="1748" y="106"/>
                  <a:pt x="1667" y="114"/>
                  <a:pt x="1705" y="125"/>
                </a:cubicBezTo>
                <a:cubicBezTo>
                  <a:pt x="1727" y="121"/>
                  <a:pt x="1743" y="115"/>
                  <a:pt x="1732" y="110"/>
                </a:cubicBezTo>
                <a:cubicBezTo>
                  <a:pt x="1754" y="104"/>
                  <a:pt x="1770" y="107"/>
                  <a:pt x="1786" y="108"/>
                </a:cubicBezTo>
                <a:cubicBezTo>
                  <a:pt x="1759" y="111"/>
                  <a:pt x="1781" y="115"/>
                  <a:pt x="1759" y="120"/>
                </a:cubicBezTo>
                <a:cubicBezTo>
                  <a:pt x="1754" y="117"/>
                  <a:pt x="1748" y="114"/>
                  <a:pt x="1743" y="115"/>
                </a:cubicBezTo>
                <a:cubicBezTo>
                  <a:pt x="1759" y="122"/>
                  <a:pt x="1737" y="118"/>
                  <a:pt x="1743" y="125"/>
                </a:cubicBezTo>
                <a:cubicBezTo>
                  <a:pt x="1765" y="124"/>
                  <a:pt x="1797" y="125"/>
                  <a:pt x="1802" y="121"/>
                </a:cubicBezTo>
                <a:cubicBezTo>
                  <a:pt x="1797" y="117"/>
                  <a:pt x="1786" y="118"/>
                  <a:pt x="1775" y="118"/>
                </a:cubicBezTo>
                <a:cubicBezTo>
                  <a:pt x="1808" y="118"/>
                  <a:pt x="1792" y="110"/>
                  <a:pt x="1808" y="113"/>
                </a:cubicBezTo>
                <a:cubicBezTo>
                  <a:pt x="1813" y="115"/>
                  <a:pt x="1813" y="120"/>
                  <a:pt x="1813" y="124"/>
                </a:cubicBezTo>
                <a:cubicBezTo>
                  <a:pt x="1937" y="122"/>
                  <a:pt x="2061" y="127"/>
                  <a:pt x="2185" y="124"/>
                </a:cubicBezTo>
                <a:cubicBezTo>
                  <a:pt x="2159" y="115"/>
                  <a:pt x="2202" y="111"/>
                  <a:pt x="2213" y="111"/>
                </a:cubicBezTo>
                <a:cubicBezTo>
                  <a:pt x="2218" y="118"/>
                  <a:pt x="2196" y="118"/>
                  <a:pt x="2185" y="124"/>
                </a:cubicBezTo>
                <a:cubicBezTo>
                  <a:pt x="2202" y="131"/>
                  <a:pt x="2223" y="124"/>
                  <a:pt x="2234" y="120"/>
                </a:cubicBezTo>
                <a:cubicBezTo>
                  <a:pt x="2256" y="121"/>
                  <a:pt x="2240" y="127"/>
                  <a:pt x="2261" y="120"/>
                </a:cubicBezTo>
                <a:cubicBezTo>
                  <a:pt x="2261" y="131"/>
                  <a:pt x="2310" y="120"/>
                  <a:pt x="2331" y="127"/>
                </a:cubicBezTo>
                <a:cubicBezTo>
                  <a:pt x="2331" y="125"/>
                  <a:pt x="2364" y="122"/>
                  <a:pt x="2369" y="117"/>
                </a:cubicBezTo>
                <a:cubicBezTo>
                  <a:pt x="2374" y="120"/>
                  <a:pt x="2385" y="120"/>
                  <a:pt x="2391" y="121"/>
                </a:cubicBezTo>
                <a:cubicBezTo>
                  <a:pt x="2385" y="124"/>
                  <a:pt x="2358" y="120"/>
                  <a:pt x="2364" y="125"/>
                </a:cubicBezTo>
                <a:cubicBezTo>
                  <a:pt x="2380" y="124"/>
                  <a:pt x="2369" y="128"/>
                  <a:pt x="2380" y="131"/>
                </a:cubicBezTo>
                <a:cubicBezTo>
                  <a:pt x="2417" y="124"/>
                  <a:pt x="2482" y="134"/>
                  <a:pt x="2504" y="125"/>
                </a:cubicBezTo>
                <a:cubicBezTo>
                  <a:pt x="2493" y="120"/>
                  <a:pt x="2417" y="125"/>
                  <a:pt x="2407" y="117"/>
                </a:cubicBezTo>
                <a:cubicBezTo>
                  <a:pt x="2450" y="122"/>
                  <a:pt x="2499" y="118"/>
                  <a:pt x="2547" y="117"/>
                </a:cubicBezTo>
                <a:cubicBezTo>
                  <a:pt x="2536" y="118"/>
                  <a:pt x="2531" y="120"/>
                  <a:pt x="2520" y="122"/>
                </a:cubicBezTo>
                <a:cubicBezTo>
                  <a:pt x="2531" y="125"/>
                  <a:pt x="2542" y="128"/>
                  <a:pt x="2547" y="131"/>
                </a:cubicBezTo>
                <a:cubicBezTo>
                  <a:pt x="2580" y="128"/>
                  <a:pt x="2547" y="121"/>
                  <a:pt x="2569" y="118"/>
                </a:cubicBezTo>
                <a:cubicBezTo>
                  <a:pt x="2574" y="120"/>
                  <a:pt x="2563" y="121"/>
                  <a:pt x="2574" y="124"/>
                </a:cubicBezTo>
                <a:cubicBezTo>
                  <a:pt x="2617" y="117"/>
                  <a:pt x="2585" y="101"/>
                  <a:pt x="2617" y="100"/>
                </a:cubicBezTo>
                <a:cubicBezTo>
                  <a:pt x="2601" y="107"/>
                  <a:pt x="2623" y="117"/>
                  <a:pt x="2585" y="124"/>
                </a:cubicBezTo>
                <a:cubicBezTo>
                  <a:pt x="2617" y="134"/>
                  <a:pt x="2623" y="120"/>
                  <a:pt x="2650" y="131"/>
                </a:cubicBezTo>
                <a:cubicBezTo>
                  <a:pt x="2666" y="127"/>
                  <a:pt x="2677" y="130"/>
                  <a:pt x="2693" y="124"/>
                </a:cubicBezTo>
                <a:cubicBezTo>
                  <a:pt x="2698" y="131"/>
                  <a:pt x="2758" y="134"/>
                  <a:pt x="2769" y="125"/>
                </a:cubicBezTo>
                <a:cubicBezTo>
                  <a:pt x="2790" y="130"/>
                  <a:pt x="2828" y="134"/>
                  <a:pt x="2849" y="124"/>
                </a:cubicBezTo>
                <a:cubicBezTo>
                  <a:pt x="2855" y="131"/>
                  <a:pt x="2892" y="131"/>
                  <a:pt x="2892" y="122"/>
                </a:cubicBezTo>
                <a:cubicBezTo>
                  <a:pt x="2903" y="125"/>
                  <a:pt x="2909" y="128"/>
                  <a:pt x="2909" y="130"/>
                </a:cubicBezTo>
                <a:cubicBezTo>
                  <a:pt x="2941" y="118"/>
                  <a:pt x="3065" y="128"/>
                  <a:pt x="3038" y="108"/>
                </a:cubicBezTo>
                <a:cubicBezTo>
                  <a:pt x="3049" y="107"/>
                  <a:pt x="3055" y="111"/>
                  <a:pt x="3060" y="114"/>
                </a:cubicBezTo>
                <a:cubicBezTo>
                  <a:pt x="3076" y="111"/>
                  <a:pt x="3065" y="108"/>
                  <a:pt x="3071" y="107"/>
                </a:cubicBezTo>
                <a:cubicBezTo>
                  <a:pt x="3082" y="107"/>
                  <a:pt x="3098" y="103"/>
                  <a:pt x="3109" y="107"/>
                </a:cubicBezTo>
                <a:cubicBezTo>
                  <a:pt x="3087" y="111"/>
                  <a:pt x="3076" y="114"/>
                  <a:pt x="3082" y="122"/>
                </a:cubicBezTo>
                <a:cubicBezTo>
                  <a:pt x="3060" y="121"/>
                  <a:pt x="3038" y="127"/>
                  <a:pt x="3022" y="127"/>
                </a:cubicBezTo>
                <a:cubicBezTo>
                  <a:pt x="3082" y="131"/>
                  <a:pt x="3190" y="132"/>
                  <a:pt x="3254" y="118"/>
                </a:cubicBezTo>
                <a:cubicBezTo>
                  <a:pt x="3265" y="127"/>
                  <a:pt x="3287" y="111"/>
                  <a:pt x="3303" y="115"/>
                </a:cubicBezTo>
                <a:cubicBezTo>
                  <a:pt x="3281" y="120"/>
                  <a:pt x="3260" y="124"/>
                  <a:pt x="3260" y="130"/>
                </a:cubicBezTo>
                <a:cubicBezTo>
                  <a:pt x="3270" y="128"/>
                  <a:pt x="3287" y="125"/>
                  <a:pt x="3297" y="130"/>
                </a:cubicBezTo>
                <a:cubicBezTo>
                  <a:pt x="3335" y="122"/>
                  <a:pt x="3319" y="108"/>
                  <a:pt x="3362" y="110"/>
                </a:cubicBezTo>
                <a:cubicBezTo>
                  <a:pt x="3368" y="104"/>
                  <a:pt x="3357" y="90"/>
                  <a:pt x="3400" y="90"/>
                </a:cubicBezTo>
                <a:cubicBezTo>
                  <a:pt x="3378" y="106"/>
                  <a:pt x="3405" y="115"/>
                  <a:pt x="3324" y="127"/>
                </a:cubicBezTo>
                <a:cubicBezTo>
                  <a:pt x="3362" y="134"/>
                  <a:pt x="3422" y="125"/>
                  <a:pt x="3449" y="115"/>
                </a:cubicBezTo>
                <a:cubicBezTo>
                  <a:pt x="3438" y="110"/>
                  <a:pt x="3422" y="115"/>
                  <a:pt x="3416" y="110"/>
                </a:cubicBezTo>
                <a:cubicBezTo>
                  <a:pt x="3422" y="110"/>
                  <a:pt x="3416" y="107"/>
                  <a:pt x="3422" y="107"/>
                </a:cubicBezTo>
                <a:cubicBezTo>
                  <a:pt x="3459" y="108"/>
                  <a:pt x="3513" y="107"/>
                  <a:pt x="3535" y="96"/>
                </a:cubicBezTo>
                <a:cubicBezTo>
                  <a:pt x="3557" y="100"/>
                  <a:pt x="3540" y="104"/>
                  <a:pt x="3524" y="108"/>
                </a:cubicBezTo>
                <a:cubicBezTo>
                  <a:pt x="3519" y="106"/>
                  <a:pt x="3524" y="103"/>
                  <a:pt x="3508" y="106"/>
                </a:cubicBezTo>
                <a:cubicBezTo>
                  <a:pt x="3497" y="114"/>
                  <a:pt x="3519" y="110"/>
                  <a:pt x="3535" y="114"/>
                </a:cubicBezTo>
                <a:cubicBezTo>
                  <a:pt x="3519" y="115"/>
                  <a:pt x="3508" y="122"/>
                  <a:pt x="3497" y="118"/>
                </a:cubicBezTo>
                <a:cubicBezTo>
                  <a:pt x="3481" y="115"/>
                  <a:pt x="3502" y="113"/>
                  <a:pt x="3492" y="110"/>
                </a:cubicBezTo>
                <a:cubicBezTo>
                  <a:pt x="3432" y="111"/>
                  <a:pt x="3476" y="121"/>
                  <a:pt x="3449" y="128"/>
                </a:cubicBezTo>
                <a:cubicBezTo>
                  <a:pt x="3481" y="131"/>
                  <a:pt x="3535" y="117"/>
                  <a:pt x="3557" y="110"/>
                </a:cubicBezTo>
                <a:cubicBezTo>
                  <a:pt x="3567" y="111"/>
                  <a:pt x="3573" y="110"/>
                  <a:pt x="3584" y="114"/>
                </a:cubicBezTo>
                <a:cubicBezTo>
                  <a:pt x="3600" y="103"/>
                  <a:pt x="3632" y="94"/>
                  <a:pt x="3664" y="87"/>
                </a:cubicBezTo>
                <a:cubicBezTo>
                  <a:pt x="3648" y="80"/>
                  <a:pt x="3638" y="86"/>
                  <a:pt x="3627" y="90"/>
                </a:cubicBezTo>
                <a:cubicBezTo>
                  <a:pt x="3594" y="80"/>
                  <a:pt x="3632" y="73"/>
                  <a:pt x="3664" y="70"/>
                </a:cubicBezTo>
                <a:cubicBezTo>
                  <a:pt x="3675" y="76"/>
                  <a:pt x="3632" y="73"/>
                  <a:pt x="3659" y="82"/>
                </a:cubicBezTo>
                <a:cubicBezTo>
                  <a:pt x="3670" y="79"/>
                  <a:pt x="3675" y="80"/>
                  <a:pt x="3686" y="77"/>
                </a:cubicBezTo>
                <a:cubicBezTo>
                  <a:pt x="3675" y="64"/>
                  <a:pt x="3735" y="55"/>
                  <a:pt x="3702" y="40"/>
                </a:cubicBezTo>
                <a:cubicBezTo>
                  <a:pt x="3718" y="38"/>
                  <a:pt x="3729" y="38"/>
                  <a:pt x="3735" y="42"/>
                </a:cubicBezTo>
                <a:cubicBezTo>
                  <a:pt x="3713" y="45"/>
                  <a:pt x="3740" y="49"/>
                  <a:pt x="3751" y="49"/>
                </a:cubicBezTo>
                <a:cubicBezTo>
                  <a:pt x="3735" y="52"/>
                  <a:pt x="3718" y="55"/>
                  <a:pt x="3729" y="59"/>
                </a:cubicBezTo>
                <a:cubicBezTo>
                  <a:pt x="3756" y="57"/>
                  <a:pt x="3762" y="50"/>
                  <a:pt x="3794" y="45"/>
                </a:cubicBezTo>
                <a:cubicBezTo>
                  <a:pt x="3805" y="48"/>
                  <a:pt x="3810" y="50"/>
                  <a:pt x="3821" y="50"/>
                </a:cubicBezTo>
                <a:cubicBezTo>
                  <a:pt x="3837" y="46"/>
                  <a:pt x="3853" y="49"/>
                  <a:pt x="3859" y="43"/>
                </a:cubicBezTo>
                <a:cubicBezTo>
                  <a:pt x="3848" y="35"/>
                  <a:pt x="3832" y="46"/>
                  <a:pt x="3826" y="42"/>
                </a:cubicBezTo>
                <a:cubicBezTo>
                  <a:pt x="3832" y="39"/>
                  <a:pt x="3848" y="36"/>
                  <a:pt x="3842" y="32"/>
                </a:cubicBezTo>
                <a:cubicBezTo>
                  <a:pt x="3805" y="33"/>
                  <a:pt x="3772" y="45"/>
                  <a:pt x="3740" y="43"/>
                </a:cubicBezTo>
                <a:cubicBezTo>
                  <a:pt x="3762" y="35"/>
                  <a:pt x="3718" y="36"/>
                  <a:pt x="3702" y="33"/>
                </a:cubicBezTo>
                <a:cubicBezTo>
                  <a:pt x="3708" y="32"/>
                  <a:pt x="3713" y="31"/>
                  <a:pt x="3708" y="29"/>
                </a:cubicBezTo>
                <a:cubicBezTo>
                  <a:pt x="3681" y="38"/>
                  <a:pt x="3697" y="48"/>
                  <a:pt x="3691" y="56"/>
                </a:cubicBezTo>
                <a:cubicBezTo>
                  <a:pt x="3670" y="57"/>
                  <a:pt x="3648" y="70"/>
                  <a:pt x="3616" y="60"/>
                </a:cubicBezTo>
                <a:cubicBezTo>
                  <a:pt x="3638" y="57"/>
                  <a:pt x="3616" y="53"/>
                  <a:pt x="3611" y="49"/>
                </a:cubicBezTo>
                <a:cubicBezTo>
                  <a:pt x="3578" y="56"/>
                  <a:pt x="3589" y="64"/>
                  <a:pt x="3584" y="73"/>
                </a:cubicBezTo>
                <a:cubicBezTo>
                  <a:pt x="3600" y="72"/>
                  <a:pt x="3594" y="63"/>
                  <a:pt x="3616" y="66"/>
                </a:cubicBezTo>
                <a:cubicBezTo>
                  <a:pt x="3621" y="73"/>
                  <a:pt x="3600" y="72"/>
                  <a:pt x="3578" y="77"/>
                </a:cubicBezTo>
                <a:cubicBezTo>
                  <a:pt x="3578" y="82"/>
                  <a:pt x="3611" y="79"/>
                  <a:pt x="3594" y="83"/>
                </a:cubicBezTo>
                <a:cubicBezTo>
                  <a:pt x="3540" y="90"/>
                  <a:pt x="3513" y="96"/>
                  <a:pt x="3465" y="101"/>
                </a:cubicBezTo>
                <a:cubicBezTo>
                  <a:pt x="3465" y="98"/>
                  <a:pt x="3481" y="94"/>
                  <a:pt x="3481" y="92"/>
                </a:cubicBezTo>
                <a:cubicBezTo>
                  <a:pt x="3508" y="90"/>
                  <a:pt x="3578" y="84"/>
                  <a:pt x="3573" y="79"/>
                </a:cubicBezTo>
                <a:cubicBezTo>
                  <a:pt x="3535" y="77"/>
                  <a:pt x="3530" y="83"/>
                  <a:pt x="3492" y="82"/>
                </a:cubicBezTo>
                <a:cubicBezTo>
                  <a:pt x="3508" y="73"/>
                  <a:pt x="3530" y="77"/>
                  <a:pt x="3557" y="73"/>
                </a:cubicBezTo>
                <a:cubicBezTo>
                  <a:pt x="3584" y="66"/>
                  <a:pt x="3573" y="53"/>
                  <a:pt x="3562" y="49"/>
                </a:cubicBezTo>
                <a:cubicBezTo>
                  <a:pt x="3573" y="49"/>
                  <a:pt x="3584" y="48"/>
                  <a:pt x="3600" y="45"/>
                </a:cubicBezTo>
                <a:cubicBezTo>
                  <a:pt x="3605" y="49"/>
                  <a:pt x="3616" y="49"/>
                  <a:pt x="3632" y="46"/>
                </a:cubicBezTo>
                <a:cubicBezTo>
                  <a:pt x="3621" y="40"/>
                  <a:pt x="3578" y="46"/>
                  <a:pt x="3584" y="39"/>
                </a:cubicBezTo>
                <a:cubicBezTo>
                  <a:pt x="3600" y="40"/>
                  <a:pt x="3621" y="43"/>
                  <a:pt x="3638" y="42"/>
                </a:cubicBezTo>
                <a:cubicBezTo>
                  <a:pt x="3632" y="38"/>
                  <a:pt x="3627" y="33"/>
                  <a:pt x="3632" y="29"/>
                </a:cubicBezTo>
                <a:cubicBezTo>
                  <a:pt x="3611" y="36"/>
                  <a:pt x="3594" y="32"/>
                  <a:pt x="3578" y="31"/>
                </a:cubicBezTo>
                <a:cubicBezTo>
                  <a:pt x="3562" y="33"/>
                  <a:pt x="3573" y="36"/>
                  <a:pt x="3551" y="39"/>
                </a:cubicBezTo>
                <a:cubicBezTo>
                  <a:pt x="3557" y="40"/>
                  <a:pt x="3567" y="42"/>
                  <a:pt x="3573" y="42"/>
                </a:cubicBezTo>
                <a:cubicBezTo>
                  <a:pt x="3540" y="42"/>
                  <a:pt x="3562" y="50"/>
                  <a:pt x="3540" y="55"/>
                </a:cubicBezTo>
                <a:cubicBezTo>
                  <a:pt x="3519" y="46"/>
                  <a:pt x="3546" y="48"/>
                  <a:pt x="3513" y="42"/>
                </a:cubicBezTo>
                <a:cubicBezTo>
                  <a:pt x="3481" y="45"/>
                  <a:pt x="3443" y="46"/>
                  <a:pt x="3432" y="35"/>
                </a:cubicBezTo>
                <a:cubicBezTo>
                  <a:pt x="3427" y="36"/>
                  <a:pt x="3416" y="36"/>
                  <a:pt x="3411" y="38"/>
                </a:cubicBezTo>
                <a:cubicBezTo>
                  <a:pt x="3405" y="43"/>
                  <a:pt x="3427" y="45"/>
                  <a:pt x="3427" y="49"/>
                </a:cubicBezTo>
                <a:cubicBezTo>
                  <a:pt x="3395" y="46"/>
                  <a:pt x="3351" y="63"/>
                  <a:pt x="3297" y="55"/>
                </a:cubicBezTo>
                <a:cubicBezTo>
                  <a:pt x="3324" y="57"/>
                  <a:pt x="3330" y="42"/>
                  <a:pt x="3362" y="45"/>
                </a:cubicBezTo>
                <a:cubicBezTo>
                  <a:pt x="3357" y="46"/>
                  <a:pt x="3346" y="48"/>
                  <a:pt x="3351" y="49"/>
                </a:cubicBezTo>
                <a:cubicBezTo>
                  <a:pt x="3362" y="48"/>
                  <a:pt x="3368" y="52"/>
                  <a:pt x="3384" y="48"/>
                </a:cubicBezTo>
                <a:cubicBezTo>
                  <a:pt x="3373" y="31"/>
                  <a:pt x="3459" y="33"/>
                  <a:pt x="3459" y="28"/>
                </a:cubicBezTo>
                <a:cubicBezTo>
                  <a:pt x="3416" y="33"/>
                  <a:pt x="3373" y="26"/>
                  <a:pt x="3330" y="31"/>
                </a:cubicBezTo>
                <a:cubicBezTo>
                  <a:pt x="3335" y="32"/>
                  <a:pt x="3324" y="33"/>
                  <a:pt x="3319" y="35"/>
                </a:cubicBezTo>
                <a:cubicBezTo>
                  <a:pt x="3324" y="38"/>
                  <a:pt x="3330" y="39"/>
                  <a:pt x="3324" y="42"/>
                </a:cubicBezTo>
                <a:cubicBezTo>
                  <a:pt x="3303" y="43"/>
                  <a:pt x="3297" y="52"/>
                  <a:pt x="3292" y="49"/>
                </a:cubicBezTo>
                <a:cubicBezTo>
                  <a:pt x="3292" y="46"/>
                  <a:pt x="3308" y="43"/>
                  <a:pt x="3292" y="40"/>
                </a:cubicBezTo>
                <a:cubicBezTo>
                  <a:pt x="3287" y="40"/>
                  <a:pt x="3281" y="43"/>
                  <a:pt x="3276" y="42"/>
                </a:cubicBezTo>
                <a:cubicBezTo>
                  <a:pt x="3254" y="46"/>
                  <a:pt x="3260" y="55"/>
                  <a:pt x="3227" y="52"/>
                </a:cubicBezTo>
                <a:cubicBezTo>
                  <a:pt x="3222" y="48"/>
                  <a:pt x="3260" y="46"/>
                  <a:pt x="3249" y="42"/>
                </a:cubicBezTo>
                <a:cubicBezTo>
                  <a:pt x="3227" y="48"/>
                  <a:pt x="3216" y="39"/>
                  <a:pt x="3200" y="45"/>
                </a:cubicBezTo>
                <a:cubicBezTo>
                  <a:pt x="3211" y="49"/>
                  <a:pt x="3222" y="52"/>
                  <a:pt x="3200" y="55"/>
                </a:cubicBezTo>
                <a:cubicBezTo>
                  <a:pt x="3206" y="42"/>
                  <a:pt x="3162" y="53"/>
                  <a:pt x="3195" y="40"/>
                </a:cubicBezTo>
                <a:cubicBezTo>
                  <a:pt x="3227" y="45"/>
                  <a:pt x="3270" y="32"/>
                  <a:pt x="3303" y="40"/>
                </a:cubicBezTo>
                <a:cubicBezTo>
                  <a:pt x="3324" y="39"/>
                  <a:pt x="3297" y="28"/>
                  <a:pt x="3292" y="31"/>
                </a:cubicBezTo>
                <a:cubicBezTo>
                  <a:pt x="3292" y="33"/>
                  <a:pt x="3254" y="33"/>
                  <a:pt x="3249" y="36"/>
                </a:cubicBezTo>
                <a:cubicBezTo>
                  <a:pt x="3238" y="33"/>
                  <a:pt x="3249" y="32"/>
                  <a:pt x="3249" y="29"/>
                </a:cubicBezTo>
                <a:cubicBezTo>
                  <a:pt x="3243" y="29"/>
                  <a:pt x="3243" y="31"/>
                  <a:pt x="3238" y="29"/>
                </a:cubicBezTo>
                <a:cubicBezTo>
                  <a:pt x="3232" y="29"/>
                  <a:pt x="3227" y="29"/>
                  <a:pt x="3222" y="29"/>
                </a:cubicBezTo>
                <a:cubicBezTo>
                  <a:pt x="3227" y="32"/>
                  <a:pt x="3243" y="35"/>
                  <a:pt x="3232" y="38"/>
                </a:cubicBezTo>
                <a:cubicBezTo>
                  <a:pt x="3227" y="35"/>
                  <a:pt x="3222" y="38"/>
                  <a:pt x="3211" y="36"/>
                </a:cubicBezTo>
                <a:cubicBezTo>
                  <a:pt x="3200" y="33"/>
                  <a:pt x="3211" y="32"/>
                  <a:pt x="3200" y="29"/>
                </a:cubicBezTo>
                <a:cubicBezTo>
                  <a:pt x="3179" y="28"/>
                  <a:pt x="3190" y="32"/>
                  <a:pt x="3168" y="35"/>
                </a:cubicBezTo>
                <a:cubicBezTo>
                  <a:pt x="3179" y="26"/>
                  <a:pt x="3076" y="29"/>
                  <a:pt x="3125" y="33"/>
                </a:cubicBezTo>
                <a:cubicBezTo>
                  <a:pt x="3119" y="35"/>
                  <a:pt x="3109" y="38"/>
                  <a:pt x="3103" y="39"/>
                </a:cubicBezTo>
                <a:cubicBezTo>
                  <a:pt x="3087" y="31"/>
                  <a:pt x="3060" y="38"/>
                  <a:pt x="3044" y="35"/>
                </a:cubicBezTo>
                <a:cubicBezTo>
                  <a:pt x="3038" y="33"/>
                  <a:pt x="3049" y="32"/>
                  <a:pt x="3044" y="29"/>
                </a:cubicBezTo>
                <a:cubicBezTo>
                  <a:pt x="3028" y="29"/>
                  <a:pt x="3011" y="36"/>
                  <a:pt x="2995" y="29"/>
                </a:cubicBezTo>
                <a:cubicBezTo>
                  <a:pt x="2974" y="31"/>
                  <a:pt x="2984" y="39"/>
                  <a:pt x="2968" y="36"/>
                </a:cubicBezTo>
                <a:cubicBezTo>
                  <a:pt x="2974" y="25"/>
                  <a:pt x="2876" y="25"/>
                  <a:pt x="2849" y="36"/>
                </a:cubicBezTo>
                <a:cubicBezTo>
                  <a:pt x="2822" y="38"/>
                  <a:pt x="2855" y="28"/>
                  <a:pt x="2833" y="31"/>
                </a:cubicBezTo>
                <a:cubicBezTo>
                  <a:pt x="2844" y="33"/>
                  <a:pt x="2806" y="36"/>
                  <a:pt x="2806" y="33"/>
                </a:cubicBezTo>
                <a:cubicBezTo>
                  <a:pt x="2812" y="31"/>
                  <a:pt x="2801" y="28"/>
                  <a:pt x="2801" y="26"/>
                </a:cubicBezTo>
                <a:cubicBezTo>
                  <a:pt x="2774" y="28"/>
                  <a:pt x="2812" y="32"/>
                  <a:pt x="2785" y="35"/>
                </a:cubicBezTo>
                <a:cubicBezTo>
                  <a:pt x="2785" y="32"/>
                  <a:pt x="2774" y="33"/>
                  <a:pt x="2774" y="32"/>
                </a:cubicBezTo>
                <a:cubicBezTo>
                  <a:pt x="2795" y="31"/>
                  <a:pt x="2774" y="22"/>
                  <a:pt x="2779" y="28"/>
                </a:cubicBezTo>
                <a:cubicBezTo>
                  <a:pt x="2763" y="29"/>
                  <a:pt x="2769" y="38"/>
                  <a:pt x="2747" y="35"/>
                </a:cubicBezTo>
                <a:cubicBezTo>
                  <a:pt x="2742" y="31"/>
                  <a:pt x="2763" y="25"/>
                  <a:pt x="2736" y="23"/>
                </a:cubicBezTo>
                <a:cubicBezTo>
                  <a:pt x="2731" y="32"/>
                  <a:pt x="2688" y="40"/>
                  <a:pt x="2671" y="32"/>
                </a:cubicBezTo>
                <a:cubicBezTo>
                  <a:pt x="2661" y="36"/>
                  <a:pt x="2661" y="48"/>
                  <a:pt x="2634" y="42"/>
                </a:cubicBezTo>
                <a:cubicBezTo>
                  <a:pt x="2644" y="40"/>
                  <a:pt x="2650" y="39"/>
                  <a:pt x="2639" y="36"/>
                </a:cubicBezTo>
                <a:cubicBezTo>
                  <a:pt x="2634" y="38"/>
                  <a:pt x="2628" y="39"/>
                  <a:pt x="2623" y="38"/>
                </a:cubicBezTo>
                <a:cubicBezTo>
                  <a:pt x="2628" y="25"/>
                  <a:pt x="2698" y="35"/>
                  <a:pt x="2698" y="23"/>
                </a:cubicBezTo>
                <a:cubicBezTo>
                  <a:pt x="2666" y="28"/>
                  <a:pt x="2639" y="22"/>
                  <a:pt x="2612" y="28"/>
                </a:cubicBezTo>
                <a:cubicBezTo>
                  <a:pt x="2601" y="29"/>
                  <a:pt x="2607" y="32"/>
                  <a:pt x="2601" y="33"/>
                </a:cubicBezTo>
                <a:cubicBezTo>
                  <a:pt x="2580" y="28"/>
                  <a:pt x="2574" y="48"/>
                  <a:pt x="2542" y="36"/>
                </a:cubicBezTo>
                <a:cubicBezTo>
                  <a:pt x="2580" y="36"/>
                  <a:pt x="2563" y="29"/>
                  <a:pt x="2601" y="26"/>
                </a:cubicBezTo>
                <a:cubicBezTo>
                  <a:pt x="2563" y="21"/>
                  <a:pt x="2525" y="28"/>
                  <a:pt x="2488" y="26"/>
                </a:cubicBezTo>
                <a:cubicBezTo>
                  <a:pt x="2499" y="33"/>
                  <a:pt x="2515" y="23"/>
                  <a:pt x="2520" y="31"/>
                </a:cubicBezTo>
                <a:cubicBezTo>
                  <a:pt x="2515" y="31"/>
                  <a:pt x="2515" y="33"/>
                  <a:pt x="2515" y="33"/>
                </a:cubicBezTo>
                <a:cubicBezTo>
                  <a:pt x="2493" y="29"/>
                  <a:pt x="2455" y="32"/>
                  <a:pt x="2472" y="22"/>
                </a:cubicBezTo>
                <a:cubicBezTo>
                  <a:pt x="2466" y="23"/>
                  <a:pt x="2461" y="23"/>
                  <a:pt x="2461" y="22"/>
                </a:cubicBezTo>
                <a:cubicBezTo>
                  <a:pt x="2450" y="23"/>
                  <a:pt x="2445" y="22"/>
                  <a:pt x="2439" y="23"/>
                </a:cubicBezTo>
                <a:cubicBezTo>
                  <a:pt x="2450" y="26"/>
                  <a:pt x="2445" y="28"/>
                  <a:pt x="2434" y="31"/>
                </a:cubicBezTo>
                <a:cubicBezTo>
                  <a:pt x="2455" y="33"/>
                  <a:pt x="2455" y="36"/>
                  <a:pt x="2428" y="42"/>
                </a:cubicBezTo>
                <a:cubicBezTo>
                  <a:pt x="2428" y="38"/>
                  <a:pt x="2423" y="36"/>
                  <a:pt x="2407" y="35"/>
                </a:cubicBezTo>
                <a:cubicBezTo>
                  <a:pt x="2434" y="33"/>
                  <a:pt x="2417" y="29"/>
                  <a:pt x="2423" y="26"/>
                </a:cubicBezTo>
                <a:cubicBezTo>
                  <a:pt x="2407" y="22"/>
                  <a:pt x="2396" y="18"/>
                  <a:pt x="2374" y="23"/>
                </a:cubicBezTo>
                <a:cubicBezTo>
                  <a:pt x="2385" y="31"/>
                  <a:pt x="2396" y="26"/>
                  <a:pt x="2407" y="28"/>
                </a:cubicBezTo>
                <a:cubicBezTo>
                  <a:pt x="2380" y="29"/>
                  <a:pt x="2417" y="33"/>
                  <a:pt x="2391" y="36"/>
                </a:cubicBezTo>
                <a:cubicBezTo>
                  <a:pt x="2391" y="32"/>
                  <a:pt x="2396" y="26"/>
                  <a:pt x="2374" y="29"/>
                </a:cubicBezTo>
                <a:cubicBezTo>
                  <a:pt x="2380" y="35"/>
                  <a:pt x="2337" y="32"/>
                  <a:pt x="2342" y="39"/>
                </a:cubicBezTo>
                <a:cubicBezTo>
                  <a:pt x="2315" y="29"/>
                  <a:pt x="2315" y="45"/>
                  <a:pt x="2294" y="39"/>
                </a:cubicBezTo>
                <a:cubicBezTo>
                  <a:pt x="2304" y="35"/>
                  <a:pt x="2283" y="31"/>
                  <a:pt x="2299" y="28"/>
                </a:cubicBezTo>
                <a:cubicBezTo>
                  <a:pt x="2294" y="31"/>
                  <a:pt x="2304" y="35"/>
                  <a:pt x="2321" y="35"/>
                </a:cubicBezTo>
                <a:cubicBezTo>
                  <a:pt x="2337" y="28"/>
                  <a:pt x="2347" y="33"/>
                  <a:pt x="2369" y="25"/>
                </a:cubicBezTo>
                <a:cubicBezTo>
                  <a:pt x="2326" y="22"/>
                  <a:pt x="2277" y="22"/>
                  <a:pt x="2250" y="26"/>
                </a:cubicBezTo>
                <a:cubicBezTo>
                  <a:pt x="2229" y="16"/>
                  <a:pt x="2142" y="16"/>
                  <a:pt x="2126" y="32"/>
                </a:cubicBezTo>
                <a:cubicBezTo>
                  <a:pt x="2126" y="23"/>
                  <a:pt x="2110" y="32"/>
                  <a:pt x="2099" y="29"/>
                </a:cubicBezTo>
                <a:cubicBezTo>
                  <a:pt x="2083" y="23"/>
                  <a:pt x="2121" y="25"/>
                  <a:pt x="2115" y="21"/>
                </a:cubicBezTo>
                <a:cubicBezTo>
                  <a:pt x="2083" y="21"/>
                  <a:pt x="2077" y="33"/>
                  <a:pt x="2045" y="31"/>
                </a:cubicBezTo>
                <a:cubicBezTo>
                  <a:pt x="2045" y="26"/>
                  <a:pt x="2067" y="28"/>
                  <a:pt x="2067" y="21"/>
                </a:cubicBezTo>
                <a:cubicBezTo>
                  <a:pt x="2056" y="23"/>
                  <a:pt x="2045" y="22"/>
                  <a:pt x="2034" y="25"/>
                </a:cubicBezTo>
                <a:cubicBezTo>
                  <a:pt x="2040" y="28"/>
                  <a:pt x="2051" y="38"/>
                  <a:pt x="2024" y="35"/>
                </a:cubicBezTo>
                <a:cubicBezTo>
                  <a:pt x="2024" y="29"/>
                  <a:pt x="2040" y="23"/>
                  <a:pt x="2018" y="18"/>
                </a:cubicBezTo>
                <a:cubicBezTo>
                  <a:pt x="1997" y="22"/>
                  <a:pt x="1986" y="18"/>
                  <a:pt x="1964" y="21"/>
                </a:cubicBezTo>
                <a:cubicBezTo>
                  <a:pt x="1975" y="29"/>
                  <a:pt x="2018" y="19"/>
                  <a:pt x="2007" y="28"/>
                </a:cubicBezTo>
                <a:cubicBezTo>
                  <a:pt x="1997" y="26"/>
                  <a:pt x="1927" y="32"/>
                  <a:pt x="1970" y="32"/>
                </a:cubicBezTo>
                <a:cubicBezTo>
                  <a:pt x="1948" y="35"/>
                  <a:pt x="1953" y="45"/>
                  <a:pt x="1927" y="40"/>
                </a:cubicBezTo>
                <a:cubicBezTo>
                  <a:pt x="1959" y="35"/>
                  <a:pt x="1905" y="28"/>
                  <a:pt x="1959" y="22"/>
                </a:cubicBezTo>
                <a:cubicBezTo>
                  <a:pt x="1932" y="16"/>
                  <a:pt x="1900" y="21"/>
                  <a:pt x="1867" y="21"/>
                </a:cubicBezTo>
                <a:cubicBezTo>
                  <a:pt x="1883" y="26"/>
                  <a:pt x="1900" y="25"/>
                  <a:pt x="1921" y="28"/>
                </a:cubicBezTo>
                <a:cubicBezTo>
                  <a:pt x="1900" y="28"/>
                  <a:pt x="1910" y="29"/>
                  <a:pt x="1894" y="33"/>
                </a:cubicBezTo>
                <a:cubicBezTo>
                  <a:pt x="1900" y="23"/>
                  <a:pt x="1873" y="35"/>
                  <a:pt x="1862" y="32"/>
                </a:cubicBezTo>
                <a:cubicBezTo>
                  <a:pt x="1840" y="26"/>
                  <a:pt x="1867" y="23"/>
                  <a:pt x="1851" y="19"/>
                </a:cubicBezTo>
                <a:cubicBezTo>
                  <a:pt x="1824" y="18"/>
                  <a:pt x="1829" y="28"/>
                  <a:pt x="1802" y="26"/>
                </a:cubicBezTo>
                <a:cubicBezTo>
                  <a:pt x="1797" y="23"/>
                  <a:pt x="1808" y="21"/>
                  <a:pt x="1802" y="18"/>
                </a:cubicBezTo>
                <a:cubicBezTo>
                  <a:pt x="1786" y="26"/>
                  <a:pt x="1759" y="26"/>
                  <a:pt x="1748" y="16"/>
                </a:cubicBezTo>
                <a:cubicBezTo>
                  <a:pt x="1711" y="21"/>
                  <a:pt x="1711" y="16"/>
                  <a:pt x="1678" y="26"/>
                </a:cubicBezTo>
                <a:cubicBezTo>
                  <a:pt x="1678" y="21"/>
                  <a:pt x="1640" y="19"/>
                  <a:pt x="1624" y="16"/>
                </a:cubicBezTo>
                <a:cubicBezTo>
                  <a:pt x="1592" y="22"/>
                  <a:pt x="1597" y="26"/>
                  <a:pt x="1575" y="26"/>
                </a:cubicBezTo>
                <a:cubicBezTo>
                  <a:pt x="1603" y="21"/>
                  <a:pt x="1549" y="19"/>
                  <a:pt x="1559" y="15"/>
                </a:cubicBezTo>
                <a:cubicBezTo>
                  <a:pt x="1532" y="18"/>
                  <a:pt x="1511" y="23"/>
                  <a:pt x="1489" y="15"/>
                </a:cubicBezTo>
                <a:cubicBezTo>
                  <a:pt x="1468" y="21"/>
                  <a:pt x="1441" y="25"/>
                  <a:pt x="1419" y="18"/>
                </a:cubicBezTo>
                <a:cubicBezTo>
                  <a:pt x="1403" y="21"/>
                  <a:pt x="1392" y="23"/>
                  <a:pt x="1376" y="26"/>
                </a:cubicBezTo>
                <a:cubicBezTo>
                  <a:pt x="1365" y="19"/>
                  <a:pt x="1344" y="25"/>
                  <a:pt x="1333" y="21"/>
                </a:cubicBezTo>
                <a:cubicBezTo>
                  <a:pt x="1349" y="18"/>
                  <a:pt x="1381" y="22"/>
                  <a:pt x="1371" y="15"/>
                </a:cubicBezTo>
                <a:cubicBezTo>
                  <a:pt x="1333" y="14"/>
                  <a:pt x="1290" y="23"/>
                  <a:pt x="1252" y="14"/>
                </a:cubicBezTo>
                <a:cubicBezTo>
                  <a:pt x="1225" y="21"/>
                  <a:pt x="1214" y="25"/>
                  <a:pt x="1187" y="19"/>
                </a:cubicBezTo>
                <a:cubicBezTo>
                  <a:pt x="1203" y="18"/>
                  <a:pt x="1235" y="18"/>
                  <a:pt x="1225" y="11"/>
                </a:cubicBezTo>
                <a:cubicBezTo>
                  <a:pt x="1209" y="14"/>
                  <a:pt x="1187" y="12"/>
                  <a:pt x="1171" y="15"/>
                </a:cubicBezTo>
                <a:cubicBezTo>
                  <a:pt x="1171" y="23"/>
                  <a:pt x="1192" y="25"/>
                  <a:pt x="1198" y="28"/>
                </a:cubicBezTo>
                <a:cubicBezTo>
                  <a:pt x="1176" y="23"/>
                  <a:pt x="1149" y="32"/>
                  <a:pt x="1133" y="25"/>
                </a:cubicBezTo>
                <a:cubicBezTo>
                  <a:pt x="1144" y="23"/>
                  <a:pt x="1155" y="26"/>
                  <a:pt x="1171" y="22"/>
                </a:cubicBezTo>
                <a:cubicBezTo>
                  <a:pt x="1149" y="16"/>
                  <a:pt x="1155" y="14"/>
                  <a:pt x="1133" y="10"/>
                </a:cubicBezTo>
                <a:cubicBezTo>
                  <a:pt x="1117" y="14"/>
                  <a:pt x="1084" y="12"/>
                  <a:pt x="1052" y="14"/>
                </a:cubicBezTo>
                <a:cubicBezTo>
                  <a:pt x="1047" y="21"/>
                  <a:pt x="1031" y="28"/>
                  <a:pt x="993" y="28"/>
                </a:cubicBezTo>
                <a:cubicBezTo>
                  <a:pt x="1009" y="25"/>
                  <a:pt x="998" y="23"/>
                  <a:pt x="1014" y="23"/>
                </a:cubicBezTo>
                <a:cubicBezTo>
                  <a:pt x="1009" y="18"/>
                  <a:pt x="993" y="18"/>
                  <a:pt x="982" y="18"/>
                </a:cubicBezTo>
                <a:cubicBezTo>
                  <a:pt x="982" y="16"/>
                  <a:pt x="987" y="16"/>
                  <a:pt x="982" y="15"/>
                </a:cubicBezTo>
                <a:cubicBezTo>
                  <a:pt x="1004" y="15"/>
                  <a:pt x="1036" y="22"/>
                  <a:pt x="1041" y="12"/>
                </a:cubicBezTo>
                <a:cubicBezTo>
                  <a:pt x="1009" y="8"/>
                  <a:pt x="987" y="14"/>
                  <a:pt x="966" y="10"/>
                </a:cubicBezTo>
                <a:cubicBezTo>
                  <a:pt x="950" y="16"/>
                  <a:pt x="912" y="18"/>
                  <a:pt x="890" y="16"/>
                </a:cubicBezTo>
                <a:cubicBezTo>
                  <a:pt x="906" y="19"/>
                  <a:pt x="885" y="22"/>
                  <a:pt x="885" y="25"/>
                </a:cubicBezTo>
                <a:cubicBezTo>
                  <a:pt x="869" y="12"/>
                  <a:pt x="912" y="16"/>
                  <a:pt x="923" y="10"/>
                </a:cubicBezTo>
                <a:cubicBezTo>
                  <a:pt x="869" y="11"/>
                  <a:pt x="842" y="4"/>
                  <a:pt x="831" y="18"/>
                </a:cubicBezTo>
                <a:cubicBezTo>
                  <a:pt x="831" y="15"/>
                  <a:pt x="831" y="12"/>
                  <a:pt x="825" y="10"/>
                </a:cubicBezTo>
                <a:cubicBezTo>
                  <a:pt x="804" y="16"/>
                  <a:pt x="787" y="8"/>
                  <a:pt x="771" y="6"/>
                </a:cubicBezTo>
                <a:cubicBezTo>
                  <a:pt x="750" y="8"/>
                  <a:pt x="744" y="18"/>
                  <a:pt x="734" y="15"/>
                </a:cubicBezTo>
                <a:cubicBezTo>
                  <a:pt x="723" y="12"/>
                  <a:pt x="739" y="5"/>
                  <a:pt x="717" y="8"/>
                </a:cubicBezTo>
                <a:cubicBezTo>
                  <a:pt x="717" y="10"/>
                  <a:pt x="712" y="18"/>
                  <a:pt x="696" y="15"/>
                </a:cubicBezTo>
                <a:cubicBezTo>
                  <a:pt x="690" y="12"/>
                  <a:pt x="712" y="10"/>
                  <a:pt x="690" y="5"/>
                </a:cubicBezTo>
                <a:cubicBezTo>
                  <a:pt x="680" y="15"/>
                  <a:pt x="647" y="15"/>
                  <a:pt x="631" y="25"/>
                </a:cubicBezTo>
                <a:cubicBezTo>
                  <a:pt x="631" y="21"/>
                  <a:pt x="626" y="23"/>
                  <a:pt x="615" y="19"/>
                </a:cubicBezTo>
                <a:cubicBezTo>
                  <a:pt x="642" y="15"/>
                  <a:pt x="631" y="12"/>
                  <a:pt x="658" y="11"/>
                </a:cubicBezTo>
                <a:cubicBezTo>
                  <a:pt x="637" y="10"/>
                  <a:pt x="593" y="0"/>
                  <a:pt x="583" y="10"/>
                </a:cubicBezTo>
                <a:cubicBezTo>
                  <a:pt x="593" y="8"/>
                  <a:pt x="599" y="11"/>
                  <a:pt x="593" y="12"/>
                </a:cubicBezTo>
                <a:cubicBezTo>
                  <a:pt x="555" y="11"/>
                  <a:pt x="550" y="23"/>
                  <a:pt x="529" y="29"/>
                </a:cubicBezTo>
                <a:cubicBezTo>
                  <a:pt x="485" y="18"/>
                  <a:pt x="566" y="16"/>
                  <a:pt x="561" y="8"/>
                </a:cubicBezTo>
                <a:cubicBezTo>
                  <a:pt x="512" y="2"/>
                  <a:pt x="421" y="16"/>
                  <a:pt x="453" y="31"/>
                </a:cubicBezTo>
                <a:cubicBezTo>
                  <a:pt x="431" y="29"/>
                  <a:pt x="404" y="33"/>
                  <a:pt x="383" y="28"/>
                </a:cubicBezTo>
                <a:cubicBezTo>
                  <a:pt x="431" y="21"/>
                  <a:pt x="453" y="18"/>
                  <a:pt x="453" y="5"/>
                </a:cubicBezTo>
                <a:cubicBezTo>
                  <a:pt x="404" y="6"/>
                  <a:pt x="415" y="15"/>
                  <a:pt x="367" y="21"/>
                </a:cubicBezTo>
                <a:cubicBezTo>
                  <a:pt x="356" y="18"/>
                  <a:pt x="350" y="19"/>
                  <a:pt x="340" y="16"/>
                </a:cubicBezTo>
                <a:cubicBezTo>
                  <a:pt x="372" y="18"/>
                  <a:pt x="350" y="6"/>
                  <a:pt x="377" y="8"/>
                </a:cubicBezTo>
                <a:cubicBezTo>
                  <a:pt x="329" y="5"/>
                  <a:pt x="280" y="10"/>
                  <a:pt x="237" y="6"/>
                </a:cubicBezTo>
                <a:cubicBezTo>
                  <a:pt x="215" y="21"/>
                  <a:pt x="107" y="10"/>
                  <a:pt x="102" y="23"/>
                </a:cubicBezTo>
                <a:moveTo>
                  <a:pt x="3600" y="87"/>
                </a:moveTo>
                <a:cubicBezTo>
                  <a:pt x="3600" y="90"/>
                  <a:pt x="3600" y="92"/>
                  <a:pt x="3611" y="94"/>
                </a:cubicBezTo>
                <a:cubicBezTo>
                  <a:pt x="3600" y="94"/>
                  <a:pt x="3594" y="96"/>
                  <a:pt x="3589" y="97"/>
                </a:cubicBezTo>
                <a:cubicBezTo>
                  <a:pt x="3584" y="96"/>
                  <a:pt x="3578" y="94"/>
                  <a:pt x="3573" y="96"/>
                </a:cubicBezTo>
                <a:cubicBezTo>
                  <a:pt x="3562" y="93"/>
                  <a:pt x="3594" y="90"/>
                  <a:pt x="3600" y="87"/>
                </a:cubicBezTo>
                <a:moveTo>
                  <a:pt x="2126" y="124"/>
                </a:moveTo>
                <a:cubicBezTo>
                  <a:pt x="2115" y="118"/>
                  <a:pt x="2094" y="124"/>
                  <a:pt x="2094" y="117"/>
                </a:cubicBezTo>
                <a:cubicBezTo>
                  <a:pt x="2132" y="121"/>
                  <a:pt x="2159" y="115"/>
                  <a:pt x="2175" y="108"/>
                </a:cubicBezTo>
                <a:cubicBezTo>
                  <a:pt x="2180" y="115"/>
                  <a:pt x="2153" y="120"/>
                  <a:pt x="2126" y="124"/>
                </a:cubicBezTo>
                <a:moveTo>
                  <a:pt x="2229" y="108"/>
                </a:moveTo>
                <a:cubicBezTo>
                  <a:pt x="2223" y="103"/>
                  <a:pt x="2261" y="98"/>
                  <a:pt x="2272" y="104"/>
                </a:cubicBezTo>
                <a:cubicBezTo>
                  <a:pt x="2277" y="103"/>
                  <a:pt x="2272" y="101"/>
                  <a:pt x="2267" y="100"/>
                </a:cubicBezTo>
                <a:cubicBezTo>
                  <a:pt x="2283" y="94"/>
                  <a:pt x="2288" y="100"/>
                  <a:pt x="2304" y="97"/>
                </a:cubicBezTo>
                <a:cubicBezTo>
                  <a:pt x="2299" y="101"/>
                  <a:pt x="2277" y="103"/>
                  <a:pt x="2261" y="110"/>
                </a:cubicBezTo>
                <a:cubicBezTo>
                  <a:pt x="2250" y="108"/>
                  <a:pt x="2240" y="104"/>
                  <a:pt x="2229" y="108"/>
                </a:cubicBezTo>
                <a:moveTo>
                  <a:pt x="2299" y="93"/>
                </a:moveTo>
                <a:cubicBezTo>
                  <a:pt x="2310" y="92"/>
                  <a:pt x="2315" y="90"/>
                  <a:pt x="2326" y="89"/>
                </a:cubicBezTo>
                <a:cubicBezTo>
                  <a:pt x="2337" y="96"/>
                  <a:pt x="2304" y="94"/>
                  <a:pt x="2342" y="100"/>
                </a:cubicBezTo>
                <a:cubicBezTo>
                  <a:pt x="2342" y="100"/>
                  <a:pt x="2347" y="98"/>
                  <a:pt x="2353" y="98"/>
                </a:cubicBezTo>
                <a:cubicBezTo>
                  <a:pt x="2364" y="103"/>
                  <a:pt x="2337" y="98"/>
                  <a:pt x="2326" y="103"/>
                </a:cubicBezTo>
                <a:cubicBezTo>
                  <a:pt x="2331" y="98"/>
                  <a:pt x="2310" y="97"/>
                  <a:pt x="2315" y="103"/>
                </a:cubicBezTo>
                <a:cubicBezTo>
                  <a:pt x="2310" y="107"/>
                  <a:pt x="2310" y="96"/>
                  <a:pt x="2299" y="93"/>
                </a:cubicBezTo>
                <a:moveTo>
                  <a:pt x="2267" y="118"/>
                </a:moveTo>
                <a:cubicBezTo>
                  <a:pt x="2256" y="114"/>
                  <a:pt x="2277" y="110"/>
                  <a:pt x="2294" y="110"/>
                </a:cubicBezTo>
                <a:cubicBezTo>
                  <a:pt x="2304" y="114"/>
                  <a:pt x="2277" y="118"/>
                  <a:pt x="2267" y="118"/>
                </a:cubicBezTo>
                <a:moveTo>
                  <a:pt x="2342" y="115"/>
                </a:moveTo>
                <a:cubicBezTo>
                  <a:pt x="2342" y="113"/>
                  <a:pt x="2342" y="111"/>
                  <a:pt x="2337" y="108"/>
                </a:cubicBezTo>
                <a:cubicBezTo>
                  <a:pt x="2353" y="104"/>
                  <a:pt x="2364" y="107"/>
                  <a:pt x="2374" y="106"/>
                </a:cubicBezTo>
                <a:cubicBezTo>
                  <a:pt x="2385" y="110"/>
                  <a:pt x="2353" y="111"/>
                  <a:pt x="2342" y="115"/>
                </a:cubicBezTo>
                <a:moveTo>
                  <a:pt x="2472" y="79"/>
                </a:moveTo>
                <a:cubicBezTo>
                  <a:pt x="2461" y="73"/>
                  <a:pt x="2493" y="76"/>
                  <a:pt x="2499" y="76"/>
                </a:cubicBezTo>
                <a:cubicBezTo>
                  <a:pt x="2499" y="79"/>
                  <a:pt x="2493" y="82"/>
                  <a:pt x="2499" y="86"/>
                </a:cubicBezTo>
                <a:cubicBezTo>
                  <a:pt x="2493" y="94"/>
                  <a:pt x="2493" y="70"/>
                  <a:pt x="2472" y="79"/>
                </a:cubicBezTo>
                <a:moveTo>
                  <a:pt x="2536" y="64"/>
                </a:moveTo>
                <a:cubicBezTo>
                  <a:pt x="2553" y="70"/>
                  <a:pt x="2542" y="76"/>
                  <a:pt x="2536" y="80"/>
                </a:cubicBezTo>
                <a:cubicBezTo>
                  <a:pt x="2520" y="74"/>
                  <a:pt x="2509" y="69"/>
                  <a:pt x="2536" y="64"/>
                </a:cubicBezTo>
                <a:moveTo>
                  <a:pt x="2472" y="114"/>
                </a:moveTo>
                <a:cubicBezTo>
                  <a:pt x="2466" y="113"/>
                  <a:pt x="2488" y="107"/>
                  <a:pt x="2461" y="111"/>
                </a:cubicBezTo>
                <a:cubicBezTo>
                  <a:pt x="2461" y="103"/>
                  <a:pt x="2428" y="110"/>
                  <a:pt x="2445" y="103"/>
                </a:cubicBezTo>
                <a:cubicBezTo>
                  <a:pt x="2493" y="101"/>
                  <a:pt x="2482" y="104"/>
                  <a:pt x="2520" y="101"/>
                </a:cubicBezTo>
                <a:cubicBezTo>
                  <a:pt x="2531" y="100"/>
                  <a:pt x="2520" y="106"/>
                  <a:pt x="2536" y="104"/>
                </a:cubicBezTo>
                <a:cubicBezTo>
                  <a:pt x="2531" y="113"/>
                  <a:pt x="2477" y="101"/>
                  <a:pt x="2472" y="114"/>
                </a:cubicBezTo>
                <a:moveTo>
                  <a:pt x="2553" y="87"/>
                </a:moveTo>
                <a:cubicBezTo>
                  <a:pt x="2558" y="89"/>
                  <a:pt x="2553" y="90"/>
                  <a:pt x="2547" y="92"/>
                </a:cubicBezTo>
                <a:cubicBezTo>
                  <a:pt x="2553" y="92"/>
                  <a:pt x="2558" y="93"/>
                  <a:pt x="2569" y="94"/>
                </a:cubicBezTo>
                <a:cubicBezTo>
                  <a:pt x="2542" y="101"/>
                  <a:pt x="2520" y="90"/>
                  <a:pt x="2553" y="87"/>
                </a:cubicBezTo>
                <a:moveTo>
                  <a:pt x="2569" y="110"/>
                </a:moveTo>
                <a:cubicBezTo>
                  <a:pt x="2563" y="111"/>
                  <a:pt x="2547" y="110"/>
                  <a:pt x="2553" y="113"/>
                </a:cubicBezTo>
                <a:cubicBezTo>
                  <a:pt x="2531" y="117"/>
                  <a:pt x="2542" y="104"/>
                  <a:pt x="2553" y="110"/>
                </a:cubicBezTo>
                <a:cubicBezTo>
                  <a:pt x="2553" y="107"/>
                  <a:pt x="2553" y="94"/>
                  <a:pt x="2580" y="103"/>
                </a:cubicBezTo>
                <a:cubicBezTo>
                  <a:pt x="2574" y="104"/>
                  <a:pt x="2574" y="103"/>
                  <a:pt x="2569" y="101"/>
                </a:cubicBezTo>
                <a:cubicBezTo>
                  <a:pt x="2569" y="104"/>
                  <a:pt x="2569" y="107"/>
                  <a:pt x="2569" y="110"/>
                </a:cubicBezTo>
                <a:moveTo>
                  <a:pt x="2623" y="97"/>
                </a:moveTo>
                <a:cubicBezTo>
                  <a:pt x="2628" y="94"/>
                  <a:pt x="2639" y="93"/>
                  <a:pt x="2634" y="92"/>
                </a:cubicBezTo>
                <a:cubicBezTo>
                  <a:pt x="2661" y="87"/>
                  <a:pt x="2644" y="101"/>
                  <a:pt x="2666" y="97"/>
                </a:cubicBezTo>
                <a:cubicBezTo>
                  <a:pt x="2671" y="101"/>
                  <a:pt x="2628" y="103"/>
                  <a:pt x="2623" y="97"/>
                </a:cubicBezTo>
                <a:moveTo>
                  <a:pt x="2715" y="90"/>
                </a:moveTo>
                <a:cubicBezTo>
                  <a:pt x="2704" y="86"/>
                  <a:pt x="2698" y="82"/>
                  <a:pt x="2715" y="79"/>
                </a:cubicBezTo>
                <a:cubicBezTo>
                  <a:pt x="2731" y="83"/>
                  <a:pt x="2742" y="87"/>
                  <a:pt x="2715" y="90"/>
                </a:cubicBezTo>
                <a:moveTo>
                  <a:pt x="2849" y="62"/>
                </a:moveTo>
                <a:cubicBezTo>
                  <a:pt x="2855" y="70"/>
                  <a:pt x="2817" y="66"/>
                  <a:pt x="2806" y="66"/>
                </a:cubicBezTo>
                <a:cubicBezTo>
                  <a:pt x="2801" y="60"/>
                  <a:pt x="2839" y="64"/>
                  <a:pt x="2849" y="62"/>
                </a:cubicBezTo>
                <a:moveTo>
                  <a:pt x="2785" y="76"/>
                </a:moveTo>
                <a:cubicBezTo>
                  <a:pt x="2790" y="72"/>
                  <a:pt x="2822" y="73"/>
                  <a:pt x="2844" y="69"/>
                </a:cubicBezTo>
                <a:cubicBezTo>
                  <a:pt x="2855" y="76"/>
                  <a:pt x="2822" y="73"/>
                  <a:pt x="2806" y="79"/>
                </a:cubicBezTo>
                <a:cubicBezTo>
                  <a:pt x="2795" y="77"/>
                  <a:pt x="2790" y="74"/>
                  <a:pt x="2785" y="76"/>
                </a:cubicBezTo>
                <a:moveTo>
                  <a:pt x="2790" y="100"/>
                </a:moveTo>
                <a:cubicBezTo>
                  <a:pt x="2769" y="100"/>
                  <a:pt x="2779" y="103"/>
                  <a:pt x="2763" y="106"/>
                </a:cubicBezTo>
                <a:cubicBezTo>
                  <a:pt x="2758" y="104"/>
                  <a:pt x="2758" y="103"/>
                  <a:pt x="2752" y="100"/>
                </a:cubicBezTo>
                <a:cubicBezTo>
                  <a:pt x="2779" y="101"/>
                  <a:pt x="2752" y="94"/>
                  <a:pt x="2779" y="92"/>
                </a:cubicBezTo>
                <a:cubicBezTo>
                  <a:pt x="2774" y="92"/>
                  <a:pt x="2763" y="89"/>
                  <a:pt x="2758" y="86"/>
                </a:cubicBezTo>
                <a:cubicBezTo>
                  <a:pt x="2763" y="86"/>
                  <a:pt x="2774" y="86"/>
                  <a:pt x="2769" y="84"/>
                </a:cubicBezTo>
                <a:cubicBezTo>
                  <a:pt x="2779" y="83"/>
                  <a:pt x="2785" y="86"/>
                  <a:pt x="2790" y="84"/>
                </a:cubicBezTo>
                <a:cubicBezTo>
                  <a:pt x="2795" y="87"/>
                  <a:pt x="2785" y="87"/>
                  <a:pt x="2785" y="86"/>
                </a:cubicBezTo>
                <a:cubicBezTo>
                  <a:pt x="2795" y="92"/>
                  <a:pt x="2774" y="96"/>
                  <a:pt x="2790" y="100"/>
                </a:cubicBezTo>
                <a:moveTo>
                  <a:pt x="2720" y="107"/>
                </a:moveTo>
                <a:cubicBezTo>
                  <a:pt x="2682" y="113"/>
                  <a:pt x="2661" y="108"/>
                  <a:pt x="2634" y="114"/>
                </a:cubicBezTo>
                <a:cubicBezTo>
                  <a:pt x="2634" y="106"/>
                  <a:pt x="2693" y="104"/>
                  <a:pt x="2720" y="107"/>
                </a:cubicBezTo>
                <a:moveTo>
                  <a:pt x="2634" y="124"/>
                </a:moveTo>
                <a:cubicBezTo>
                  <a:pt x="2623" y="121"/>
                  <a:pt x="2639" y="120"/>
                  <a:pt x="2634" y="117"/>
                </a:cubicBezTo>
                <a:cubicBezTo>
                  <a:pt x="2655" y="118"/>
                  <a:pt x="2671" y="121"/>
                  <a:pt x="2693" y="120"/>
                </a:cubicBezTo>
                <a:cubicBezTo>
                  <a:pt x="2693" y="130"/>
                  <a:pt x="2655" y="118"/>
                  <a:pt x="2634" y="124"/>
                </a:cubicBezTo>
                <a:moveTo>
                  <a:pt x="2806" y="87"/>
                </a:moveTo>
                <a:cubicBezTo>
                  <a:pt x="2795" y="77"/>
                  <a:pt x="2822" y="86"/>
                  <a:pt x="2844" y="79"/>
                </a:cubicBezTo>
                <a:cubicBezTo>
                  <a:pt x="2844" y="84"/>
                  <a:pt x="2844" y="87"/>
                  <a:pt x="2866" y="90"/>
                </a:cubicBezTo>
                <a:cubicBezTo>
                  <a:pt x="2882" y="87"/>
                  <a:pt x="2887" y="84"/>
                  <a:pt x="2882" y="82"/>
                </a:cubicBezTo>
                <a:cubicBezTo>
                  <a:pt x="2903" y="80"/>
                  <a:pt x="2892" y="87"/>
                  <a:pt x="2892" y="90"/>
                </a:cubicBezTo>
                <a:cubicBezTo>
                  <a:pt x="2839" y="96"/>
                  <a:pt x="2849" y="86"/>
                  <a:pt x="2806" y="87"/>
                </a:cubicBezTo>
                <a:moveTo>
                  <a:pt x="2974" y="57"/>
                </a:moveTo>
                <a:cubicBezTo>
                  <a:pt x="2974" y="62"/>
                  <a:pt x="2963" y="64"/>
                  <a:pt x="2947" y="67"/>
                </a:cubicBezTo>
                <a:cubicBezTo>
                  <a:pt x="2941" y="66"/>
                  <a:pt x="2936" y="64"/>
                  <a:pt x="2930" y="63"/>
                </a:cubicBezTo>
                <a:cubicBezTo>
                  <a:pt x="2947" y="59"/>
                  <a:pt x="2957" y="62"/>
                  <a:pt x="2974" y="57"/>
                </a:cubicBezTo>
                <a:moveTo>
                  <a:pt x="3060" y="60"/>
                </a:moveTo>
                <a:cubicBezTo>
                  <a:pt x="3044" y="63"/>
                  <a:pt x="3028" y="64"/>
                  <a:pt x="3017" y="59"/>
                </a:cubicBezTo>
                <a:cubicBezTo>
                  <a:pt x="3033" y="55"/>
                  <a:pt x="3049" y="55"/>
                  <a:pt x="3060" y="60"/>
                </a:cubicBezTo>
                <a:moveTo>
                  <a:pt x="2742" y="120"/>
                </a:moveTo>
                <a:cubicBezTo>
                  <a:pt x="2752" y="111"/>
                  <a:pt x="2790" y="110"/>
                  <a:pt x="2806" y="103"/>
                </a:cubicBezTo>
                <a:cubicBezTo>
                  <a:pt x="2828" y="113"/>
                  <a:pt x="2763" y="111"/>
                  <a:pt x="2785" y="118"/>
                </a:cubicBezTo>
                <a:cubicBezTo>
                  <a:pt x="2769" y="124"/>
                  <a:pt x="2758" y="118"/>
                  <a:pt x="2742" y="120"/>
                </a:cubicBezTo>
                <a:moveTo>
                  <a:pt x="2925" y="84"/>
                </a:moveTo>
                <a:cubicBezTo>
                  <a:pt x="2963" y="80"/>
                  <a:pt x="2947" y="74"/>
                  <a:pt x="2974" y="70"/>
                </a:cubicBezTo>
                <a:cubicBezTo>
                  <a:pt x="2990" y="74"/>
                  <a:pt x="3011" y="74"/>
                  <a:pt x="3033" y="67"/>
                </a:cubicBezTo>
                <a:cubicBezTo>
                  <a:pt x="3055" y="80"/>
                  <a:pt x="3001" y="72"/>
                  <a:pt x="2974" y="77"/>
                </a:cubicBezTo>
                <a:cubicBezTo>
                  <a:pt x="2963" y="80"/>
                  <a:pt x="3001" y="80"/>
                  <a:pt x="3006" y="82"/>
                </a:cubicBezTo>
                <a:cubicBezTo>
                  <a:pt x="2995" y="86"/>
                  <a:pt x="3028" y="92"/>
                  <a:pt x="3001" y="96"/>
                </a:cubicBezTo>
                <a:cubicBezTo>
                  <a:pt x="2995" y="82"/>
                  <a:pt x="2963" y="86"/>
                  <a:pt x="2925" y="84"/>
                </a:cubicBezTo>
                <a:moveTo>
                  <a:pt x="3022" y="87"/>
                </a:moveTo>
                <a:cubicBezTo>
                  <a:pt x="3033" y="87"/>
                  <a:pt x="3038" y="86"/>
                  <a:pt x="3044" y="84"/>
                </a:cubicBezTo>
                <a:cubicBezTo>
                  <a:pt x="3055" y="89"/>
                  <a:pt x="3060" y="86"/>
                  <a:pt x="3060" y="90"/>
                </a:cubicBezTo>
                <a:cubicBezTo>
                  <a:pt x="3049" y="92"/>
                  <a:pt x="3033" y="92"/>
                  <a:pt x="3022" y="87"/>
                </a:cubicBezTo>
                <a:moveTo>
                  <a:pt x="2849" y="121"/>
                </a:moveTo>
                <a:cubicBezTo>
                  <a:pt x="2844" y="114"/>
                  <a:pt x="2839" y="117"/>
                  <a:pt x="2833" y="111"/>
                </a:cubicBezTo>
                <a:cubicBezTo>
                  <a:pt x="2871" y="115"/>
                  <a:pt x="2909" y="100"/>
                  <a:pt x="2941" y="93"/>
                </a:cubicBezTo>
                <a:cubicBezTo>
                  <a:pt x="2957" y="101"/>
                  <a:pt x="2903" y="103"/>
                  <a:pt x="2898" y="108"/>
                </a:cubicBezTo>
                <a:cubicBezTo>
                  <a:pt x="2909" y="113"/>
                  <a:pt x="2914" y="111"/>
                  <a:pt x="2925" y="113"/>
                </a:cubicBezTo>
                <a:cubicBezTo>
                  <a:pt x="2952" y="108"/>
                  <a:pt x="2952" y="104"/>
                  <a:pt x="2968" y="98"/>
                </a:cubicBezTo>
                <a:cubicBezTo>
                  <a:pt x="2995" y="106"/>
                  <a:pt x="2947" y="108"/>
                  <a:pt x="2979" y="115"/>
                </a:cubicBezTo>
                <a:cubicBezTo>
                  <a:pt x="2930" y="113"/>
                  <a:pt x="2903" y="120"/>
                  <a:pt x="2849" y="121"/>
                </a:cubicBezTo>
                <a:moveTo>
                  <a:pt x="2984" y="104"/>
                </a:moveTo>
                <a:cubicBezTo>
                  <a:pt x="3011" y="97"/>
                  <a:pt x="3017" y="100"/>
                  <a:pt x="3038" y="93"/>
                </a:cubicBezTo>
                <a:cubicBezTo>
                  <a:pt x="3049" y="96"/>
                  <a:pt x="3038" y="97"/>
                  <a:pt x="3028" y="100"/>
                </a:cubicBezTo>
                <a:cubicBezTo>
                  <a:pt x="3033" y="101"/>
                  <a:pt x="3038" y="100"/>
                  <a:pt x="3038" y="100"/>
                </a:cubicBezTo>
                <a:cubicBezTo>
                  <a:pt x="3038" y="101"/>
                  <a:pt x="2995" y="103"/>
                  <a:pt x="2995" y="111"/>
                </a:cubicBezTo>
                <a:cubicBezTo>
                  <a:pt x="2974" y="114"/>
                  <a:pt x="3006" y="106"/>
                  <a:pt x="2984" y="104"/>
                </a:cubicBezTo>
                <a:moveTo>
                  <a:pt x="3060" y="93"/>
                </a:moveTo>
                <a:cubicBezTo>
                  <a:pt x="3082" y="87"/>
                  <a:pt x="3109" y="89"/>
                  <a:pt x="3114" y="77"/>
                </a:cubicBezTo>
                <a:cubicBezTo>
                  <a:pt x="3119" y="83"/>
                  <a:pt x="3136" y="79"/>
                  <a:pt x="3146" y="79"/>
                </a:cubicBezTo>
                <a:cubicBezTo>
                  <a:pt x="3136" y="84"/>
                  <a:pt x="3103" y="96"/>
                  <a:pt x="3060" y="93"/>
                </a:cubicBezTo>
                <a:moveTo>
                  <a:pt x="3168" y="120"/>
                </a:moveTo>
                <a:cubicBezTo>
                  <a:pt x="3146" y="115"/>
                  <a:pt x="3173" y="113"/>
                  <a:pt x="3168" y="110"/>
                </a:cubicBezTo>
                <a:cubicBezTo>
                  <a:pt x="3152" y="107"/>
                  <a:pt x="3168" y="115"/>
                  <a:pt x="3141" y="117"/>
                </a:cubicBezTo>
                <a:cubicBezTo>
                  <a:pt x="3125" y="113"/>
                  <a:pt x="3136" y="110"/>
                  <a:pt x="3146" y="106"/>
                </a:cubicBezTo>
                <a:cubicBezTo>
                  <a:pt x="3168" y="107"/>
                  <a:pt x="3184" y="111"/>
                  <a:pt x="3206" y="115"/>
                </a:cubicBezTo>
                <a:cubicBezTo>
                  <a:pt x="3200" y="120"/>
                  <a:pt x="3184" y="118"/>
                  <a:pt x="3168" y="120"/>
                </a:cubicBezTo>
                <a:moveTo>
                  <a:pt x="3297" y="83"/>
                </a:moveTo>
                <a:cubicBezTo>
                  <a:pt x="3303" y="89"/>
                  <a:pt x="3297" y="94"/>
                  <a:pt x="3270" y="98"/>
                </a:cubicBezTo>
                <a:cubicBezTo>
                  <a:pt x="3265" y="94"/>
                  <a:pt x="3254" y="93"/>
                  <a:pt x="3238" y="94"/>
                </a:cubicBezTo>
                <a:cubicBezTo>
                  <a:pt x="3238" y="93"/>
                  <a:pt x="3281" y="89"/>
                  <a:pt x="3297" y="83"/>
                </a:cubicBezTo>
                <a:moveTo>
                  <a:pt x="3200" y="111"/>
                </a:moveTo>
                <a:cubicBezTo>
                  <a:pt x="3195" y="108"/>
                  <a:pt x="3206" y="106"/>
                  <a:pt x="3200" y="103"/>
                </a:cubicBezTo>
                <a:cubicBezTo>
                  <a:pt x="3211" y="101"/>
                  <a:pt x="3222" y="103"/>
                  <a:pt x="3227" y="107"/>
                </a:cubicBezTo>
                <a:cubicBezTo>
                  <a:pt x="3216" y="111"/>
                  <a:pt x="3211" y="110"/>
                  <a:pt x="3200" y="111"/>
                </a:cubicBezTo>
                <a:moveTo>
                  <a:pt x="3303" y="97"/>
                </a:moveTo>
                <a:cubicBezTo>
                  <a:pt x="3308" y="92"/>
                  <a:pt x="3324" y="87"/>
                  <a:pt x="3319" y="82"/>
                </a:cubicBezTo>
                <a:cubicBezTo>
                  <a:pt x="3324" y="80"/>
                  <a:pt x="3324" y="83"/>
                  <a:pt x="3324" y="83"/>
                </a:cubicBezTo>
                <a:cubicBezTo>
                  <a:pt x="3341" y="86"/>
                  <a:pt x="3362" y="82"/>
                  <a:pt x="3373" y="87"/>
                </a:cubicBezTo>
                <a:cubicBezTo>
                  <a:pt x="3346" y="87"/>
                  <a:pt x="3330" y="96"/>
                  <a:pt x="3303" y="97"/>
                </a:cubicBezTo>
                <a:moveTo>
                  <a:pt x="3346" y="104"/>
                </a:moveTo>
                <a:cubicBezTo>
                  <a:pt x="3324" y="110"/>
                  <a:pt x="3314" y="103"/>
                  <a:pt x="3292" y="110"/>
                </a:cubicBezTo>
                <a:cubicBezTo>
                  <a:pt x="3287" y="107"/>
                  <a:pt x="3287" y="104"/>
                  <a:pt x="3292" y="103"/>
                </a:cubicBezTo>
                <a:cubicBezTo>
                  <a:pt x="3308" y="101"/>
                  <a:pt x="3330" y="100"/>
                  <a:pt x="3346" y="104"/>
                </a:cubicBezTo>
                <a:moveTo>
                  <a:pt x="3465" y="87"/>
                </a:moveTo>
                <a:cubicBezTo>
                  <a:pt x="3449" y="89"/>
                  <a:pt x="3432" y="87"/>
                  <a:pt x="3416" y="92"/>
                </a:cubicBezTo>
                <a:cubicBezTo>
                  <a:pt x="3411" y="89"/>
                  <a:pt x="3422" y="87"/>
                  <a:pt x="3416" y="84"/>
                </a:cubicBezTo>
                <a:cubicBezTo>
                  <a:pt x="3432" y="82"/>
                  <a:pt x="3449" y="82"/>
                  <a:pt x="3465" y="87"/>
                </a:cubicBezTo>
                <a:moveTo>
                  <a:pt x="3557" y="57"/>
                </a:moveTo>
                <a:cubicBezTo>
                  <a:pt x="3524" y="59"/>
                  <a:pt x="3551" y="64"/>
                  <a:pt x="3524" y="69"/>
                </a:cubicBezTo>
                <a:cubicBezTo>
                  <a:pt x="3519" y="69"/>
                  <a:pt x="3513" y="67"/>
                  <a:pt x="3502" y="69"/>
                </a:cubicBezTo>
                <a:cubicBezTo>
                  <a:pt x="3497" y="62"/>
                  <a:pt x="3530" y="48"/>
                  <a:pt x="3557" y="57"/>
                </a:cubicBezTo>
                <a:moveTo>
                  <a:pt x="3486" y="49"/>
                </a:moveTo>
                <a:cubicBezTo>
                  <a:pt x="3486" y="55"/>
                  <a:pt x="3470" y="59"/>
                  <a:pt x="3449" y="63"/>
                </a:cubicBezTo>
                <a:cubicBezTo>
                  <a:pt x="3443" y="62"/>
                  <a:pt x="3449" y="60"/>
                  <a:pt x="3454" y="59"/>
                </a:cubicBezTo>
                <a:cubicBezTo>
                  <a:pt x="3459" y="56"/>
                  <a:pt x="3449" y="57"/>
                  <a:pt x="3443" y="53"/>
                </a:cubicBezTo>
                <a:cubicBezTo>
                  <a:pt x="3454" y="52"/>
                  <a:pt x="3449" y="49"/>
                  <a:pt x="3459" y="48"/>
                </a:cubicBezTo>
                <a:cubicBezTo>
                  <a:pt x="3470" y="48"/>
                  <a:pt x="3476" y="50"/>
                  <a:pt x="3486" y="49"/>
                </a:cubicBezTo>
                <a:moveTo>
                  <a:pt x="3470" y="60"/>
                </a:moveTo>
                <a:cubicBezTo>
                  <a:pt x="3470" y="73"/>
                  <a:pt x="3411" y="80"/>
                  <a:pt x="3357" y="79"/>
                </a:cubicBezTo>
                <a:cubicBezTo>
                  <a:pt x="3357" y="72"/>
                  <a:pt x="3405" y="77"/>
                  <a:pt x="3416" y="69"/>
                </a:cubicBezTo>
                <a:cubicBezTo>
                  <a:pt x="3411" y="66"/>
                  <a:pt x="3400" y="66"/>
                  <a:pt x="3389" y="66"/>
                </a:cubicBezTo>
                <a:cubicBezTo>
                  <a:pt x="3389" y="63"/>
                  <a:pt x="3395" y="60"/>
                  <a:pt x="3411" y="57"/>
                </a:cubicBezTo>
                <a:cubicBezTo>
                  <a:pt x="3416" y="64"/>
                  <a:pt x="3443" y="67"/>
                  <a:pt x="3470" y="60"/>
                </a:cubicBezTo>
                <a:moveTo>
                  <a:pt x="3351" y="59"/>
                </a:moveTo>
                <a:cubicBezTo>
                  <a:pt x="3384" y="64"/>
                  <a:pt x="3335" y="66"/>
                  <a:pt x="3357" y="72"/>
                </a:cubicBezTo>
                <a:cubicBezTo>
                  <a:pt x="3346" y="73"/>
                  <a:pt x="3330" y="72"/>
                  <a:pt x="3335" y="74"/>
                </a:cubicBezTo>
                <a:cubicBezTo>
                  <a:pt x="3330" y="76"/>
                  <a:pt x="3324" y="73"/>
                  <a:pt x="3319" y="72"/>
                </a:cubicBezTo>
                <a:cubicBezTo>
                  <a:pt x="3346" y="67"/>
                  <a:pt x="3319" y="63"/>
                  <a:pt x="3351" y="59"/>
                </a:cubicBezTo>
                <a:moveTo>
                  <a:pt x="3292" y="73"/>
                </a:moveTo>
                <a:cubicBezTo>
                  <a:pt x="3303" y="79"/>
                  <a:pt x="3265" y="79"/>
                  <a:pt x="3260" y="82"/>
                </a:cubicBezTo>
                <a:cubicBezTo>
                  <a:pt x="3238" y="73"/>
                  <a:pt x="3287" y="76"/>
                  <a:pt x="3292" y="73"/>
                </a:cubicBezTo>
                <a:moveTo>
                  <a:pt x="3206" y="94"/>
                </a:moveTo>
                <a:cubicBezTo>
                  <a:pt x="3211" y="93"/>
                  <a:pt x="3173" y="92"/>
                  <a:pt x="3168" y="103"/>
                </a:cubicBezTo>
                <a:cubicBezTo>
                  <a:pt x="3119" y="96"/>
                  <a:pt x="3227" y="80"/>
                  <a:pt x="3238" y="70"/>
                </a:cubicBezTo>
                <a:cubicBezTo>
                  <a:pt x="3249" y="79"/>
                  <a:pt x="3222" y="86"/>
                  <a:pt x="3206" y="94"/>
                </a:cubicBezTo>
                <a:moveTo>
                  <a:pt x="3281" y="66"/>
                </a:moveTo>
                <a:cubicBezTo>
                  <a:pt x="3276" y="72"/>
                  <a:pt x="3249" y="66"/>
                  <a:pt x="3260" y="70"/>
                </a:cubicBezTo>
                <a:cubicBezTo>
                  <a:pt x="3238" y="74"/>
                  <a:pt x="3254" y="60"/>
                  <a:pt x="3227" y="64"/>
                </a:cubicBezTo>
                <a:cubicBezTo>
                  <a:pt x="3216" y="60"/>
                  <a:pt x="3243" y="64"/>
                  <a:pt x="3254" y="59"/>
                </a:cubicBezTo>
                <a:cubicBezTo>
                  <a:pt x="3260" y="64"/>
                  <a:pt x="3270" y="62"/>
                  <a:pt x="3281" y="66"/>
                </a:cubicBezTo>
                <a:moveTo>
                  <a:pt x="3281" y="63"/>
                </a:moveTo>
                <a:cubicBezTo>
                  <a:pt x="3270" y="56"/>
                  <a:pt x="3265" y="57"/>
                  <a:pt x="3260" y="52"/>
                </a:cubicBezTo>
                <a:cubicBezTo>
                  <a:pt x="3276" y="50"/>
                  <a:pt x="3308" y="59"/>
                  <a:pt x="3281" y="63"/>
                </a:cubicBezTo>
                <a:moveTo>
                  <a:pt x="3184" y="79"/>
                </a:moveTo>
                <a:cubicBezTo>
                  <a:pt x="3157" y="73"/>
                  <a:pt x="3190" y="69"/>
                  <a:pt x="3173" y="63"/>
                </a:cubicBezTo>
                <a:cubicBezTo>
                  <a:pt x="3206" y="60"/>
                  <a:pt x="3206" y="74"/>
                  <a:pt x="3184" y="79"/>
                </a:cubicBezTo>
                <a:moveTo>
                  <a:pt x="3103" y="72"/>
                </a:moveTo>
                <a:cubicBezTo>
                  <a:pt x="3087" y="60"/>
                  <a:pt x="3141" y="67"/>
                  <a:pt x="3157" y="60"/>
                </a:cubicBezTo>
                <a:cubicBezTo>
                  <a:pt x="3168" y="72"/>
                  <a:pt x="3109" y="60"/>
                  <a:pt x="3103" y="72"/>
                </a:cubicBezTo>
                <a:moveTo>
                  <a:pt x="3114" y="56"/>
                </a:moveTo>
                <a:cubicBezTo>
                  <a:pt x="3162" y="53"/>
                  <a:pt x="3114" y="49"/>
                  <a:pt x="3146" y="43"/>
                </a:cubicBezTo>
                <a:cubicBezTo>
                  <a:pt x="3152" y="43"/>
                  <a:pt x="3157" y="45"/>
                  <a:pt x="3162" y="46"/>
                </a:cubicBezTo>
                <a:cubicBezTo>
                  <a:pt x="3157" y="52"/>
                  <a:pt x="3157" y="69"/>
                  <a:pt x="3114" y="56"/>
                </a:cubicBezTo>
                <a:moveTo>
                  <a:pt x="3157" y="35"/>
                </a:moveTo>
                <a:cubicBezTo>
                  <a:pt x="3184" y="40"/>
                  <a:pt x="3146" y="46"/>
                  <a:pt x="3136" y="39"/>
                </a:cubicBezTo>
                <a:cubicBezTo>
                  <a:pt x="3141" y="35"/>
                  <a:pt x="3141" y="38"/>
                  <a:pt x="3157" y="35"/>
                </a:cubicBezTo>
                <a:moveTo>
                  <a:pt x="3114" y="46"/>
                </a:moveTo>
                <a:cubicBezTo>
                  <a:pt x="3119" y="53"/>
                  <a:pt x="3092" y="56"/>
                  <a:pt x="3071" y="55"/>
                </a:cubicBezTo>
                <a:cubicBezTo>
                  <a:pt x="3082" y="49"/>
                  <a:pt x="3076" y="48"/>
                  <a:pt x="3098" y="40"/>
                </a:cubicBezTo>
                <a:cubicBezTo>
                  <a:pt x="3098" y="40"/>
                  <a:pt x="3098" y="49"/>
                  <a:pt x="3114" y="46"/>
                </a:cubicBezTo>
                <a:moveTo>
                  <a:pt x="3055" y="42"/>
                </a:moveTo>
                <a:cubicBezTo>
                  <a:pt x="3049" y="45"/>
                  <a:pt x="3060" y="49"/>
                  <a:pt x="3060" y="53"/>
                </a:cubicBezTo>
                <a:cubicBezTo>
                  <a:pt x="3044" y="57"/>
                  <a:pt x="3038" y="52"/>
                  <a:pt x="3022" y="55"/>
                </a:cubicBezTo>
                <a:cubicBezTo>
                  <a:pt x="3022" y="52"/>
                  <a:pt x="3022" y="50"/>
                  <a:pt x="3033" y="48"/>
                </a:cubicBezTo>
                <a:cubicBezTo>
                  <a:pt x="3022" y="48"/>
                  <a:pt x="3017" y="46"/>
                  <a:pt x="3006" y="43"/>
                </a:cubicBezTo>
                <a:cubicBezTo>
                  <a:pt x="2979" y="46"/>
                  <a:pt x="3001" y="50"/>
                  <a:pt x="2979" y="53"/>
                </a:cubicBezTo>
                <a:cubicBezTo>
                  <a:pt x="2952" y="32"/>
                  <a:pt x="3017" y="43"/>
                  <a:pt x="3055" y="42"/>
                </a:cubicBezTo>
                <a:moveTo>
                  <a:pt x="2936" y="32"/>
                </a:moveTo>
                <a:cubicBezTo>
                  <a:pt x="2963" y="29"/>
                  <a:pt x="2925" y="38"/>
                  <a:pt x="2914" y="39"/>
                </a:cubicBezTo>
                <a:cubicBezTo>
                  <a:pt x="2925" y="45"/>
                  <a:pt x="2941" y="36"/>
                  <a:pt x="2947" y="42"/>
                </a:cubicBezTo>
                <a:cubicBezTo>
                  <a:pt x="2914" y="46"/>
                  <a:pt x="2963" y="52"/>
                  <a:pt x="2936" y="55"/>
                </a:cubicBezTo>
                <a:cubicBezTo>
                  <a:pt x="2920" y="45"/>
                  <a:pt x="2898" y="39"/>
                  <a:pt x="2892" y="33"/>
                </a:cubicBezTo>
                <a:cubicBezTo>
                  <a:pt x="2909" y="28"/>
                  <a:pt x="2920" y="40"/>
                  <a:pt x="2936" y="32"/>
                </a:cubicBezTo>
                <a:moveTo>
                  <a:pt x="2860" y="39"/>
                </a:moveTo>
                <a:cubicBezTo>
                  <a:pt x="2849" y="43"/>
                  <a:pt x="2882" y="49"/>
                  <a:pt x="2855" y="53"/>
                </a:cubicBezTo>
                <a:cubicBezTo>
                  <a:pt x="2866" y="55"/>
                  <a:pt x="2871" y="52"/>
                  <a:pt x="2882" y="56"/>
                </a:cubicBezTo>
                <a:cubicBezTo>
                  <a:pt x="2892" y="55"/>
                  <a:pt x="2887" y="52"/>
                  <a:pt x="2882" y="50"/>
                </a:cubicBezTo>
                <a:cubicBezTo>
                  <a:pt x="2909" y="50"/>
                  <a:pt x="2898" y="57"/>
                  <a:pt x="2941" y="59"/>
                </a:cubicBezTo>
                <a:cubicBezTo>
                  <a:pt x="2920" y="63"/>
                  <a:pt x="2914" y="67"/>
                  <a:pt x="2930" y="72"/>
                </a:cubicBezTo>
                <a:cubicBezTo>
                  <a:pt x="2914" y="73"/>
                  <a:pt x="2898" y="76"/>
                  <a:pt x="2887" y="72"/>
                </a:cubicBezTo>
                <a:cubicBezTo>
                  <a:pt x="2909" y="69"/>
                  <a:pt x="2898" y="62"/>
                  <a:pt x="2920" y="63"/>
                </a:cubicBezTo>
                <a:cubicBezTo>
                  <a:pt x="2892" y="53"/>
                  <a:pt x="2855" y="67"/>
                  <a:pt x="2828" y="55"/>
                </a:cubicBezTo>
                <a:cubicBezTo>
                  <a:pt x="2855" y="49"/>
                  <a:pt x="2822" y="40"/>
                  <a:pt x="2860" y="39"/>
                </a:cubicBezTo>
                <a:moveTo>
                  <a:pt x="2801" y="46"/>
                </a:moveTo>
                <a:cubicBezTo>
                  <a:pt x="2806" y="56"/>
                  <a:pt x="2769" y="56"/>
                  <a:pt x="2758" y="66"/>
                </a:cubicBezTo>
                <a:cubicBezTo>
                  <a:pt x="2731" y="62"/>
                  <a:pt x="2763" y="57"/>
                  <a:pt x="2758" y="53"/>
                </a:cubicBezTo>
                <a:cubicBezTo>
                  <a:pt x="2790" y="55"/>
                  <a:pt x="2779" y="48"/>
                  <a:pt x="2801" y="46"/>
                </a:cubicBezTo>
                <a:moveTo>
                  <a:pt x="2725" y="59"/>
                </a:moveTo>
                <a:cubicBezTo>
                  <a:pt x="2709" y="67"/>
                  <a:pt x="2731" y="67"/>
                  <a:pt x="2709" y="73"/>
                </a:cubicBezTo>
                <a:cubicBezTo>
                  <a:pt x="2704" y="69"/>
                  <a:pt x="2720" y="62"/>
                  <a:pt x="2693" y="64"/>
                </a:cubicBezTo>
                <a:cubicBezTo>
                  <a:pt x="2666" y="62"/>
                  <a:pt x="2715" y="64"/>
                  <a:pt x="2725" y="59"/>
                </a:cubicBezTo>
                <a:moveTo>
                  <a:pt x="2655" y="76"/>
                </a:moveTo>
                <a:cubicBezTo>
                  <a:pt x="2677" y="70"/>
                  <a:pt x="2671" y="72"/>
                  <a:pt x="2698" y="67"/>
                </a:cubicBezTo>
                <a:cubicBezTo>
                  <a:pt x="2709" y="73"/>
                  <a:pt x="2671" y="77"/>
                  <a:pt x="2666" y="82"/>
                </a:cubicBezTo>
                <a:cubicBezTo>
                  <a:pt x="2661" y="79"/>
                  <a:pt x="2650" y="77"/>
                  <a:pt x="2639" y="80"/>
                </a:cubicBezTo>
                <a:cubicBezTo>
                  <a:pt x="2628" y="69"/>
                  <a:pt x="2612" y="76"/>
                  <a:pt x="2596" y="76"/>
                </a:cubicBezTo>
                <a:cubicBezTo>
                  <a:pt x="2574" y="69"/>
                  <a:pt x="2617" y="73"/>
                  <a:pt x="2628" y="66"/>
                </a:cubicBezTo>
                <a:cubicBezTo>
                  <a:pt x="2634" y="74"/>
                  <a:pt x="2655" y="69"/>
                  <a:pt x="2655" y="76"/>
                </a:cubicBezTo>
                <a:moveTo>
                  <a:pt x="2736" y="45"/>
                </a:moveTo>
                <a:cubicBezTo>
                  <a:pt x="2742" y="48"/>
                  <a:pt x="2725" y="48"/>
                  <a:pt x="2720" y="45"/>
                </a:cubicBezTo>
                <a:cubicBezTo>
                  <a:pt x="2720" y="49"/>
                  <a:pt x="2725" y="52"/>
                  <a:pt x="2704" y="52"/>
                </a:cubicBezTo>
                <a:cubicBezTo>
                  <a:pt x="2704" y="49"/>
                  <a:pt x="2709" y="48"/>
                  <a:pt x="2698" y="45"/>
                </a:cubicBezTo>
                <a:cubicBezTo>
                  <a:pt x="2715" y="39"/>
                  <a:pt x="2725" y="48"/>
                  <a:pt x="2736" y="45"/>
                </a:cubicBezTo>
                <a:moveTo>
                  <a:pt x="2617" y="40"/>
                </a:moveTo>
                <a:cubicBezTo>
                  <a:pt x="2639" y="45"/>
                  <a:pt x="2607" y="46"/>
                  <a:pt x="2612" y="50"/>
                </a:cubicBezTo>
                <a:cubicBezTo>
                  <a:pt x="2617" y="50"/>
                  <a:pt x="2634" y="52"/>
                  <a:pt x="2623" y="55"/>
                </a:cubicBezTo>
                <a:cubicBezTo>
                  <a:pt x="2650" y="56"/>
                  <a:pt x="2666" y="48"/>
                  <a:pt x="2698" y="55"/>
                </a:cubicBezTo>
                <a:cubicBezTo>
                  <a:pt x="2677" y="55"/>
                  <a:pt x="2639" y="59"/>
                  <a:pt x="2623" y="64"/>
                </a:cubicBezTo>
                <a:cubicBezTo>
                  <a:pt x="2601" y="59"/>
                  <a:pt x="2607" y="48"/>
                  <a:pt x="2569" y="50"/>
                </a:cubicBezTo>
                <a:cubicBezTo>
                  <a:pt x="2574" y="45"/>
                  <a:pt x="2607" y="49"/>
                  <a:pt x="2617" y="40"/>
                </a:cubicBezTo>
                <a:moveTo>
                  <a:pt x="2558" y="46"/>
                </a:moveTo>
                <a:cubicBezTo>
                  <a:pt x="2542" y="50"/>
                  <a:pt x="2525" y="50"/>
                  <a:pt x="2558" y="59"/>
                </a:cubicBezTo>
                <a:cubicBezTo>
                  <a:pt x="2547" y="64"/>
                  <a:pt x="2531" y="64"/>
                  <a:pt x="2509" y="60"/>
                </a:cubicBezTo>
                <a:cubicBezTo>
                  <a:pt x="2525" y="57"/>
                  <a:pt x="2520" y="56"/>
                  <a:pt x="2515" y="57"/>
                </a:cubicBezTo>
                <a:cubicBezTo>
                  <a:pt x="2520" y="52"/>
                  <a:pt x="2536" y="46"/>
                  <a:pt x="2531" y="40"/>
                </a:cubicBezTo>
                <a:cubicBezTo>
                  <a:pt x="2547" y="36"/>
                  <a:pt x="2536" y="49"/>
                  <a:pt x="2558" y="46"/>
                </a:cubicBezTo>
                <a:moveTo>
                  <a:pt x="2466" y="55"/>
                </a:moveTo>
                <a:cubicBezTo>
                  <a:pt x="2488" y="66"/>
                  <a:pt x="2423" y="60"/>
                  <a:pt x="2401" y="62"/>
                </a:cubicBezTo>
                <a:cubicBezTo>
                  <a:pt x="2401" y="52"/>
                  <a:pt x="2385" y="67"/>
                  <a:pt x="2364" y="59"/>
                </a:cubicBezTo>
                <a:cubicBezTo>
                  <a:pt x="2407" y="50"/>
                  <a:pt x="2428" y="66"/>
                  <a:pt x="2466" y="55"/>
                </a:cubicBezTo>
                <a:moveTo>
                  <a:pt x="2121" y="106"/>
                </a:moveTo>
                <a:cubicBezTo>
                  <a:pt x="2115" y="104"/>
                  <a:pt x="2110" y="103"/>
                  <a:pt x="2105" y="100"/>
                </a:cubicBezTo>
                <a:cubicBezTo>
                  <a:pt x="2105" y="107"/>
                  <a:pt x="2083" y="110"/>
                  <a:pt x="2061" y="111"/>
                </a:cubicBezTo>
                <a:cubicBezTo>
                  <a:pt x="2051" y="101"/>
                  <a:pt x="2115" y="103"/>
                  <a:pt x="2110" y="96"/>
                </a:cubicBezTo>
                <a:cubicBezTo>
                  <a:pt x="2132" y="94"/>
                  <a:pt x="2153" y="103"/>
                  <a:pt x="2121" y="106"/>
                </a:cubicBezTo>
                <a:moveTo>
                  <a:pt x="2272" y="70"/>
                </a:moveTo>
                <a:cubicBezTo>
                  <a:pt x="2250" y="79"/>
                  <a:pt x="2240" y="67"/>
                  <a:pt x="2218" y="73"/>
                </a:cubicBezTo>
                <a:cubicBezTo>
                  <a:pt x="2213" y="70"/>
                  <a:pt x="2223" y="67"/>
                  <a:pt x="2240" y="64"/>
                </a:cubicBezTo>
                <a:cubicBezTo>
                  <a:pt x="2261" y="66"/>
                  <a:pt x="2250" y="67"/>
                  <a:pt x="2272" y="70"/>
                </a:cubicBezTo>
                <a:moveTo>
                  <a:pt x="2380" y="42"/>
                </a:moveTo>
                <a:cubicBezTo>
                  <a:pt x="2391" y="48"/>
                  <a:pt x="2347" y="49"/>
                  <a:pt x="2342" y="52"/>
                </a:cubicBezTo>
                <a:cubicBezTo>
                  <a:pt x="2331" y="48"/>
                  <a:pt x="2331" y="43"/>
                  <a:pt x="2347" y="40"/>
                </a:cubicBezTo>
                <a:cubicBezTo>
                  <a:pt x="2337" y="49"/>
                  <a:pt x="2364" y="48"/>
                  <a:pt x="2380" y="42"/>
                </a:cubicBezTo>
                <a:moveTo>
                  <a:pt x="2024" y="111"/>
                </a:moveTo>
                <a:cubicBezTo>
                  <a:pt x="2024" y="115"/>
                  <a:pt x="1964" y="115"/>
                  <a:pt x="1970" y="110"/>
                </a:cubicBezTo>
                <a:cubicBezTo>
                  <a:pt x="1980" y="111"/>
                  <a:pt x="1997" y="111"/>
                  <a:pt x="2013" y="106"/>
                </a:cubicBezTo>
                <a:cubicBezTo>
                  <a:pt x="2024" y="107"/>
                  <a:pt x="2002" y="114"/>
                  <a:pt x="2024" y="111"/>
                </a:cubicBezTo>
                <a:moveTo>
                  <a:pt x="2099" y="83"/>
                </a:moveTo>
                <a:cubicBezTo>
                  <a:pt x="2094" y="80"/>
                  <a:pt x="2142" y="77"/>
                  <a:pt x="2110" y="76"/>
                </a:cubicBezTo>
                <a:cubicBezTo>
                  <a:pt x="2105" y="69"/>
                  <a:pt x="2137" y="77"/>
                  <a:pt x="2148" y="76"/>
                </a:cubicBezTo>
                <a:cubicBezTo>
                  <a:pt x="2159" y="70"/>
                  <a:pt x="2180" y="62"/>
                  <a:pt x="2202" y="67"/>
                </a:cubicBezTo>
                <a:cubicBezTo>
                  <a:pt x="2169" y="82"/>
                  <a:pt x="2142" y="74"/>
                  <a:pt x="2099" y="83"/>
                </a:cubicBezTo>
                <a:moveTo>
                  <a:pt x="2250" y="52"/>
                </a:moveTo>
                <a:cubicBezTo>
                  <a:pt x="2256" y="56"/>
                  <a:pt x="2218" y="60"/>
                  <a:pt x="2207" y="53"/>
                </a:cubicBezTo>
                <a:cubicBezTo>
                  <a:pt x="2223" y="49"/>
                  <a:pt x="2240" y="55"/>
                  <a:pt x="2250" y="52"/>
                </a:cubicBezTo>
                <a:moveTo>
                  <a:pt x="1932" y="107"/>
                </a:moveTo>
                <a:cubicBezTo>
                  <a:pt x="1932" y="108"/>
                  <a:pt x="1937" y="108"/>
                  <a:pt x="1943" y="107"/>
                </a:cubicBezTo>
                <a:cubicBezTo>
                  <a:pt x="1948" y="110"/>
                  <a:pt x="1937" y="110"/>
                  <a:pt x="1937" y="108"/>
                </a:cubicBezTo>
                <a:cubicBezTo>
                  <a:pt x="1921" y="111"/>
                  <a:pt x="1948" y="113"/>
                  <a:pt x="1953" y="113"/>
                </a:cubicBezTo>
                <a:cubicBezTo>
                  <a:pt x="1959" y="114"/>
                  <a:pt x="1948" y="117"/>
                  <a:pt x="1943" y="115"/>
                </a:cubicBezTo>
                <a:cubicBezTo>
                  <a:pt x="1937" y="115"/>
                  <a:pt x="1937" y="117"/>
                  <a:pt x="1943" y="118"/>
                </a:cubicBezTo>
                <a:cubicBezTo>
                  <a:pt x="1937" y="118"/>
                  <a:pt x="1932" y="117"/>
                  <a:pt x="1937" y="115"/>
                </a:cubicBezTo>
                <a:cubicBezTo>
                  <a:pt x="1927" y="113"/>
                  <a:pt x="1916" y="117"/>
                  <a:pt x="1905" y="113"/>
                </a:cubicBezTo>
                <a:cubicBezTo>
                  <a:pt x="1921" y="113"/>
                  <a:pt x="1927" y="110"/>
                  <a:pt x="1927" y="106"/>
                </a:cubicBezTo>
                <a:cubicBezTo>
                  <a:pt x="1932" y="104"/>
                  <a:pt x="1932" y="107"/>
                  <a:pt x="1932" y="107"/>
                </a:cubicBezTo>
                <a:moveTo>
                  <a:pt x="1943" y="87"/>
                </a:moveTo>
                <a:cubicBezTo>
                  <a:pt x="1943" y="84"/>
                  <a:pt x="1948" y="84"/>
                  <a:pt x="1964" y="80"/>
                </a:cubicBezTo>
                <a:cubicBezTo>
                  <a:pt x="1970" y="82"/>
                  <a:pt x="1964" y="83"/>
                  <a:pt x="1959" y="84"/>
                </a:cubicBezTo>
                <a:cubicBezTo>
                  <a:pt x="1986" y="83"/>
                  <a:pt x="1980" y="93"/>
                  <a:pt x="2013" y="89"/>
                </a:cubicBezTo>
                <a:cubicBezTo>
                  <a:pt x="1991" y="100"/>
                  <a:pt x="1975" y="80"/>
                  <a:pt x="1943" y="87"/>
                </a:cubicBezTo>
                <a:moveTo>
                  <a:pt x="2218" y="33"/>
                </a:moveTo>
                <a:cubicBezTo>
                  <a:pt x="2234" y="33"/>
                  <a:pt x="2250" y="33"/>
                  <a:pt x="2267" y="33"/>
                </a:cubicBezTo>
                <a:cubicBezTo>
                  <a:pt x="2267" y="46"/>
                  <a:pt x="2240" y="33"/>
                  <a:pt x="2218" y="36"/>
                </a:cubicBezTo>
                <a:cubicBezTo>
                  <a:pt x="2218" y="33"/>
                  <a:pt x="2207" y="31"/>
                  <a:pt x="2213" y="29"/>
                </a:cubicBezTo>
                <a:cubicBezTo>
                  <a:pt x="2207" y="22"/>
                  <a:pt x="2229" y="32"/>
                  <a:pt x="2218" y="33"/>
                </a:cubicBezTo>
                <a:moveTo>
                  <a:pt x="1862" y="101"/>
                </a:moveTo>
                <a:cubicBezTo>
                  <a:pt x="1878" y="107"/>
                  <a:pt x="1905" y="96"/>
                  <a:pt x="1921" y="101"/>
                </a:cubicBezTo>
                <a:cubicBezTo>
                  <a:pt x="1873" y="103"/>
                  <a:pt x="1883" y="115"/>
                  <a:pt x="1845" y="111"/>
                </a:cubicBezTo>
                <a:cubicBezTo>
                  <a:pt x="1851" y="108"/>
                  <a:pt x="1856" y="108"/>
                  <a:pt x="1862" y="111"/>
                </a:cubicBezTo>
                <a:cubicBezTo>
                  <a:pt x="1856" y="97"/>
                  <a:pt x="1797" y="107"/>
                  <a:pt x="1770" y="103"/>
                </a:cubicBezTo>
                <a:cubicBezTo>
                  <a:pt x="1819" y="97"/>
                  <a:pt x="1851" y="98"/>
                  <a:pt x="1873" y="94"/>
                </a:cubicBezTo>
                <a:cubicBezTo>
                  <a:pt x="1873" y="96"/>
                  <a:pt x="1867" y="98"/>
                  <a:pt x="1862" y="101"/>
                </a:cubicBezTo>
                <a:moveTo>
                  <a:pt x="1937" y="77"/>
                </a:moveTo>
                <a:cubicBezTo>
                  <a:pt x="1932" y="73"/>
                  <a:pt x="1916" y="69"/>
                  <a:pt x="1948" y="67"/>
                </a:cubicBezTo>
                <a:cubicBezTo>
                  <a:pt x="1964" y="72"/>
                  <a:pt x="1959" y="74"/>
                  <a:pt x="1937" y="77"/>
                </a:cubicBezTo>
                <a:moveTo>
                  <a:pt x="2067" y="45"/>
                </a:moveTo>
                <a:cubicBezTo>
                  <a:pt x="2072" y="52"/>
                  <a:pt x="2040" y="52"/>
                  <a:pt x="2029" y="49"/>
                </a:cubicBezTo>
                <a:cubicBezTo>
                  <a:pt x="2034" y="53"/>
                  <a:pt x="2002" y="56"/>
                  <a:pt x="2018" y="62"/>
                </a:cubicBezTo>
                <a:cubicBezTo>
                  <a:pt x="2007" y="62"/>
                  <a:pt x="2002" y="59"/>
                  <a:pt x="1991" y="62"/>
                </a:cubicBezTo>
                <a:cubicBezTo>
                  <a:pt x="2002" y="53"/>
                  <a:pt x="2029" y="45"/>
                  <a:pt x="2067" y="45"/>
                </a:cubicBezTo>
                <a:moveTo>
                  <a:pt x="1279" y="108"/>
                </a:moveTo>
                <a:cubicBezTo>
                  <a:pt x="1268" y="104"/>
                  <a:pt x="1300" y="107"/>
                  <a:pt x="1306" y="104"/>
                </a:cubicBezTo>
                <a:cubicBezTo>
                  <a:pt x="1317" y="108"/>
                  <a:pt x="1327" y="111"/>
                  <a:pt x="1306" y="114"/>
                </a:cubicBezTo>
                <a:cubicBezTo>
                  <a:pt x="1300" y="113"/>
                  <a:pt x="1290" y="106"/>
                  <a:pt x="1279" y="108"/>
                </a:cubicBezTo>
                <a:moveTo>
                  <a:pt x="1403" y="90"/>
                </a:moveTo>
                <a:cubicBezTo>
                  <a:pt x="1419" y="87"/>
                  <a:pt x="1430" y="84"/>
                  <a:pt x="1425" y="82"/>
                </a:cubicBezTo>
                <a:cubicBezTo>
                  <a:pt x="1452" y="83"/>
                  <a:pt x="1414" y="94"/>
                  <a:pt x="1408" y="98"/>
                </a:cubicBezTo>
                <a:cubicBezTo>
                  <a:pt x="1403" y="97"/>
                  <a:pt x="1397" y="96"/>
                  <a:pt x="1392" y="94"/>
                </a:cubicBezTo>
                <a:cubicBezTo>
                  <a:pt x="1403" y="93"/>
                  <a:pt x="1403" y="96"/>
                  <a:pt x="1408" y="96"/>
                </a:cubicBezTo>
                <a:cubicBezTo>
                  <a:pt x="1419" y="94"/>
                  <a:pt x="1408" y="93"/>
                  <a:pt x="1403" y="90"/>
                </a:cubicBezTo>
                <a:moveTo>
                  <a:pt x="1338" y="115"/>
                </a:moveTo>
                <a:cubicBezTo>
                  <a:pt x="1327" y="111"/>
                  <a:pt x="1344" y="108"/>
                  <a:pt x="1354" y="104"/>
                </a:cubicBezTo>
                <a:cubicBezTo>
                  <a:pt x="1371" y="111"/>
                  <a:pt x="1365" y="114"/>
                  <a:pt x="1338" y="115"/>
                </a:cubicBezTo>
                <a:moveTo>
                  <a:pt x="1468" y="90"/>
                </a:moveTo>
                <a:cubicBezTo>
                  <a:pt x="1441" y="83"/>
                  <a:pt x="1500" y="84"/>
                  <a:pt x="1484" y="82"/>
                </a:cubicBezTo>
                <a:cubicBezTo>
                  <a:pt x="1516" y="82"/>
                  <a:pt x="1489" y="90"/>
                  <a:pt x="1468" y="90"/>
                </a:cubicBezTo>
                <a:moveTo>
                  <a:pt x="1554" y="66"/>
                </a:moveTo>
                <a:cubicBezTo>
                  <a:pt x="1565" y="69"/>
                  <a:pt x="1581" y="69"/>
                  <a:pt x="1559" y="60"/>
                </a:cubicBezTo>
                <a:cubicBezTo>
                  <a:pt x="1581" y="59"/>
                  <a:pt x="1570" y="62"/>
                  <a:pt x="1581" y="66"/>
                </a:cubicBezTo>
                <a:cubicBezTo>
                  <a:pt x="1586" y="63"/>
                  <a:pt x="1581" y="62"/>
                  <a:pt x="1592" y="59"/>
                </a:cubicBezTo>
                <a:cubicBezTo>
                  <a:pt x="1586" y="64"/>
                  <a:pt x="1613" y="62"/>
                  <a:pt x="1624" y="67"/>
                </a:cubicBezTo>
                <a:cubicBezTo>
                  <a:pt x="1624" y="70"/>
                  <a:pt x="1619" y="72"/>
                  <a:pt x="1608" y="74"/>
                </a:cubicBezTo>
                <a:cubicBezTo>
                  <a:pt x="1624" y="63"/>
                  <a:pt x="1570" y="70"/>
                  <a:pt x="1570" y="74"/>
                </a:cubicBezTo>
                <a:cubicBezTo>
                  <a:pt x="1543" y="76"/>
                  <a:pt x="1565" y="69"/>
                  <a:pt x="1554" y="66"/>
                </a:cubicBezTo>
                <a:moveTo>
                  <a:pt x="1457" y="97"/>
                </a:moveTo>
                <a:cubicBezTo>
                  <a:pt x="1462" y="98"/>
                  <a:pt x="1457" y="100"/>
                  <a:pt x="1452" y="100"/>
                </a:cubicBezTo>
                <a:cubicBezTo>
                  <a:pt x="1457" y="101"/>
                  <a:pt x="1468" y="101"/>
                  <a:pt x="1473" y="104"/>
                </a:cubicBezTo>
                <a:cubicBezTo>
                  <a:pt x="1473" y="101"/>
                  <a:pt x="1479" y="100"/>
                  <a:pt x="1489" y="103"/>
                </a:cubicBezTo>
                <a:cubicBezTo>
                  <a:pt x="1462" y="107"/>
                  <a:pt x="1457" y="111"/>
                  <a:pt x="1441" y="115"/>
                </a:cubicBezTo>
                <a:cubicBezTo>
                  <a:pt x="1435" y="108"/>
                  <a:pt x="1441" y="103"/>
                  <a:pt x="1457" y="97"/>
                </a:cubicBezTo>
                <a:moveTo>
                  <a:pt x="1635" y="66"/>
                </a:moveTo>
                <a:cubicBezTo>
                  <a:pt x="1640" y="63"/>
                  <a:pt x="1651" y="63"/>
                  <a:pt x="1662" y="66"/>
                </a:cubicBezTo>
                <a:cubicBezTo>
                  <a:pt x="1657" y="67"/>
                  <a:pt x="1651" y="66"/>
                  <a:pt x="1651" y="64"/>
                </a:cubicBezTo>
                <a:cubicBezTo>
                  <a:pt x="1646" y="67"/>
                  <a:pt x="1678" y="73"/>
                  <a:pt x="1651" y="79"/>
                </a:cubicBezTo>
                <a:cubicBezTo>
                  <a:pt x="1630" y="73"/>
                  <a:pt x="1657" y="70"/>
                  <a:pt x="1635" y="66"/>
                </a:cubicBezTo>
                <a:moveTo>
                  <a:pt x="1775" y="45"/>
                </a:moveTo>
                <a:cubicBezTo>
                  <a:pt x="1786" y="48"/>
                  <a:pt x="1775" y="49"/>
                  <a:pt x="1770" y="50"/>
                </a:cubicBezTo>
                <a:cubicBezTo>
                  <a:pt x="1781" y="56"/>
                  <a:pt x="1792" y="53"/>
                  <a:pt x="1802" y="57"/>
                </a:cubicBezTo>
                <a:cubicBezTo>
                  <a:pt x="1775" y="59"/>
                  <a:pt x="1743" y="50"/>
                  <a:pt x="1775" y="45"/>
                </a:cubicBezTo>
                <a:moveTo>
                  <a:pt x="1759" y="66"/>
                </a:moveTo>
                <a:cubicBezTo>
                  <a:pt x="1705" y="69"/>
                  <a:pt x="1721" y="80"/>
                  <a:pt x="1694" y="87"/>
                </a:cubicBezTo>
                <a:cubicBezTo>
                  <a:pt x="1684" y="87"/>
                  <a:pt x="1684" y="86"/>
                  <a:pt x="1689" y="86"/>
                </a:cubicBezTo>
                <a:cubicBezTo>
                  <a:pt x="1684" y="84"/>
                  <a:pt x="1678" y="86"/>
                  <a:pt x="1673" y="86"/>
                </a:cubicBezTo>
                <a:cubicBezTo>
                  <a:pt x="1662" y="80"/>
                  <a:pt x="1700" y="77"/>
                  <a:pt x="1711" y="76"/>
                </a:cubicBezTo>
                <a:cubicBezTo>
                  <a:pt x="1700" y="74"/>
                  <a:pt x="1694" y="74"/>
                  <a:pt x="1684" y="76"/>
                </a:cubicBezTo>
                <a:cubicBezTo>
                  <a:pt x="1705" y="72"/>
                  <a:pt x="1721" y="55"/>
                  <a:pt x="1759" y="66"/>
                </a:cubicBezTo>
                <a:moveTo>
                  <a:pt x="1597" y="107"/>
                </a:moveTo>
                <a:cubicBezTo>
                  <a:pt x="1592" y="104"/>
                  <a:pt x="1603" y="106"/>
                  <a:pt x="1608" y="104"/>
                </a:cubicBezTo>
                <a:cubicBezTo>
                  <a:pt x="1586" y="103"/>
                  <a:pt x="1586" y="104"/>
                  <a:pt x="1581" y="97"/>
                </a:cubicBezTo>
                <a:cubicBezTo>
                  <a:pt x="1586" y="96"/>
                  <a:pt x="1592" y="98"/>
                  <a:pt x="1597" y="100"/>
                </a:cubicBezTo>
                <a:cubicBezTo>
                  <a:pt x="1603" y="98"/>
                  <a:pt x="1597" y="97"/>
                  <a:pt x="1597" y="97"/>
                </a:cubicBezTo>
                <a:cubicBezTo>
                  <a:pt x="1603" y="96"/>
                  <a:pt x="1613" y="98"/>
                  <a:pt x="1608" y="100"/>
                </a:cubicBezTo>
                <a:cubicBezTo>
                  <a:pt x="1608" y="101"/>
                  <a:pt x="1613" y="103"/>
                  <a:pt x="1619" y="101"/>
                </a:cubicBezTo>
                <a:cubicBezTo>
                  <a:pt x="1630" y="106"/>
                  <a:pt x="1603" y="107"/>
                  <a:pt x="1597" y="107"/>
                </a:cubicBezTo>
                <a:moveTo>
                  <a:pt x="1802" y="93"/>
                </a:moveTo>
                <a:cubicBezTo>
                  <a:pt x="1781" y="96"/>
                  <a:pt x="1765" y="96"/>
                  <a:pt x="1748" y="92"/>
                </a:cubicBezTo>
                <a:cubicBezTo>
                  <a:pt x="1765" y="89"/>
                  <a:pt x="1797" y="92"/>
                  <a:pt x="1781" y="83"/>
                </a:cubicBezTo>
                <a:cubicBezTo>
                  <a:pt x="1792" y="79"/>
                  <a:pt x="1797" y="87"/>
                  <a:pt x="1808" y="89"/>
                </a:cubicBezTo>
                <a:cubicBezTo>
                  <a:pt x="1802" y="90"/>
                  <a:pt x="1797" y="92"/>
                  <a:pt x="1802" y="93"/>
                </a:cubicBezTo>
                <a:moveTo>
                  <a:pt x="1873" y="76"/>
                </a:moveTo>
                <a:cubicBezTo>
                  <a:pt x="1862" y="70"/>
                  <a:pt x="1867" y="66"/>
                  <a:pt x="1862" y="62"/>
                </a:cubicBezTo>
                <a:cubicBezTo>
                  <a:pt x="1894" y="60"/>
                  <a:pt x="1894" y="70"/>
                  <a:pt x="1873" y="76"/>
                </a:cubicBezTo>
                <a:moveTo>
                  <a:pt x="1921" y="48"/>
                </a:moveTo>
                <a:cubicBezTo>
                  <a:pt x="1937" y="53"/>
                  <a:pt x="1916" y="56"/>
                  <a:pt x="1921" y="60"/>
                </a:cubicBezTo>
                <a:cubicBezTo>
                  <a:pt x="1910" y="62"/>
                  <a:pt x="1905" y="59"/>
                  <a:pt x="1900" y="57"/>
                </a:cubicBezTo>
                <a:cubicBezTo>
                  <a:pt x="1927" y="55"/>
                  <a:pt x="1900" y="50"/>
                  <a:pt x="1921" y="48"/>
                </a:cubicBezTo>
                <a:moveTo>
                  <a:pt x="1835" y="69"/>
                </a:moveTo>
                <a:cubicBezTo>
                  <a:pt x="1824" y="73"/>
                  <a:pt x="1808" y="77"/>
                  <a:pt x="1829" y="83"/>
                </a:cubicBezTo>
                <a:cubicBezTo>
                  <a:pt x="1802" y="83"/>
                  <a:pt x="1802" y="72"/>
                  <a:pt x="1802" y="67"/>
                </a:cubicBezTo>
                <a:cubicBezTo>
                  <a:pt x="1781" y="66"/>
                  <a:pt x="1781" y="67"/>
                  <a:pt x="1765" y="72"/>
                </a:cubicBezTo>
                <a:cubicBezTo>
                  <a:pt x="1759" y="69"/>
                  <a:pt x="1786" y="66"/>
                  <a:pt x="1775" y="62"/>
                </a:cubicBezTo>
                <a:cubicBezTo>
                  <a:pt x="1786" y="62"/>
                  <a:pt x="1819" y="70"/>
                  <a:pt x="1813" y="62"/>
                </a:cubicBezTo>
                <a:cubicBezTo>
                  <a:pt x="1829" y="59"/>
                  <a:pt x="1813" y="66"/>
                  <a:pt x="1835" y="69"/>
                </a:cubicBezTo>
                <a:moveTo>
                  <a:pt x="1878" y="40"/>
                </a:moveTo>
                <a:cubicBezTo>
                  <a:pt x="1873" y="48"/>
                  <a:pt x="1851" y="52"/>
                  <a:pt x="1824" y="57"/>
                </a:cubicBezTo>
                <a:cubicBezTo>
                  <a:pt x="1829" y="48"/>
                  <a:pt x="1851" y="42"/>
                  <a:pt x="1878" y="36"/>
                </a:cubicBezTo>
                <a:cubicBezTo>
                  <a:pt x="1883" y="39"/>
                  <a:pt x="1845" y="46"/>
                  <a:pt x="1878" y="40"/>
                </a:cubicBezTo>
                <a:moveTo>
                  <a:pt x="1792" y="52"/>
                </a:moveTo>
                <a:cubicBezTo>
                  <a:pt x="1786" y="42"/>
                  <a:pt x="1797" y="36"/>
                  <a:pt x="1813" y="32"/>
                </a:cubicBezTo>
                <a:cubicBezTo>
                  <a:pt x="1808" y="38"/>
                  <a:pt x="1824" y="43"/>
                  <a:pt x="1792" y="52"/>
                </a:cubicBezTo>
                <a:moveTo>
                  <a:pt x="1792" y="33"/>
                </a:moveTo>
                <a:cubicBezTo>
                  <a:pt x="1781" y="33"/>
                  <a:pt x="1775" y="35"/>
                  <a:pt x="1775" y="36"/>
                </a:cubicBezTo>
                <a:cubicBezTo>
                  <a:pt x="1770" y="38"/>
                  <a:pt x="1765" y="33"/>
                  <a:pt x="1754" y="36"/>
                </a:cubicBezTo>
                <a:cubicBezTo>
                  <a:pt x="1754" y="38"/>
                  <a:pt x="1754" y="39"/>
                  <a:pt x="1743" y="40"/>
                </a:cubicBezTo>
                <a:cubicBezTo>
                  <a:pt x="1732" y="36"/>
                  <a:pt x="1754" y="32"/>
                  <a:pt x="1759" y="28"/>
                </a:cubicBezTo>
                <a:cubicBezTo>
                  <a:pt x="1770" y="32"/>
                  <a:pt x="1781" y="29"/>
                  <a:pt x="1792" y="33"/>
                </a:cubicBezTo>
                <a:moveTo>
                  <a:pt x="1721" y="38"/>
                </a:moveTo>
                <a:cubicBezTo>
                  <a:pt x="1711" y="40"/>
                  <a:pt x="1705" y="39"/>
                  <a:pt x="1711" y="38"/>
                </a:cubicBezTo>
                <a:cubicBezTo>
                  <a:pt x="1711" y="35"/>
                  <a:pt x="1673" y="43"/>
                  <a:pt x="1694" y="40"/>
                </a:cubicBezTo>
                <a:cubicBezTo>
                  <a:pt x="1705" y="45"/>
                  <a:pt x="1673" y="43"/>
                  <a:pt x="1667" y="39"/>
                </a:cubicBezTo>
                <a:cubicBezTo>
                  <a:pt x="1689" y="33"/>
                  <a:pt x="1705" y="32"/>
                  <a:pt x="1721" y="38"/>
                </a:cubicBezTo>
                <a:moveTo>
                  <a:pt x="1640" y="42"/>
                </a:moveTo>
                <a:cubicBezTo>
                  <a:pt x="1630" y="52"/>
                  <a:pt x="1662" y="48"/>
                  <a:pt x="1667" y="56"/>
                </a:cubicBezTo>
                <a:cubicBezTo>
                  <a:pt x="1678" y="46"/>
                  <a:pt x="1705" y="50"/>
                  <a:pt x="1743" y="43"/>
                </a:cubicBezTo>
                <a:cubicBezTo>
                  <a:pt x="1743" y="46"/>
                  <a:pt x="1737" y="49"/>
                  <a:pt x="1743" y="50"/>
                </a:cubicBezTo>
                <a:cubicBezTo>
                  <a:pt x="1727" y="53"/>
                  <a:pt x="1689" y="49"/>
                  <a:pt x="1700" y="57"/>
                </a:cubicBezTo>
                <a:cubicBezTo>
                  <a:pt x="1694" y="59"/>
                  <a:pt x="1662" y="53"/>
                  <a:pt x="1667" y="59"/>
                </a:cubicBezTo>
                <a:cubicBezTo>
                  <a:pt x="1651" y="55"/>
                  <a:pt x="1630" y="59"/>
                  <a:pt x="1613" y="55"/>
                </a:cubicBezTo>
                <a:cubicBezTo>
                  <a:pt x="1640" y="50"/>
                  <a:pt x="1603" y="45"/>
                  <a:pt x="1640" y="42"/>
                </a:cubicBezTo>
                <a:moveTo>
                  <a:pt x="1500" y="70"/>
                </a:moveTo>
                <a:cubicBezTo>
                  <a:pt x="1489" y="70"/>
                  <a:pt x="1484" y="69"/>
                  <a:pt x="1473" y="66"/>
                </a:cubicBezTo>
                <a:cubicBezTo>
                  <a:pt x="1489" y="63"/>
                  <a:pt x="1495" y="64"/>
                  <a:pt x="1495" y="69"/>
                </a:cubicBezTo>
                <a:cubicBezTo>
                  <a:pt x="1495" y="59"/>
                  <a:pt x="1527" y="64"/>
                  <a:pt x="1532" y="62"/>
                </a:cubicBezTo>
                <a:cubicBezTo>
                  <a:pt x="1565" y="66"/>
                  <a:pt x="1522" y="64"/>
                  <a:pt x="1500" y="70"/>
                </a:cubicBezTo>
                <a:moveTo>
                  <a:pt x="1608" y="35"/>
                </a:moveTo>
                <a:cubicBezTo>
                  <a:pt x="1635" y="35"/>
                  <a:pt x="1592" y="45"/>
                  <a:pt x="1592" y="49"/>
                </a:cubicBezTo>
                <a:cubicBezTo>
                  <a:pt x="1575" y="48"/>
                  <a:pt x="1559" y="52"/>
                  <a:pt x="1543" y="46"/>
                </a:cubicBezTo>
                <a:cubicBezTo>
                  <a:pt x="1554" y="45"/>
                  <a:pt x="1559" y="43"/>
                  <a:pt x="1554" y="40"/>
                </a:cubicBezTo>
                <a:cubicBezTo>
                  <a:pt x="1575" y="49"/>
                  <a:pt x="1586" y="36"/>
                  <a:pt x="1608" y="35"/>
                </a:cubicBezTo>
                <a:moveTo>
                  <a:pt x="1468" y="66"/>
                </a:moveTo>
                <a:cubicBezTo>
                  <a:pt x="1452" y="72"/>
                  <a:pt x="1441" y="67"/>
                  <a:pt x="1430" y="70"/>
                </a:cubicBezTo>
                <a:cubicBezTo>
                  <a:pt x="1414" y="63"/>
                  <a:pt x="1457" y="62"/>
                  <a:pt x="1468" y="66"/>
                </a:cubicBezTo>
                <a:moveTo>
                  <a:pt x="1241" y="106"/>
                </a:moveTo>
                <a:cubicBezTo>
                  <a:pt x="1246" y="107"/>
                  <a:pt x="1241" y="107"/>
                  <a:pt x="1241" y="108"/>
                </a:cubicBezTo>
                <a:cubicBezTo>
                  <a:pt x="1235" y="108"/>
                  <a:pt x="1235" y="110"/>
                  <a:pt x="1241" y="111"/>
                </a:cubicBezTo>
                <a:cubicBezTo>
                  <a:pt x="1230" y="111"/>
                  <a:pt x="1209" y="100"/>
                  <a:pt x="1182" y="101"/>
                </a:cubicBezTo>
                <a:cubicBezTo>
                  <a:pt x="1182" y="94"/>
                  <a:pt x="1219" y="84"/>
                  <a:pt x="1241" y="93"/>
                </a:cubicBezTo>
                <a:cubicBezTo>
                  <a:pt x="1235" y="93"/>
                  <a:pt x="1230" y="92"/>
                  <a:pt x="1225" y="90"/>
                </a:cubicBezTo>
                <a:cubicBezTo>
                  <a:pt x="1219" y="92"/>
                  <a:pt x="1230" y="93"/>
                  <a:pt x="1230" y="94"/>
                </a:cubicBezTo>
                <a:cubicBezTo>
                  <a:pt x="1214" y="96"/>
                  <a:pt x="1203" y="94"/>
                  <a:pt x="1182" y="98"/>
                </a:cubicBezTo>
                <a:cubicBezTo>
                  <a:pt x="1192" y="101"/>
                  <a:pt x="1209" y="96"/>
                  <a:pt x="1219" y="97"/>
                </a:cubicBezTo>
                <a:cubicBezTo>
                  <a:pt x="1219" y="101"/>
                  <a:pt x="1214" y="108"/>
                  <a:pt x="1241" y="106"/>
                </a:cubicBezTo>
                <a:moveTo>
                  <a:pt x="1381" y="69"/>
                </a:moveTo>
                <a:cubicBezTo>
                  <a:pt x="1376" y="76"/>
                  <a:pt x="1371" y="66"/>
                  <a:pt x="1360" y="63"/>
                </a:cubicBezTo>
                <a:cubicBezTo>
                  <a:pt x="1376" y="59"/>
                  <a:pt x="1392" y="59"/>
                  <a:pt x="1408" y="63"/>
                </a:cubicBezTo>
                <a:cubicBezTo>
                  <a:pt x="1414" y="67"/>
                  <a:pt x="1397" y="63"/>
                  <a:pt x="1392" y="62"/>
                </a:cubicBezTo>
                <a:cubicBezTo>
                  <a:pt x="1381" y="64"/>
                  <a:pt x="1376" y="66"/>
                  <a:pt x="1381" y="69"/>
                </a:cubicBezTo>
                <a:moveTo>
                  <a:pt x="1511" y="39"/>
                </a:moveTo>
                <a:cubicBezTo>
                  <a:pt x="1538" y="25"/>
                  <a:pt x="1575" y="38"/>
                  <a:pt x="1511" y="39"/>
                </a:cubicBezTo>
                <a:moveTo>
                  <a:pt x="1495" y="31"/>
                </a:moveTo>
                <a:cubicBezTo>
                  <a:pt x="1511" y="29"/>
                  <a:pt x="1500" y="40"/>
                  <a:pt x="1500" y="45"/>
                </a:cubicBezTo>
                <a:cubicBezTo>
                  <a:pt x="1479" y="48"/>
                  <a:pt x="1495" y="39"/>
                  <a:pt x="1489" y="38"/>
                </a:cubicBezTo>
                <a:cubicBezTo>
                  <a:pt x="1468" y="33"/>
                  <a:pt x="1473" y="42"/>
                  <a:pt x="1457" y="43"/>
                </a:cubicBezTo>
                <a:cubicBezTo>
                  <a:pt x="1435" y="33"/>
                  <a:pt x="1495" y="35"/>
                  <a:pt x="1495" y="31"/>
                </a:cubicBezTo>
                <a:moveTo>
                  <a:pt x="1435" y="45"/>
                </a:moveTo>
                <a:cubicBezTo>
                  <a:pt x="1452" y="50"/>
                  <a:pt x="1441" y="56"/>
                  <a:pt x="1462" y="49"/>
                </a:cubicBezTo>
                <a:cubicBezTo>
                  <a:pt x="1479" y="57"/>
                  <a:pt x="1435" y="55"/>
                  <a:pt x="1419" y="56"/>
                </a:cubicBezTo>
                <a:cubicBezTo>
                  <a:pt x="1408" y="50"/>
                  <a:pt x="1403" y="53"/>
                  <a:pt x="1397" y="48"/>
                </a:cubicBezTo>
                <a:cubicBezTo>
                  <a:pt x="1414" y="46"/>
                  <a:pt x="1425" y="46"/>
                  <a:pt x="1435" y="45"/>
                </a:cubicBezTo>
                <a:moveTo>
                  <a:pt x="1333" y="57"/>
                </a:moveTo>
                <a:cubicBezTo>
                  <a:pt x="1344" y="62"/>
                  <a:pt x="1311" y="64"/>
                  <a:pt x="1317" y="69"/>
                </a:cubicBezTo>
                <a:cubicBezTo>
                  <a:pt x="1311" y="70"/>
                  <a:pt x="1306" y="67"/>
                  <a:pt x="1311" y="66"/>
                </a:cubicBezTo>
                <a:cubicBezTo>
                  <a:pt x="1306" y="64"/>
                  <a:pt x="1300" y="64"/>
                  <a:pt x="1300" y="66"/>
                </a:cubicBezTo>
                <a:cubicBezTo>
                  <a:pt x="1295" y="63"/>
                  <a:pt x="1300" y="63"/>
                  <a:pt x="1306" y="64"/>
                </a:cubicBezTo>
                <a:cubicBezTo>
                  <a:pt x="1327" y="62"/>
                  <a:pt x="1317" y="57"/>
                  <a:pt x="1333" y="57"/>
                </a:cubicBezTo>
                <a:moveTo>
                  <a:pt x="1031" y="103"/>
                </a:moveTo>
                <a:cubicBezTo>
                  <a:pt x="1025" y="97"/>
                  <a:pt x="1031" y="100"/>
                  <a:pt x="1014" y="104"/>
                </a:cubicBezTo>
                <a:cubicBezTo>
                  <a:pt x="1009" y="100"/>
                  <a:pt x="1009" y="97"/>
                  <a:pt x="1020" y="94"/>
                </a:cubicBezTo>
                <a:cubicBezTo>
                  <a:pt x="1041" y="94"/>
                  <a:pt x="1052" y="100"/>
                  <a:pt x="1031" y="103"/>
                </a:cubicBezTo>
                <a:moveTo>
                  <a:pt x="1160" y="74"/>
                </a:moveTo>
                <a:cubicBezTo>
                  <a:pt x="1155" y="76"/>
                  <a:pt x="1149" y="74"/>
                  <a:pt x="1149" y="73"/>
                </a:cubicBezTo>
                <a:cubicBezTo>
                  <a:pt x="1144" y="72"/>
                  <a:pt x="1138" y="73"/>
                  <a:pt x="1138" y="73"/>
                </a:cubicBezTo>
                <a:cubicBezTo>
                  <a:pt x="1122" y="72"/>
                  <a:pt x="1176" y="69"/>
                  <a:pt x="1144" y="69"/>
                </a:cubicBezTo>
                <a:cubicBezTo>
                  <a:pt x="1144" y="63"/>
                  <a:pt x="1192" y="67"/>
                  <a:pt x="1198" y="57"/>
                </a:cubicBezTo>
                <a:cubicBezTo>
                  <a:pt x="1209" y="63"/>
                  <a:pt x="1225" y="56"/>
                  <a:pt x="1235" y="63"/>
                </a:cubicBezTo>
                <a:cubicBezTo>
                  <a:pt x="1209" y="64"/>
                  <a:pt x="1160" y="64"/>
                  <a:pt x="1160" y="74"/>
                </a:cubicBezTo>
                <a:moveTo>
                  <a:pt x="1397" y="40"/>
                </a:moveTo>
                <a:cubicBezTo>
                  <a:pt x="1365" y="39"/>
                  <a:pt x="1365" y="52"/>
                  <a:pt x="1333" y="50"/>
                </a:cubicBezTo>
                <a:cubicBezTo>
                  <a:pt x="1327" y="48"/>
                  <a:pt x="1371" y="33"/>
                  <a:pt x="1371" y="40"/>
                </a:cubicBezTo>
                <a:cubicBezTo>
                  <a:pt x="1376" y="38"/>
                  <a:pt x="1387" y="35"/>
                  <a:pt x="1381" y="31"/>
                </a:cubicBezTo>
                <a:cubicBezTo>
                  <a:pt x="1408" y="29"/>
                  <a:pt x="1381" y="38"/>
                  <a:pt x="1397" y="40"/>
                </a:cubicBezTo>
                <a:moveTo>
                  <a:pt x="1273" y="40"/>
                </a:moveTo>
                <a:cubicBezTo>
                  <a:pt x="1290" y="46"/>
                  <a:pt x="1263" y="49"/>
                  <a:pt x="1279" y="55"/>
                </a:cubicBezTo>
                <a:cubicBezTo>
                  <a:pt x="1268" y="56"/>
                  <a:pt x="1268" y="53"/>
                  <a:pt x="1273" y="53"/>
                </a:cubicBezTo>
                <a:cubicBezTo>
                  <a:pt x="1263" y="49"/>
                  <a:pt x="1246" y="60"/>
                  <a:pt x="1241" y="52"/>
                </a:cubicBezTo>
                <a:cubicBezTo>
                  <a:pt x="1241" y="50"/>
                  <a:pt x="1246" y="52"/>
                  <a:pt x="1252" y="52"/>
                </a:cubicBezTo>
                <a:cubicBezTo>
                  <a:pt x="1279" y="49"/>
                  <a:pt x="1241" y="43"/>
                  <a:pt x="1273" y="40"/>
                </a:cubicBezTo>
                <a:moveTo>
                  <a:pt x="1095" y="76"/>
                </a:moveTo>
                <a:cubicBezTo>
                  <a:pt x="1095" y="80"/>
                  <a:pt x="1106" y="83"/>
                  <a:pt x="1106" y="87"/>
                </a:cubicBezTo>
                <a:cubicBezTo>
                  <a:pt x="1095" y="92"/>
                  <a:pt x="1068" y="82"/>
                  <a:pt x="1090" y="90"/>
                </a:cubicBezTo>
                <a:cubicBezTo>
                  <a:pt x="1079" y="92"/>
                  <a:pt x="1057" y="86"/>
                  <a:pt x="1079" y="93"/>
                </a:cubicBezTo>
                <a:cubicBezTo>
                  <a:pt x="1063" y="92"/>
                  <a:pt x="1036" y="93"/>
                  <a:pt x="1036" y="86"/>
                </a:cubicBezTo>
                <a:cubicBezTo>
                  <a:pt x="1074" y="92"/>
                  <a:pt x="1068" y="83"/>
                  <a:pt x="1095" y="76"/>
                </a:cubicBezTo>
                <a:moveTo>
                  <a:pt x="442" y="86"/>
                </a:moveTo>
                <a:cubicBezTo>
                  <a:pt x="410" y="84"/>
                  <a:pt x="442" y="73"/>
                  <a:pt x="404" y="83"/>
                </a:cubicBezTo>
                <a:cubicBezTo>
                  <a:pt x="399" y="77"/>
                  <a:pt x="447" y="72"/>
                  <a:pt x="480" y="66"/>
                </a:cubicBezTo>
                <a:cubicBezTo>
                  <a:pt x="485" y="70"/>
                  <a:pt x="485" y="73"/>
                  <a:pt x="491" y="76"/>
                </a:cubicBezTo>
                <a:cubicBezTo>
                  <a:pt x="458" y="77"/>
                  <a:pt x="447" y="77"/>
                  <a:pt x="442" y="86"/>
                </a:cubicBezTo>
                <a:moveTo>
                  <a:pt x="572" y="53"/>
                </a:moveTo>
                <a:cubicBezTo>
                  <a:pt x="593" y="49"/>
                  <a:pt x="572" y="62"/>
                  <a:pt x="588" y="57"/>
                </a:cubicBezTo>
                <a:cubicBezTo>
                  <a:pt x="593" y="60"/>
                  <a:pt x="577" y="62"/>
                  <a:pt x="572" y="63"/>
                </a:cubicBezTo>
                <a:cubicBezTo>
                  <a:pt x="550" y="60"/>
                  <a:pt x="577" y="57"/>
                  <a:pt x="572" y="53"/>
                </a:cubicBezTo>
                <a:moveTo>
                  <a:pt x="431" y="98"/>
                </a:moveTo>
                <a:cubicBezTo>
                  <a:pt x="404" y="94"/>
                  <a:pt x="464" y="87"/>
                  <a:pt x="475" y="94"/>
                </a:cubicBezTo>
                <a:cubicBezTo>
                  <a:pt x="458" y="98"/>
                  <a:pt x="447" y="92"/>
                  <a:pt x="431" y="98"/>
                </a:cubicBezTo>
                <a:moveTo>
                  <a:pt x="815" y="60"/>
                </a:moveTo>
                <a:cubicBezTo>
                  <a:pt x="842" y="53"/>
                  <a:pt x="815" y="53"/>
                  <a:pt x="858" y="52"/>
                </a:cubicBezTo>
                <a:cubicBezTo>
                  <a:pt x="858" y="53"/>
                  <a:pt x="852" y="53"/>
                  <a:pt x="852" y="53"/>
                </a:cubicBezTo>
                <a:cubicBezTo>
                  <a:pt x="842" y="55"/>
                  <a:pt x="852" y="56"/>
                  <a:pt x="858" y="59"/>
                </a:cubicBezTo>
                <a:cubicBezTo>
                  <a:pt x="842" y="63"/>
                  <a:pt x="831" y="57"/>
                  <a:pt x="815" y="60"/>
                </a:cubicBezTo>
                <a:moveTo>
                  <a:pt x="653" y="96"/>
                </a:moveTo>
                <a:cubicBezTo>
                  <a:pt x="663" y="97"/>
                  <a:pt x="669" y="100"/>
                  <a:pt x="674" y="101"/>
                </a:cubicBezTo>
                <a:cubicBezTo>
                  <a:pt x="653" y="107"/>
                  <a:pt x="626" y="98"/>
                  <a:pt x="653" y="96"/>
                </a:cubicBezTo>
                <a:moveTo>
                  <a:pt x="917" y="56"/>
                </a:moveTo>
                <a:cubicBezTo>
                  <a:pt x="928" y="63"/>
                  <a:pt x="917" y="63"/>
                  <a:pt x="890" y="67"/>
                </a:cubicBezTo>
                <a:cubicBezTo>
                  <a:pt x="869" y="62"/>
                  <a:pt x="912" y="60"/>
                  <a:pt x="917" y="56"/>
                </a:cubicBezTo>
                <a:moveTo>
                  <a:pt x="723" y="108"/>
                </a:moveTo>
                <a:cubicBezTo>
                  <a:pt x="712" y="106"/>
                  <a:pt x="717" y="104"/>
                  <a:pt x="712" y="101"/>
                </a:cubicBezTo>
                <a:cubicBezTo>
                  <a:pt x="723" y="101"/>
                  <a:pt x="728" y="100"/>
                  <a:pt x="739" y="98"/>
                </a:cubicBezTo>
                <a:cubicBezTo>
                  <a:pt x="755" y="101"/>
                  <a:pt x="750" y="103"/>
                  <a:pt x="755" y="106"/>
                </a:cubicBezTo>
                <a:cubicBezTo>
                  <a:pt x="744" y="108"/>
                  <a:pt x="734" y="106"/>
                  <a:pt x="723" y="108"/>
                </a:cubicBezTo>
                <a:moveTo>
                  <a:pt x="766" y="100"/>
                </a:moveTo>
                <a:cubicBezTo>
                  <a:pt x="766" y="92"/>
                  <a:pt x="787" y="100"/>
                  <a:pt x="820" y="94"/>
                </a:cubicBezTo>
                <a:cubicBezTo>
                  <a:pt x="809" y="94"/>
                  <a:pt x="798" y="96"/>
                  <a:pt x="793" y="93"/>
                </a:cubicBezTo>
                <a:cubicBezTo>
                  <a:pt x="804" y="90"/>
                  <a:pt x="815" y="90"/>
                  <a:pt x="825" y="93"/>
                </a:cubicBezTo>
                <a:cubicBezTo>
                  <a:pt x="820" y="101"/>
                  <a:pt x="787" y="96"/>
                  <a:pt x="766" y="100"/>
                </a:cubicBezTo>
                <a:moveTo>
                  <a:pt x="858" y="89"/>
                </a:moveTo>
                <a:cubicBezTo>
                  <a:pt x="852" y="86"/>
                  <a:pt x="874" y="89"/>
                  <a:pt x="869" y="84"/>
                </a:cubicBezTo>
                <a:cubicBezTo>
                  <a:pt x="890" y="90"/>
                  <a:pt x="869" y="97"/>
                  <a:pt x="874" y="104"/>
                </a:cubicBezTo>
                <a:cubicBezTo>
                  <a:pt x="858" y="100"/>
                  <a:pt x="869" y="90"/>
                  <a:pt x="858" y="89"/>
                </a:cubicBezTo>
                <a:moveTo>
                  <a:pt x="1052" y="52"/>
                </a:moveTo>
                <a:cubicBezTo>
                  <a:pt x="1031" y="48"/>
                  <a:pt x="1074" y="42"/>
                  <a:pt x="1084" y="43"/>
                </a:cubicBezTo>
                <a:cubicBezTo>
                  <a:pt x="1095" y="50"/>
                  <a:pt x="1068" y="48"/>
                  <a:pt x="1052" y="52"/>
                </a:cubicBezTo>
                <a:moveTo>
                  <a:pt x="1235" y="40"/>
                </a:moveTo>
                <a:cubicBezTo>
                  <a:pt x="1225" y="43"/>
                  <a:pt x="1214" y="40"/>
                  <a:pt x="1203" y="43"/>
                </a:cubicBezTo>
                <a:cubicBezTo>
                  <a:pt x="1192" y="46"/>
                  <a:pt x="1230" y="39"/>
                  <a:pt x="1209" y="35"/>
                </a:cubicBezTo>
                <a:cubicBezTo>
                  <a:pt x="1219" y="33"/>
                  <a:pt x="1230" y="31"/>
                  <a:pt x="1241" y="29"/>
                </a:cubicBezTo>
                <a:cubicBezTo>
                  <a:pt x="1225" y="29"/>
                  <a:pt x="1225" y="26"/>
                  <a:pt x="1235" y="25"/>
                </a:cubicBezTo>
                <a:cubicBezTo>
                  <a:pt x="1257" y="31"/>
                  <a:pt x="1219" y="35"/>
                  <a:pt x="1235" y="40"/>
                </a:cubicBezTo>
                <a:moveTo>
                  <a:pt x="982" y="72"/>
                </a:moveTo>
                <a:cubicBezTo>
                  <a:pt x="998" y="70"/>
                  <a:pt x="971" y="79"/>
                  <a:pt x="977" y="83"/>
                </a:cubicBezTo>
                <a:cubicBezTo>
                  <a:pt x="960" y="86"/>
                  <a:pt x="944" y="79"/>
                  <a:pt x="966" y="74"/>
                </a:cubicBezTo>
                <a:cubicBezTo>
                  <a:pt x="971" y="83"/>
                  <a:pt x="966" y="74"/>
                  <a:pt x="982" y="72"/>
                </a:cubicBezTo>
                <a:moveTo>
                  <a:pt x="1144" y="33"/>
                </a:moveTo>
                <a:cubicBezTo>
                  <a:pt x="1176" y="35"/>
                  <a:pt x="1127" y="38"/>
                  <a:pt x="1111" y="42"/>
                </a:cubicBezTo>
                <a:cubicBezTo>
                  <a:pt x="1111" y="40"/>
                  <a:pt x="1111" y="39"/>
                  <a:pt x="1106" y="36"/>
                </a:cubicBezTo>
                <a:cubicBezTo>
                  <a:pt x="1117" y="29"/>
                  <a:pt x="1149" y="42"/>
                  <a:pt x="1144" y="33"/>
                </a:cubicBezTo>
                <a:moveTo>
                  <a:pt x="993" y="62"/>
                </a:moveTo>
                <a:cubicBezTo>
                  <a:pt x="982" y="67"/>
                  <a:pt x="950" y="59"/>
                  <a:pt x="955" y="67"/>
                </a:cubicBezTo>
                <a:cubicBezTo>
                  <a:pt x="928" y="69"/>
                  <a:pt x="944" y="62"/>
                  <a:pt x="960" y="60"/>
                </a:cubicBezTo>
                <a:cubicBezTo>
                  <a:pt x="950" y="57"/>
                  <a:pt x="939" y="62"/>
                  <a:pt x="928" y="56"/>
                </a:cubicBezTo>
                <a:cubicBezTo>
                  <a:pt x="939" y="53"/>
                  <a:pt x="950" y="56"/>
                  <a:pt x="939" y="57"/>
                </a:cubicBezTo>
                <a:cubicBezTo>
                  <a:pt x="966" y="60"/>
                  <a:pt x="971" y="52"/>
                  <a:pt x="987" y="53"/>
                </a:cubicBezTo>
                <a:cubicBezTo>
                  <a:pt x="993" y="56"/>
                  <a:pt x="971" y="57"/>
                  <a:pt x="993" y="62"/>
                </a:cubicBezTo>
                <a:moveTo>
                  <a:pt x="1047" y="25"/>
                </a:moveTo>
                <a:cubicBezTo>
                  <a:pt x="1063" y="23"/>
                  <a:pt x="1074" y="23"/>
                  <a:pt x="1084" y="22"/>
                </a:cubicBezTo>
                <a:cubicBezTo>
                  <a:pt x="1106" y="33"/>
                  <a:pt x="1052" y="28"/>
                  <a:pt x="1047" y="40"/>
                </a:cubicBezTo>
                <a:cubicBezTo>
                  <a:pt x="1025" y="40"/>
                  <a:pt x="1025" y="38"/>
                  <a:pt x="1025" y="32"/>
                </a:cubicBezTo>
                <a:cubicBezTo>
                  <a:pt x="1020" y="36"/>
                  <a:pt x="1014" y="36"/>
                  <a:pt x="1009" y="33"/>
                </a:cubicBezTo>
                <a:cubicBezTo>
                  <a:pt x="1025" y="32"/>
                  <a:pt x="1047" y="31"/>
                  <a:pt x="1063" y="29"/>
                </a:cubicBezTo>
                <a:cubicBezTo>
                  <a:pt x="1068" y="26"/>
                  <a:pt x="1057" y="28"/>
                  <a:pt x="1047" y="25"/>
                </a:cubicBezTo>
                <a:moveTo>
                  <a:pt x="998" y="43"/>
                </a:moveTo>
                <a:cubicBezTo>
                  <a:pt x="982" y="45"/>
                  <a:pt x="955" y="43"/>
                  <a:pt x="955" y="39"/>
                </a:cubicBezTo>
                <a:cubicBezTo>
                  <a:pt x="971" y="35"/>
                  <a:pt x="998" y="39"/>
                  <a:pt x="998" y="43"/>
                </a:cubicBezTo>
                <a:moveTo>
                  <a:pt x="912" y="48"/>
                </a:moveTo>
                <a:cubicBezTo>
                  <a:pt x="885" y="42"/>
                  <a:pt x="923" y="39"/>
                  <a:pt x="912" y="35"/>
                </a:cubicBezTo>
                <a:cubicBezTo>
                  <a:pt x="923" y="33"/>
                  <a:pt x="923" y="45"/>
                  <a:pt x="912" y="48"/>
                </a:cubicBezTo>
                <a:moveTo>
                  <a:pt x="647" y="89"/>
                </a:moveTo>
                <a:cubicBezTo>
                  <a:pt x="653" y="93"/>
                  <a:pt x="642" y="90"/>
                  <a:pt x="637" y="89"/>
                </a:cubicBezTo>
                <a:cubicBezTo>
                  <a:pt x="615" y="94"/>
                  <a:pt x="615" y="110"/>
                  <a:pt x="577" y="98"/>
                </a:cubicBezTo>
                <a:cubicBezTo>
                  <a:pt x="610" y="96"/>
                  <a:pt x="604" y="92"/>
                  <a:pt x="615" y="86"/>
                </a:cubicBezTo>
                <a:cubicBezTo>
                  <a:pt x="626" y="83"/>
                  <a:pt x="637" y="90"/>
                  <a:pt x="647" y="89"/>
                </a:cubicBezTo>
                <a:moveTo>
                  <a:pt x="739" y="62"/>
                </a:moveTo>
                <a:cubicBezTo>
                  <a:pt x="734" y="63"/>
                  <a:pt x="739" y="63"/>
                  <a:pt x="739" y="64"/>
                </a:cubicBezTo>
                <a:cubicBezTo>
                  <a:pt x="707" y="63"/>
                  <a:pt x="755" y="60"/>
                  <a:pt x="761" y="56"/>
                </a:cubicBezTo>
                <a:cubicBezTo>
                  <a:pt x="782" y="60"/>
                  <a:pt x="755" y="64"/>
                  <a:pt x="739" y="62"/>
                </a:cubicBezTo>
                <a:moveTo>
                  <a:pt x="863" y="40"/>
                </a:moveTo>
                <a:cubicBezTo>
                  <a:pt x="847" y="42"/>
                  <a:pt x="836" y="45"/>
                  <a:pt x="825" y="48"/>
                </a:cubicBezTo>
                <a:cubicBezTo>
                  <a:pt x="815" y="42"/>
                  <a:pt x="842" y="38"/>
                  <a:pt x="842" y="33"/>
                </a:cubicBezTo>
                <a:cubicBezTo>
                  <a:pt x="863" y="35"/>
                  <a:pt x="847" y="36"/>
                  <a:pt x="863" y="40"/>
                </a:cubicBezTo>
                <a:moveTo>
                  <a:pt x="637" y="76"/>
                </a:moveTo>
                <a:cubicBezTo>
                  <a:pt x="653" y="77"/>
                  <a:pt x="653" y="70"/>
                  <a:pt x="674" y="73"/>
                </a:cubicBezTo>
                <a:cubicBezTo>
                  <a:pt x="680" y="82"/>
                  <a:pt x="642" y="79"/>
                  <a:pt x="626" y="83"/>
                </a:cubicBezTo>
                <a:cubicBezTo>
                  <a:pt x="620" y="80"/>
                  <a:pt x="615" y="79"/>
                  <a:pt x="610" y="76"/>
                </a:cubicBezTo>
                <a:cubicBezTo>
                  <a:pt x="620" y="72"/>
                  <a:pt x="626" y="69"/>
                  <a:pt x="631" y="67"/>
                </a:cubicBezTo>
                <a:cubicBezTo>
                  <a:pt x="653" y="64"/>
                  <a:pt x="626" y="73"/>
                  <a:pt x="637" y="76"/>
                </a:cubicBezTo>
                <a:moveTo>
                  <a:pt x="669" y="50"/>
                </a:moveTo>
                <a:cubicBezTo>
                  <a:pt x="690" y="56"/>
                  <a:pt x="669" y="60"/>
                  <a:pt x="669" y="64"/>
                </a:cubicBezTo>
                <a:cubicBezTo>
                  <a:pt x="663" y="64"/>
                  <a:pt x="663" y="63"/>
                  <a:pt x="663" y="62"/>
                </a:cubicBezTo>
                <a:cubicBezTo>
                  <a:pt x="658" y="62"/>
                  <a:pt x="647" y="62"/>
                  <a:pt x="637" y="63"/>
                </a:cubicBezTo>
                <a:cubicBezTo>
                  <a:pt x="631" y="59"/>
                  <a:pt x="647" y="55"/>
                  <a:pt x="669" y="50"/>
                </a:cubicBezTo>
                <a:moveTo>
                  <a:pt x="583" y="72"/>
                </a:moveTo>
                <a:cubicBezTo>
                  <a:pt x="566" y="77"/>
                  <a:pt x="555" y="86"/>
                  <a:pt x="534" y="87"/>
                </a:cubicBezTo>
                <a:cubicBezTo>
                  <a:pt x="534" y="80"/>
                  <a:pt x="518" y="73"/>
                  <a:pt x="550" y="67"/>
                </a:cubicBezTo>
                <a:cubicBezTo>
                  <a:pt x="572" y="67"/>
                  <a:pt x="561" y="74"/>
                  <a:pt x="583" y="72"/>
                </a:cubicBezTo>
                <a:moveTo>
                  <a:pt x="793" y="21"/>
                </a:moveTo>
                <a:cubicBezTo>
                  <a:pt x="782" y="23"/>
                  <a:pt x="777" y="22"/>
                  <a:pt x="782" y="21"/>
                </a:cubicBezTo>
                <a:cubicBezTo>
                  <a:pt x="771" y="19"/>
                  <a:pt x="750" y="23"/>
                  <a:pt x="739" y="25"/>
                </a:cubicBezTo>
                <a:cubicBezTo>
                  <a:pt x="723" y="19"/>
                  <a:pt x="777" y="12"/>
                  <a:pt x="793" y="21"/>
                </a:cubicBezTo>
                <a:moveTo>
                  <a:pt x="723" y="26"/>
                </a:moveTo>
                <a:cubicBezTo>
                  <a:pt x="723" y="33"/>
                  <a:pt x="701" y="36"/>
                  <a:pt x="707" y="40"/>
                </a:cubicBezTo>
                <a:cubicBezTo>
                  <a:pt x="696" y="43"/>
                  <a:pt x="685" y="46"/>
                  <a:pt x="669" y="48"/>
                </a:cubicBezTo>
                <a:cubicBezTo>
                  <a:pt x="658" y="46"/>
                  <a:pt x="658" y="43"/>
                  <a:pt x="669" y="40"/>
                </a:cubicBezTo>
                <a:cubicBezTo>
                  <a:pt x="674" y="42"/>
                  <a:pt x="669" y="43"/>
                  <a:pt x="669" y="43"/>
                </a:cubicBezTo>
                <a:cubicBezTo>
                  <a:pt x="690" y="45"/>
                  <a:pt x="701" y="25"/>
                  <a:pt x="690" y="29"/>
                </a:cubicBezTo>
                <a:cubicBezTo>
                  <a:pt x="685" y="26"/>
                  <a:pt x="707" y="25"/>
                  <a:pt x="701" y="22"/>
                </a:cubicBezTo>
                <a:cubicBezTo>
                  <a:pt x="712" y="21"/>
                  <a:pt x="707" y="25"/>
                  <a:pt x="723" y="26"/>
                </a:cubicBezTo>
                <a:moveTo>
                  <a:pt x="647" y="33"/>
                </a:moveTo>
                <a:cubicBezTo>
                  <a:pt x="663" y="38"/>
                  <a:pt x="631" y="40"/>
                  <a:pt x="642" y="45"/>
                </a:cubicBezTo>
                <a:cubicBezTo>
                  <a:pt x="626" y="46"/>
                  <a:pt x="620" y="35"/>
                  <a:pt x="647" y="33"/>
                </a:cubicBezTo>
                <a:moveTo>
                  <a:pt x="572" y="48"/>
                </a:moveTo>
                <a:cubicBezTo>
                  <a:pt x="572" y="43"/>
                  <a:pt x="588" y="39"/>
                  <a:pt x="604" y="36"/>
                </a:cubicBezTo>
                <a:cubicBezTo>
                  <a:pt x="631" y="43"/>
                  <a:pt x="593" y="45"/>
                  <a:pt x="572" y="48"/>
                </a:cubicBezTo>
                <a:moveTo>
                  <a:pt x="242" y="77"/>
                </a:moveTo>
                <a:cubicBezTo>
                  <a:pt x="221" y="80"/>
                  <a:pt x="199" y="80"/>
                  <a:pt x="183" y="74"/>
                </a:cubicBezTo>
                <a:cubicBezTo>
                  <a:pt x="178" y="79"/>
                  <a:pt x="167" y="83"/>
                  <a:pt x="183" y="87"/>
                </a:cubicBezTo>
                <a:cubicBezTo>
                  <a:pt x="151" y="92"/>
                  <a:pt x="156" y="93"/>
                  <a:pt x="129" y="93"/>
                </a:cubicBezTo>
                <a:cubicBezTo>
                  <a:pt x="145" y="84"/>
                  <a:pt x="167" y="83"/>
                  <a:pt x="145" y="72"/>
                </a:cubicBezTo>
                <a:cubicBezTo>
                  <a:pt x="194" y="70"/>
                  <a:pt x="172" y="57"/>
                  <a:pt x="189" y="50"/>
                </a:cubicBezTo>
                <a:cubicBezTo>
                  <a:pt x="194" y="56"/>
                  <a:pt x="205" y="63"/>
                  <a:pt x="183" y="69"/>
                </a:cubicBezTo>
                <a:cubicBezTo>
                  <a:pt x="183" y="67"/>
                  <a:pt x="178" y="67"/>
                  <a:pt x="172" y="69"/>
                </a:cubicBezTo>
                <a:cubicBezTo>
                  <a:pt x="178" y="69"/>
                  <a:pt x="183" y="70"/>
                  <a:pt x="183" y="72"/>
                </a:cubicBezTo>
                <a:cubicBezTo>
                  <a:pt x="194" y="74"/>
                  <a:pt x="205" y="69"/>
                  <a:pt x="215" y="70"/>
                </a:cubicBezTo>
                <a:cubicBezTo>
                  <a:pt x="221" y="67"/>
                  <a:pt x="226" y="64"/>
                  <a:pt x="215" y="62"/>
                </a:cubicBezTo>
                <a:cubicBezTo>
                  <a:pt x="232" y="59"/>
                  <a:pt x="248" y="56"/>
                  <a:pt x="264" y="52"/>
                </a:cubicBezTo>
                <a:cubicBezTo>
                  <a:pt x="296" y="62"/>
                  <a:pt x="226" y="66"/>
                  <a:pt x="242" y="77"/>
                </a:cubicBezTo>
                <a:moveTo>
                  <a:pt x="345" y="69"/>
                </a:moveTo>
                <a:cubicBezTo>
                  <a:pt x="340" y="67"/>
                  <a:pt x="334" y="70"/>
                  <a:pt x="329" y="70"/>
                </a:cubicBezTo>
                <a:cubicBezTo>
                  <a:pt x="307" y="57"/>
                  <a:pt x="394" y="69"/>
                  <a:pt x="350" y="76"/>
                </a:cubicBezTo>
                <a:cubicBezTo>
                  <a:pt x="345" y="73"/>
                  <a:pt x="350" y="72"/>
                  <a:pt x="345" y="69"/>
                </a:cubicBezTo>
                <a:moveTo>
                  <a:pt x="523" y="40"/>
                </a:moveTo>
                <a:cubicBezTo>
                  <a:pt x="512" y="31"/>
                  <a:pt x="572" y="38"/>
                  <a:pt x="561" y="28"/>
                </a:cubicBezTo>
                <a:cubicBezTo>
                  <a:pt x="583" y="32"/>
                  <a:pt x="610" y="18"/>
                  <a:pt x="626" y="26"/>
                </a:cubicBezTo>
                <a:cubicBezTo>
                  <a:pt x="604" y="29"/>
                  <a:pt x="610" y="28"/>
                  <a:pt x="599" y="33"/>
                </a:cubicBezTo>
                <a:cubicBezTo>
                  <a:pt x="593" y="25"/>
                  <a:pt x="555" y="38"/>
                  <a:pt x="539" y="45"/>
                </a:cubicBezTo>
                <a:cubicBezTo>
                  <a:pt x="512" y="40"/>
                  <a:pt x="502" y="43"/>
                  <a:pt x="464" y="38"/>
                </a:cubicBezTo>
                <a:cubicBezTo>
                  <a:pt x="485" y="35"/>
                  <a:pt x="502" y="35"/>
                  <a:pt x="523" y="40"/>
                </a:cubicBezTo>
                <a:moveTo>
                  <a:pt x="431" y="62"/>
                </a:moveTo>
                <a:cubicBezTo>
                  <a:pt x="410" y="53"/>
                  <a:pt x="469" y="53"/>
                  <a:pt x="485" y="50"/>
                </a:cubicBezTo>
                <a:cubicBezTo>
                  <a:pt x="496" y="59"/>
                  <a:pt x="447" y="56"/>
                  <a:pt x="431" y="62"/>
                </a:cubicBezTo>
                <a:moveTo>
                  <a:pt x="453" y="45"/>
                </a:moveTo>
                <a:cubicBezTo>
                  <a:pt x="437" y="45"/>
                  <a:pt x="421" y="50"/>
                  <a:pt x="410" y="49"/>
                </a:cubicBezTo>
                <a:cubicBezTo>
                  <a:pt x="394" y="43"/>
                  <a:pt x="431" y="36"/>
                  <a:pt x="442" y="36"/>
                </a:cubicBezTo>
                <a:cubicBezTo>
                  <a:pt x="442" y="39"/>
                  <a:pt x="447" y="42"/>
                  <a:pt x="453" y="45"/>
                </a:cubicBezTo>
                <a:moveTo>
                  <a:pt x="491" y="18"/>
                </a:moveTo>
                <a:cubicBezTo>
                  <a:pt x="502" y="23"/>
                  <a:pt x="491" y="31"/>
                  <a:pt x="469" y="31"/>
                </a:cubicBezTo>
                <a:cubicBezTo>
                  <a:pt x="464" y="26"/>
                  <a:pt x="469" y="22"/>
                  <a:pt x="491" y="18"/>
                </a:cubicBezTo>
                <a:moveTo>
                  <a:pt x="372" y="79"/>
                </a:moveTo>
                <a:cubicBezTo>
                  <a:pt x="383" y="70"/>
                  <a:pt x="372" y="69"/>
                  <a:pt x="367" y="62"/>
                </a:cubicBezTo>
                <a:cubicBezTo>
                  <a:pt x="361" y="56"/>
                  <a:pt x="323" y="62"/>
                  <a:pt x="334" y="56"/>
                </a:cubicBezTo>
                <a:cubicBezTo>
                  <a:pt x="367" y="46"/>
                  <a:pt x="453" y="67"/>
                  <a:pt x="372" y="79"/>
                </a:cubicBezTo>
                <a:moveTo>
                  <a:pt x="388" y="45"/>
                </a:moveTo>
                <a:cubicBezTo>
                  <a:pt x="377" y="48"/>
                  <a:pt x="313" y="52"/>
                  <a:pt x="302" y="57"/>
                </a:cubicBezTo>
                <a:cubicBezTo>
                  <a:pt x="296" y="52"/>
                  <a:pt x="318" y="48"/>
                  <a:pt x="340" y="42"/>
                </a:cubicBezTo>
                <a:cubicBezTo>
                  <a:pt x="356" y="43"/>
                  <a:pt x="372" y="46"/>
                  <a:pt x="388" y="45"/>
                </a:cubicBezTo>
                <a:moveTo>
                  <a:pt x="410" y="35"/>
                </a:moveTo>
                <a:cubicBezTo>
                  <a:pt x="377" y="35"/>
                  <a:pt x="377" y="36"/>
                  <a:pt x="350" y="39"/>
                </a:cubicBezTo>
                <a:cubicBezTo>
                  <a:pt x="340" y="36"/>
                  <a:pt x="356" y="35"/>
                  <a:pt x="350" y="32"/>
                </a:cubicBezTo>
                <a:cubicBezTo>
                  <a:pt x="334" y="31"/>
                  <a:pt x="313" y="46"/>
                  <a:pt x="285" y="38"/>
                </a:cubicBezTo>
                <a:cubicBezTo>
                  <a:pt x="323" y="32"/>
                  <a:pt x="318" y="26"/>
                  <a:pt x="345" y="21"/>
                </a:cubicBezTo>
                <a:cubicBezTo>
                  <a:pt x="356" y="29"/>
                  <a:pt x="372" y="32"/>
                  <a:pt x="410" y="35"/>
                </a:cubicBezTo>
                <a:moveTo>
                  <a:pt x="269" y="35"/>
                </a:moveTo>
                <a:cubicBezTo>
                  <a:pt x="248" y="45"/>
                  <a:pt x="307" y="46"/>
                  <a:pt x="285" y="50"/>
                </a:cubicBezTo>
                <a:cubicBezTo>
                  <a:pt x="275" y="45"/>
                  <a:pt x="259" y="50"/>
                  <a:pt x="253" y="45"/>
                </a:cubicBezTo>
                <a:cubicBezTo>
                  <a:pt x="242" y="49"/>
                  <a:pt x="242" y="53"/>
                  <a:pt x="215" y="56"/>
                </a:cubicBezTo>
                <a:cubicBezTo>
                  <a:pt x="215" y="45"/>
                  <a:pt x="221" y="38"/>
                  <a:pt x="269" y="35"/>
                </a:cubicBezTo>
                <a:moveTo>
                  <a:pt x="334" y="18"/>
                </a:moveTo>
                <a:cubicBezTo>
                  <a:pt x="334" y="23"/>
                  <a:pt x="285" y="21"/>
                  <a:pt x="269" y="31"/>
                </a:cubicBezTo>
                <a:cubicBezTo>
                  <a:pt x="259" y="28"/>
                  <a:pt x="248" y="32"/>
                  <a:pt x="237" y="28"/>
                </a:cubicBezTo>
                <a:cubicBezTo>
                  <a:pt x="253" y="23"/>
                  <a:pt x="285" y="28"/>
                  <a:pt x="264" y="19"/>
                </a:cubicBezTo>
                <a:cubicBezTo>
                  <a:pt x="291" y="14"/>
                  <a:pt x="313" y="19"/>
                  <a:pt x="334" y="18"/>
                </a:cubicBezTo>
              </a:path>
            </a:pathLst>
          </a:custGeom>
          <a:solidFill>
            <a:srgbClr val="5F7797">
              <a:alpha val="100000"/>
            </a:srgbClr>
          </a:solidFill>
          <a:ln w="0" cap="flat">
            <a:noFill/>
            <a:prstDash val="solid"/>
            <a:miter lim="0"/>
          </a:ln>
        </p:spPr>
        <p:txBody>
          <a:bodyPr rtlCol="0"/>
          <a:lstStyle/>
          <a:p>
            <a:pPr algn="ctr"/>
            <a:endParaRPr lang="zh-CN" altLang="en-US"/>
          </a:p>
        </p:txBody>
      </p:sp>
      <p:sp>
        <p:nvSpPr>
          <p:cNvPr id="342" name="textbox 342"/>
          <p:cNvSpPr/>
          <p:nvPr/>
        </p:nvSpPr>
        <p:spPr>
          <a:xfrm>
            <a:off x="1882355" y="5596543"/>
            <a:ext cx="333375" cy="245109"/>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0000"/>
              </a:lnSpc>
            </a:pPr>
            <a:r>
              <a:rPr sz="1800" kern="0" spc="-30" dirty="0">
                <a:solidFill>
                  <a:srgbClr val="000000">
                    <a:alpha val="100000"/>
                  </a:srgbClr>
                </a:solidFill>
                <a:latin typeface="Arial" panose="020B0604020202020204"/>
                <a:ea typeface="Arial" panose="020B0604020202020204"/>
                <a:cs typeface="Arial" panose="020B0604020202020204"/>
              </a:rPr>
              <a:t>0.3</a:t>
            </a:r>
            <a:endParaRPr sz="1800" dirty="0">
              <a:latin typeface="Arial" panose="020B0604020202020204"/>
              <a:ea typeface="Arial" panose="020B0604020202020204"/>
              <a:cs typeface="Arial" panose="020B0604020202020204"/>
            </a:endParaRPr>
          </a:p>
        </p:txBody>
      </p:sp>
      <p:sp>
        <p:nvSpPr>
          <p:cNvPr id="344" name="textbox 344"/>
          <p:cNvSpPr/>
          <p:nvPr/>
        </p:nvSpPr>
        <p:spPr>
          <a:xfrm>
            <a:off x="2000326" y="4803114"/>
            <a:ext cx="334009" cy="24447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80000"/>
              </a:lnSpc>
            </a:pPr>
            <a:r>
              <a:rPr sz="1800" kern="0" spc="-20" dirty="0">
                <a:solidFill>
                  <a:srgbClr val="000000">
                    <a:alpha val="100000"/>
                  </a:srgbClr>
                </a:solidFill>
                <a:latin typeface="Arial" panose="020B0604020202020204"/>
                <a:ea typeface="Arial" panose="020B0604020202020204"/>
                <a:cs typeface="Arial" panose="020B0604020202020204"/>
              </a:rPr>
              <a:t>0.2</a:t>
            </a:r>
            <a:endParaRPr sz="1800" dirty="0">
              <a:latin typeface="Arial" panose="020B0604020202020204"/>
              <a:ea typeface="Arial" panose="020B0604020202020204"/>
              <a:cs typeface="Arial" panose="020B0604020202020204"/>
            </a:endParaRPr>
          </a:p>
        </p:txBody>
      </p:sp>
      <p:sp>
        <p:nvSpPr>
          <p:cNvPr id="346" name="path 346"/>
          <p:cNvSpPr/>
          <p:nvPr/>
        </p:nvSpPr>
        <p:spPr>
          <a:xfrm>
            <a:off x="10067544" y="5375909"/>
            <a:ext cx="38100" cy="361670"/>
          </a:xfrm>
          <a:custGeom>
            <a:avLst/>
            <a:gdLst/>
            <a:ahLst/>
            <a:cxnLst/>
            <a:rect l="0" t="0" r="0" b="0"/>
            <a:pathLst>
              <a:path w="60" h="569">
                <a:moveTo>
                  <a:pt x="30" y="0"/>
                </a:moveTo>
                <a:lnTo>
                  <a:pt x="30" y="569"/>
                </a:lnTo>
              </a:path>
            </a:pathLst>
          </a:custGeom>
          <a:noFill/>
          <a:ln w="38100" cap="flat">
            <a:solidFill>
              <a:srgbClr val="F26E61"/>
            </a:solidFill>
            <a:prstDash val="solid"/>
            <a:miter lim="1000000"/>
          </a:ln>
        </p:spPr>
        <p:txBody>
          <a:bodyPr rtlCol="0"/>
          <a:lstStyle/>
          <a:p>
            <a:pPr algn="ctr"/>
            <a:endParaRPr lang="zh-CN" altLang="en-US"/>
          </a:p>
        </p:txBody>
      </p:sp>
      <p:sp>
        <p:nvSpPr>
          <p:cNvPr id="348" name="path 348"/>
          <p:cNvSpPr/>
          <p:nvPr/>
        </p:nvSpPr>
        <p:spPr>
          <a:xfrm>
            <a:off x="6341363" y="5324094"/>
            <a:ext cx="38100" cy="361670"/>
          </a:xfrm>
          <a:custGeom>
            <a:avLst/>
            <a:gdLst/>
            <a:ahLst/>
            <a:cxnLst/>
            <a:rect l="0" t="0" r="0" b="0"/>
            <a:pathLst>
              <a:path w="60" h="569">
                <a:moveTo>
                  <a:pt x="30" y="0"/>
                </a:moveTo>
                <a:lnTo>
                  <a:pt x="30" y="569"/>
                </a:lnTo>
              </a:path>
            </a:pathLst>
          </a:custGeom>
          <a:noFill/>
          <a:ln w="38100" cap="flat">
            <a:solidFill>
              <a:srgbClr val="F26E61"/>
            </a:solidFill>
            <a:prstDash val="solid"/>
            <a:miter lim="1000000"/>
          </a:ln>
        </p:spPr>
        <p:txBody>
          <a:bodyPr rtlCol="0"/>
          <a:lstStyle/>
          <a:p>
            <a:pPr algn="ctr"/>
            <a:endParaRPr lang="zh-CN" altLang="en-US"/>
          </a:p>
        </p:txBody>
      </p:sp>
      <p:sp>
        <p:nvSpPr>
          <p:cNvPr id="350" name="path 350"/>
          <p:cNvSpPr/>
          <p:nvPr/>
        </p:nvSpPr>
        <p:spPr>
          <a:xfrm>
            <a:off x="7149084" y="5324094"/>
            <a:ext cx="38100" cy="361670"/>
          </a:xfrm>
          <a:custGeom>
            <a:avLst/>
            <a:gdLst/>
            <a:ahLst/>
            <a:cxnLst/>
            <a:rect l="0" t="0" r="0" b="0"/>
            <a:pathLst>
              <a:path w="60" h="569">
                <a:moveTo>
                  <a:pt x="30" y="0"/>
                </a:moveTo>
                <a:lnTo>
                  <a:pt x="30" y="569"/>
                </a:lnTo>
              </a:path>
            </a:pathLst>
          </a:custGeom>
          <a:noFill/>
          <a:ln w="38100" cap="flat">
            <a:solidFill>
              <a:srgbClr val="F26E61"/>
            </a:solidFill>
            <a:prstDash val="solid"/>
            <a:miter lim="1000000"/>
          </a:ln>
        </p:spPr>
        <p:txBody>
          <a:bodyPr rtlCol="0"/>
          <a:lstStyle/>
          <a:p>
            <a:pPr algn="ctr"/>
            <a:endParaRPr lang="zh-CN" altLang="en-US"/>
          </a:p>
        </p:txBody>
      </p:sp>
      <p:sp>
        <p:nvSpPr>
          <p:cNvPr id="352" name="path 352"/>
          <p:cNvSpPr/>
          <p:nvPr/>
        </p:nvSpPr>
        <p:spPr>
          <a:xfrm>
            <a:off x="7598664" y="5324094"/>
            <a:ext cx="38100" cy="361670"/>
          </a:xfrm>
          <a:custGeom>
            <a:avLst/>
            <a:gdLst/>
            <a:ahLst/>
            <a:cxnLst/>
            <a:rect l="0" t="0" r="0" b="0"/>
            <a:pathLst>
              <a:path w="60" h="569">
                <a:moveTo>
                  <a:pt x="30" y="0"/>
                </a:moveTo>
                <a:lnTo>
                  <a:pt x="30" y="569"/>
                </a:lnTo>
              </a:path>
            </a:pathLst>
          </a:custGeom>
          <a:noFill/>
          <a:ln w="38100" cap="flat">
            <a:solidFill>
              <a:srgbClr val="F26E61"/>
            </a:solidFill>
            <a:prstDash val="solid"/>
            <a:miter lim="1000000"/>
          </a:ln>
        </p:spPr>
        <p:txBody>
          <a:bodyPr rtlCol="0"/>
          <a:lstStyle/>
          <a:p>
            <a:pPr algn="ctr"/>
            <a:endParaRPr lang="zh-CN" altLang="en-US"/>
          </a:p>
        </p:txBody>
      </p:sp>
      <p:sp>
        <p:nvSpPr>
          <p:cNvPr id="354" name="path 354"/>
          <p:cNvSpPr/>
          <p:nvPr/>
        </p:nvSpPr>
        <p:spPr>
          <a:xfrm>
            <a:off x="9019031" y="5343905"/>
            <a:ext cx="38100" cy="361670"/>
          </a:xfrm>
          <a:custGeom>
            <a:avLst/>
            <a:gdLst/>
            <a:ahLst/>
            <a:cxnLst/>
            <a:rect l="0" t="0" r="0" b="0"/>
            <a:pathLst>
              <a:path w="60" h="569">
                <a:moveTo>
                  <a:pt x="30" y="0"/>
                </a:moveTo>
                <a:lnTo>
                  <a:pt x="30" y="569"/>
                </a:lnTo>
              </a:path>
            </a:pathLst>
          </a:custGeom>
          <a:noFill/>
          <a:ln w="38100" cap="flat">
            <a:solidFill>
              <a:srgbClr val="F26E61"/>
            </a:solidFill>
            <a:prstDash val="solid"/>
            <a:miter lim="1000000"/>
          </a:ln>
        </p:spPr>
        <p:txBody>
          <a:bodyPr rtlCol="0"/>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textbox 356"/>
          <p:cNvSpPr/>
          <p:nvPr/>
        </p:nvSpPr>
        <p:spPr>
          <a:xfrm>
            <a:off x="6350006" y="3501121"/>
            <a:ext cx="3971925" cy="308927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a:p>
            <a:pPr marL="22225" indent="-9525" algn="l" rtl="0" eaLnBrk="0">
              <a:lnSpc>
                <a:spcPct val="98000"/>
              </a:lnSpc>
            </a:pPr>
            <a:r>
              <a:rPr sz="2000" kern="0" spc="0" dirty="0">
                <a:solidFill>
                  <a:srgbClr val="5F7797">
                    <a:alpha val="100000"/>
                  </a:srgbClr>
                </a:solidFill>
                <a:latin typeface="Cambria Math" panose="02040503050406030204"/>
                <a:ea typeface="Cambria Math" panose="02040503050406030204"/>
                <a:cs typeface="Cambria Math" panose="02040503050406030204"/>
              </a:rPr>
              <a:t>p</a:t>
            </a:r>
            <a:r>
              <a:rPr sz="2200" kern="0" spc="0" baseline="-5000" dirty="0">
                <a:solidFill>
                  <a:srgbClr val="5F7797">
                    <a:alpha val="100000"/>
                  </a:srgbClr>
                </a:solidFill>
                <a:latin typeface="Cambria Math" panose="02040503050406030204"/>
                <a:ea typeface="Cambria Math" panose="02040503050406030204"/>
                <a:cs typeface="Cambria Math" panose="02040503050406030204"/>
              </a:rPr>
              <a:t>i</a:t>
            </a:r>
            <a:r>
              <a:rPr sz="1400" kern="0" spc="80" dirty="0">
                <a:solidFill>
                  <a:srgbClr val="5F7797">
                    <a:alpha val="100000"/>
                  </a:srgbClr>
                </a:solidFill>
                <a:latin typeface="Cambria Math" panose="02040503050406030204"/>
                <a:ea typeface="Cambria Math" panose="02040503050406030204"/>
                <a:cs typeface="Cambria Math" panose="02040503050406030204"/>
              </a:rPr>
              <a:t>   </a:t>
            </a:r>
            <a:r>
              <a:rPr sz="2000" kern="0" spc="80" dirty="0">
                <a:solidFill>
                  <a:srgbClr val="5F7797">
                    <a:alpha val="100000"/>
                  </a:srgbClr>
                </a:solidFill>
                <a:latin typeface="Arial" panose="020B0604020202020204"/>
                <a:ea typeface="Arial" panose="020B0604020202020204"/>
                <a:cs typeface="Arial" panose="020B0604020202020204"/>
              </a:rPr>
              <a:t>= </a:t>
            </a:r>
            <a:r>
              <a:rPr sz="2000" kern="0" spc="80" dirty="0">
                <a:solidFill>
                  <a:srgbClr val="5F7797">
                    <a:alpha val="100000"/>
                  </a:srgbClr>
                </a:solidFill>
                <a:latin typeface="Cambria Math" panose="02040503050406030204"/>
                <a:ea typeface="Cambria Math" panose="02040503050406030204"/>
                <a:cs typeface="Cambria Math" panose="02040503050406030204"/>
              </a:rPr>
              <a:t>f(</a:t>
            </a:r>
            <a:r>
              <a:rPr sz="2000" kern="0" spc="0" dirty="0">
                <a:solidFill>
                  <a:srgbClr val="5F7797">
                    <a:alpha val="100000"/>
                  </a:srgbClr>
                </a:solidFill>
                <a:latin typeface="Cambria Math" panose="02040503050406030204"/>
                <a:ea typeface="Cambria Math" panose="02040503050406030204"/>
                <a:cs typeface="Cambria Math" panose="02040503050406030204"/>
              </a:rPr>
              <a:t>x</a:t>
            </a:r>
            <a:r>
              <a:rPr sz="1400" kern="0" spc="0" dirty="0">
                <a:solidFill>
                  <a:srgbClr val="5F7797">
                    <a:alpha val="100000"/>
                  </a:srgbClr>
                </a:solidFill>
                <a:latin typeface="Cambria Math" panose="02040503050406030204"/>
                <a:ea typeface="Cambria Math" panose="02040503050406030204"/>
                <a:cs typeface="Cambria Math" panose="02040503050406030204"/>
              </a:rPr>
              <a:t>i</a:t>
            </a:r>
            <a:r>
              <a:rPr sz="2000" kern="0" spc="80" dirty="0">
                <a:solidFill>
                  <a:srgbClr val="5F7797">
                    <a:alpha val="100000"/>
                  </a:srgbClr>
                </a:solidFill>
                <a:latin typeface="Cambria Math" panose="02040503050406030204"/>
                <a:ea typeface="Cambria Math" panose="02040503050406030204"/>
                <a:cs typeface="Cambria Math" panose="02040503050406030204"/>
              </a:rPr>
              <a:t>)/Σ</a:t>
            </a:r>
            <a:r>
              <a:rPr sz="2000" kern="0" spc="-120" dirty="0">
                <a:solidFill>
                  <a:srgbClr val="5F7797">
                    <a:alpha val="100000"/>
                  </a:srgbClr>
                </a:solidFill>
                <a:latin typeface="Cambria Math" panose="02040503050406030204"/>
                <a:ea typeface="Cambria Math" panose="02040503050406030204"/>
                <a:cs typeface="Cambria Math" panose="02040503050406030204"/>
              </a:rPr>
              <a:t> </a:t>
            </a:r>
            <a:r>
              <a:rPr sz="2000" kern="0" spc="80" dirty="0">
                <a:solidFill>
                  <a:srgbClr val="5F7797">
                    <a:alpha val="100000"/>
                  </a:srgbClr>
                </a:solidFill>
                <a:latin typeface="Cambria Math" panose="02040503050406030204"/>
                <a:ea typeface="Cambria Math" panose="02040503050406030204"/>
                <a:cs typeface="Cambria Math" panose="02040503050406030204"/>
              </a:rPr>
              <a:t>f</a:t>
            </a:r>
            <a:r>
              <a:rPr sz="2000" kern="0" spc="70" dirty="0">
                <a:solidFill>
                  <a:srgbClr val="5F7797">
                    <a:alpha val="100000"/>
                  </a:srgbClr>
                </a:solidFill>
                <a:latin typeface="Cambria Math" panose="02040503050406030204"/>
                <a:ea typeface="Cambria Math" panose="02040503050406030204"/>
                <a:cs typeface="Cambria Math" panose="02040503050406030204"/>
              </a:rPr>
              <a:t>(</a:t>
            </a:r>
            <a:r>
              <a:rPr sz="2000" kern="0" spc="0" dirty="0">
                <a:solidFill>
                  <a:srgbClr val="5F7797">
                    <a:alpha val="100000"/>
                  </a:srgbClr>
                </a:solidFill>
                <a:latin typeface="Cambria Math" panose="02040503050406030204"/>
                <a:ea typeface="Cambria Math" panose="02040503050406030204"/>
                <a:cs typeface="Cambria Math" panose="02040503050406030204"/>
              </a:rPr>
              <a:t>x</a:t>
            </a:r>
            <a:r>
              <a:rPr sz="1400" kern="0" spc="0" dirty="0">
                <a:solidFill>
                  <a:srgbClr val="5F7797">
                    <a:alpha val="100000"/>
                  </a:srgbClr>
                </a:solidFill>
                <a:latin typeface="Cambria Math" panose="02040503050406030204"/>
                <a:ea typeface="Cambria Math" panose="02040503050406030204"/>
                <a:cs typeface="Cambria Math" panose="02040503050406030204"/>
              </a:rPr>
              <a:t>i</a:t>
            </a:r>
            <a:r>
              <a:rPr sz="2000" kern="0" spc="70" dirty="0">
                <a:solidFill>
                  <a:srgbClr val="5F7797">
                    <a:alpha val="100000"/>
                  </a:srgbClr>
                </a:solidFill>
                <a:latin typeface="Cambria Math" panose="02040503050406030204"/>
                <a:ea typeface="Cambria Math" panose="02040503050406030204"/>
                <a:cs typeface="Cambria Math" panose="02040503050406030204"/>
              </a:rPr>
              <a:t>) </a:t>
            </a:r>
            <a:r>
              <a:rPr sz="2000" kern="0" spc="70" dirty="0">
                <a:solidFill>
                  <a:srgbClr val="5F7797">
                    <a:alpha val="100000"/>
                  </a:srgbClr>
                </a:solidFill>
                <a:latin typeface="Arial" panose="020B0604020202020204"/>
                <a:ea typeface="Arial" panose="020B0604020202020204"/>
                <a:cs typeface="Arial" panose="020B0604020202020204"/>
              </a:rPr>
              <a:t>// 0.2 0.1 0.4 0.3</a:t>
            </a:r>
            <a:r>
              <a:rPr sz="2000" kern="0" spc="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Arial" panose="020B0604020202020204"/>
                <a:ea typeface="Arial" panose="020B0604020202020204"/>
                <a:cs typeface="Arial" panose="020B0604020202020204"/>
              </a:rPr>
              <a:t>Cs = cumsum(</a:t>
            </a:r>
            <a:r>
              <a:rPr sz="2000" kern="0" spc="-10" dirty="0">
                <a:solidFill>
                  <a:srgbClr val="5F7797">
                    <a:alpha val="100000"/>
                  </a:srgbClr>
                </a:solidFill>
                <a:latin typeface="Cambria Math" panose="02040503050406030204"/>
                <a:ea typeface="Cambria Math" panose="02040503050406030204"/>
                <a:cs typeface="Cambria Math" panose="02040503050406030204"/>
              </a:rPr>
              <a:t>p</a:t>
            </a:r>
            <a:r>
              <a:rPr sz="1400" kern="0" spc="-10" dirty="0">
                <a:solidFill>
                  <a:srgbClr val="5F7797">
                    <a:alpha val="100000"/>
                  </a:srgbClr>
                </a:solidFill>
                <a:latin typeface="Cambria Math" panose="02040503050406030204"/>
                <a:ea typeface="Cambria Math" panose="02040503050406030204"/>
                <a:cs typeface="Cambria Math" panose="02040503050406030204"/>
              </a:rPr>
              <a:t>i</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r>
              <a:rPr sz="2000" kern="0" spc="-47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20" dirty="0">
                <a:solidFill>
                  <a:srgbClr val="5F7797">
                    <a:alpha val="100000"/>
                  </a:srgbClr>
                </a:solidFill>
                <a:latin typeface="Arial" panose="020B0604020202020204"/>
                <a:ea typeface="Arial" panose="020B0604020202020204"/>
                <a:cs typeface="Arial" panose="020B0604020202020204"/>
              </a:rPr>
              <a:t>// 0.2</a:t>
            </a:r>
            <a:r>
              <a:rPr sz="2000" kern="0" spc="7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0.3</a:t>
            </a:r>
            <a:r>
              <a:rPr sz="2000" kern="0" spc="7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0.7</a:t>
            </a:r>
            <a:r>
              <a:rPr sz="2000" kern="0" spc="21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1.0</a:t>
            </a:r>
            <a:r>
              <a:rPr sz="2000" kern="0" spc="0" dirty="0">
                <a:solidFill>
                  <a:srgbClr val="5F7797">
                    <a:alpha val="100000"/>
                  </a:srgbClr>
                </a:solidFill>
                <a:latin typeface="Arial" panose="020B0604020202020204"/>
                <a:ea typeface="Arial" panose="020B0604020202020204"/>
                <a:cs typeface="Arial" panose="020B0604020202020204"/>
              </a:rPr>
              <a:t> </a:t>
            </a:r>
            <a:r>
              <a:rPr sz="1900" kern="0" spc="-50" dirty="0">
                <a:solidFill>
                  <a:srgbClr val="5F7797">
                    <a:alpha val="100000"/>
                  </a:srgbClr>
                </a:solidFill>
                <a:latin typeface="Arial" panose="020B0604020202020204"/>
                <a:ea typeface="Arial" panose="020B0604020202020204"/>
                <a:cs typeface="Arial" panose="020B0604020202020204"/>
              </a:rPr>
              <a:t>i</a:t>
            </a:r>
            <a:r>
              <a:rPr sz="1900" kern="0" spc="130" dirty="0">
                <a:solidFill>
                  <a:srgbClr val="5F7797">
                    <a:alpha val="100000"/>
                  </a:srgbClr>
                </a:solidFill>
                <a:latin typeface="Arial" panose="020B0604020202020204"/>
                <a:ea typeface="Arial" panose="020B0604020202020204"/>
                <a:cs typeface="Arial" panose="020B0604020202020204"/>
              </a:rPr>
              <a:t> </a:t>
            </a:r>
            <a:r>
              <a:rPr sz="1900" kern="0" spc="-50" dirty="0">
                <a:solidFill>
                  <a:srgbClr val="5F7797">
                    <a:alpha val="100000"/>
                  </a:srgbClr>
                </a:solidFill>
                <a:latin typeface="Arial" panose="020B0604020202020204"/>
                <a:ea typeface="Arial" panose="020B0604020202020204"/>
                <a:cs typeface="Arial" panose="020B0604020202020204"/>
              </a:rPr>
              <a:t>=</a:t>
            </a:r>
            <a:r>
              <a:rPr sz="1900" kern="0" spc="230" dirty="0">
                <a:solidFill>
                  <a:srgbClr val="5F7797">
                    <a:alpha val="100000"/>
                  </a:srgbClr>
                </a:solidFill>
                <a:latin typeface="Arial" panose="020B0604020202020204"/>
                <a:ea typeface="Arial" panose="020B0604020202020204"/>
                <a:cs typeface="Arial" panose="020B0604020202020204"/>
              </a:rPr>
              <a:t> </a:t>
            </a:r>
            <a:r>
              <a:rPr sz="1900" kern="0" spc="-50" dirty="0">
                <a:solidFill>
                  <a:srgbClr val="5F7797">
                    <a:alpha val="100000"/>
                  </a:srgbClr>
                </a:solidFill>
                <a:latin typeface="Arial" panose="020B0604020202020204"/>
                <a:ea typeface="Arial" panose="020B0604020202020204"/>
                <a:cs typeface="Arial" panose="020B0604020202020204"/>
              </a:rPr>
              <a:t>1</a:t>
            </a:r>
            <a:r>
              <a:rPr sz="1900" kern="0" spc="200" dirty="0">
                <a:solidFill>
                  <a:srgbClr val="5F7797">
                    <a:alpha val="100000"/>
                  </a:srgbClr>
                </a:solidFill>
                <a:latin typeface="Arial" panose="020B0604020202020204"/>
                <a:ea typeface="Arial" panose="020B0604020202020204"/>
                <a:cs typeface="Arial" panose="020B0604020202020204"/>
              </a:rPr>
              <a:t> </a:t>
            </a:r>
            <a:r>
              <a:rPr sz="1900" kern="0" spc="-50" dirty="0">
                <a:solidFill>
                  <a:srgbClr val="5F7797">
                    <a:alpha val="100000"/>
                  </a:srgbClr>
                </a:solidFill>
                <a:latin typeface="Arial" panose="020B0604020202020204"/>
                <a:ea typeface="Arial" panose="020B0604020202020204"/>
                <a:cs typeface="Arial" panose="020B0604020202020204"/>
              </a:rPr>
              <a:t>,</a:t>
            </a:r>
            <a:r>
              <a:rPr sz="1900" kern="0" spc="-90" dirty="0">
                <a:solidFill>
                  <a:srgbClr val="5F7797">
                    <a:alpha val="100000"/>
                  </a:srgbClr>
                </a:solidFill>
                <a:latin typeface="Arial" panose="020B0604020202020204"/>
                <a:ea typeface="Arial" panose="020B0604020202020204"/>
                <a:cs typeface="Arial" panose="020B0604020202020204"/>
              </a:rPr>
              <a:t> </a:t>
            </a:r>
            <a:r>
              <a:rPr sz="1900" kern="0" spc="-50" dirty="0">
                <a:solidFill>
                  <a:srgbClr val="5F7797">
                    <a:alpha val="100000"/>
                  </a:srgbClr>
                </a:solidFill>
                <a:latin typeface="Arial" panose="020B0604020202020204"/>
                <a:ea typeface="Arial" panose="020B0604020202020204"/>
                <a:cs typeface="Arial" panose="020B0604020202020204"/>
              </a:rPr>
              <a:t>j</a:t>
            </a:r>
            <a:r>
              <a:rPr sz="1900" kern="0" spc="140" dirty="0">
                <a:solidFill>
                  <a:srgbClr val="5F7797">
                    <a:alpha val="100000"/>
                  </a:srgbClr>
                </a:solidFill>
                <a:latin typeface="Arial" panose="020B0604020202020204"/>
                <a:ea typeface="Arial" panose="020B0604020202020204"/>
                <a:cs typeface="Arial" panose="020B0604020202020204"/>
              </a:rPr>
              <a:t> </a:t>
            </a:r>
            <a:r>
              <a:rPr sz="1900" kern="0" spc="-50" dirty="0">
                <a:solidFill>
                  <a:srgbClr val="5F7797">
                    <a:alpha val="100000"/>
                  </a:srgbClr>
                </a:solidFill>
                <a:latin typeface="Arial" panose="020B0604020202020204"/>
                <a:ea typeface="Arial" panose="020B0604020202020204"/>
                <a:cs typeface="Arial" panose="020B0604020202020204"/>
              </a:rPr>
              <a:t>=</a:t>
            </a:r>
            <a:r>
              <a:rPr sz="1900" kern="0" spc="220" dirty="0">
                <a:solidFill>
                  <a:srgbClr val="5F7797">
                    <a:alpha val="100000"/>
                  </a:srgbClr>
                </a:solidFill>
                <a:latin typeface="Arial" panose="020B0604020202020204"/>
                <a:ea typeface="Arial" panose="020B0604020202020204"/>
                <a:cs typeface="Arial" panose="020B0604020202020204"/>
              </a:rPr>
              <a:t> </a:t>
            </a:r>
            <a:r>
              <a:rPr sz="1900" kern="0" spc="-50" dirty="0">
                <a:solidFill>
                  <a:srgbClr val="5F7797">
                    <a:alpha val="100000"/>
                  </a:srgbClr>
                </a:solidFill>
                <a:latin typeface="Arial" panose="020B0604020202020204"/>
                <a:ea typeface="Arial" panose="020B0604020202020204"/>
                <a:cs typeface="Arial" panose="020B0604020202020204"/>
              </a:rPr>
              <a:t>1</a:t>
            </a:r>
            <a:endParaRPr sz="1900" dirty="0">
              <a:latin typeface="Arial" panose="020B0604020202020204"/>
              <a:ea typeface="Arial" panose="020B0604020202020204"/>
              <a:cs typeface="Arial" panose="020B0604020202020204"/>
            </a:endParaRPr>
          </a:p>
          <a:p>
            <a:pPr marL="12700" indent="16510" algn="l" rtl="0" eaLnBrk="0">
              <a:lnSpc>
                <a:spcPct val="90000"/>
              </a:lnSpc>
              <a:spcBef>
                <a:spcPts val="485"/>
              </a:spcBef>
            </a:pPr>
            <a:r>
              <a:rPr sz="2000" kern="0" spc="-20" dirty="0">
                <a:solidFill>
                  <a:srgbClr val="5F7797">
                    <a:alpha val="100000"/>
                  </a:srgbClr>
                </a:solidFill>
                <a:latin typeface="Arial" panose="020B0604020202020204"/>
                <a:ea typeface="Arial" panose="020B0604020202020204"/>
                <a:cs typeface="Arial" panose="020B0604020202020204"/>
              </a:rPr>
              <a:t>R = sort(</a:t>
            </a:r>
            <a:r>
              <a:rPr sz="2000" kern="0" spc="10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rand(4)</a:t>
            </a:r>
            <a:r>
              <a:rPr sz="2000" kern="0" spc="8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 //</a:t>
            </a:r>
            <a:r>
              <a:rPr sz="2000" kern="0" spc="6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0.1</a:t>
            </a:r>
            <a:r>
              <a:rPr sz="2000" kern="0" spc="7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0.5</a:t>
            </a:r>
            <a:r>
              <a:rPr sz="2000" kern="0" spc="8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0.6</a:t>
            </a:r>
            <a:r>
              <a:rPr sz="2000" kern="0" spc="7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0.8</a:t>
            </a:r>
            <a:r>
              <a:rPr sz="2000" kern="0" spc="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Arial" panose="020B0604020202020204"/>
                <a:ea typeface="Arial" panose="020B0604020202020204"/>
                <a:cs typeface="Arial" panose="020B0604020202020204"/>
              </a:rPr>
              <a:t>While</a:t>
            </a:r>
            <a:r>
              <a:rPr sz="2000" kern="0" spc="48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Arial" panose="020B0604020202020204"/>
                <a:ea typeface="Arial" panose="020B0604020202020204"/>
                <a:cs typeface="Arial" panose="020B0604020202020204"/>
              </a:rPr>
              <a:t>j</a:t>
            </a:r>
            <a:r>
              <a:rPr sz="2000" kern="0" spc="11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Arial" panose="020B0604020202020204"/>
                <a:ea typeface="Arial" panose="020B0604020202020204"/>
                <a:cs typeface="Arial" panose="020B0604020202020204"/>
              </a:rPr>
              <a:t>&lt;=</a:t>
            </a:r>
            <a:r>
              <a:rPr sz="2000" kern="0" spc="10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Arial" panose="020B0604020202020204"/>
                <a:ea typeface="Arial" panose="020B0604020202020204"/>
                <a:cs typeface="Arial" panose="020B0604020202020204"/>
              </a:rPr>
              <a:t>n</a:t>
            </a:r>
            <a:endParaRPr sz="2000" dirty="0">
              <a:latin typeface="Arial" panose="020B0604020202020204"/>
              <a:ea typeface="Arial" panose="020B0604020202020204"/>
              <a:cs typeface="Arial" panose="020B0604020202020204"/>
            </a:endParaRPr>
          </a:p>
          <a:p>
            <a:pPr marL="940435" algn="l" rtl="0" eaLnBrk="0">
              <a:lnSpc>
                <a:spcPct val="91000"/>
              </a:lnSpc>
              <a:spcBef>
                <a:spcPts val="290"/>
              </a:spcBef>
            </a:pPr>
            <a:r>
              <a:rPr sz="2000" kern="0" spc="-30" dirty="0">
                <a:solidFill>
                  <a:srgbClr val="5F7797">
                    <a:alpha val="100000"/>
                  </a:srgbClr>
                </a:solidFill>
                <a:latin typeface="Arial" panose="020B0604020202020204"/>
                <a:ea typeface="Arial" panose="020B0604020202020204"/>
                <a:cs typeface="Arial" panose="020B0604020202020204"/>
              </a:rPr>
              <a:t>if R</a:t>
            </a: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r>
              <a:rPr sz="2000" kern="0" spc="-30" dirty="0">
                <a:solidFill>
                  <a:srgbClr val="5F7797">
                    <a:alpha val="100000"/>
                  </a:srgbClr>
                </a:solidFill>
                <a:latin typeface="Arial" panose="020B0604020202020204"/>
                <a:ea typeface="Arial" panose="020B0604020202020204"/>
                <a:cs typeface="Arial" panose="020B0604020202020204"/>
              </a:rPr>
              <a:t>j</a:t>
            </a: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r>
              <a:rPr sz="2000" kern="0" spc="11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30" dirty="0">
                <a:solidFill>
                  <a:srgbClr val="5F7797">
                    <a:alpha val="100000"/>
                  </a:srgbClr>
                </a:solidFill>
                <a:latin typeface="Arial" panose="020B0604020202020204"/>
                <a:ea typeface="Arial" panose="020B0604020202020204"/>
                <a:cs typeface="Arial" panose="020B0604020202020204"/>
              </a:rPr>
              <a:t>&lt;</a:t>
            </a:r>
            <a:r>
              <a:rPr sz="2000" kern="0" spc="8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Cs(i)</a:t>
            </a:r>
            <a:endParaRPr sz="2000" dirty="0">
              <a:latin typeface="Arial" panose="020B0604020202020204"/>
              <a:ea typeface="Arial" panose="020B0604020202020204"/>
              <a:cs typeface="Arial" panose="020B0604020202020204"/>
            </a:endParaRPr>
          </a:p>
          <a:p>
            <a:pPr marL="1826895" indent="27940" algn="l" rtl="0" eaLnBrk="0">
              <a:lnSpc>
                <a:spcPct val="90000"/>
              </a:lnSpc>
              <a:spcBef>
                <a:spcPts val="405"/>
              </a:spcBef>
            </a:pPr>
            <a:r>
              <a:rPr sz="2000" kern="0" spc="-10" dirty="0">
                <a:solidFill>
                  <a:srgbClr val="5F7797">
                    <a:alpha val="100000"/>
                  </a:srgbClr>
                </a:solidFill>
                <a:latin typeface="Arial" panose="020B0604020202020204"/>
                <a:ea typeface="Arial" panose="020B0604020202020204"/>
                <a:cs typeface="Arial" panose="020B0604020202020204"/>
              </a:rPr>
              <a:t>newx(j) =</a:t>
            </a:r>
            <a:r>
              <a:rPr sz="2000" kern="0" spc="6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oldx(i)</a:t>
            </a:r>
            <a:r>
              <a:rPr sz="2000" kern="0" spc="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j</a:t>
            </a:r>
            <a:r>
              <a:rPr sz="2000" kern="0" spc="14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a:t>
            </a:r>
            <a:r>
              <a:rPr sz="2000" kern="0" spc="-10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j</a:t>
            </a:r>
            <a:r>
              <a:rPr sz="2000" kern="0" spc="10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a:t>
            </a:r>
            <a:r>
              <a:rPr sz="2000" kern="0" spc="21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1</a:t>
            </a:r>
            <a:endParaRPr sz="2000" dirty="0">
              <a:latin typeface="Arial" panose="020B0604020202020204"/>
              <a:ea typeface="Arial" panose="020B0604020202020204"/>
              <a:cs typeface="Arial" panose="020B0604020202020204"/>
            </a:endParaRPr>
          </a:p>
          <a:p>
            <a:pPr marL="933450" algn="l" rtl="0" eaLnBrk="0">
              <a:lnSpc>
                <a:spcPct val="97000"/>
              </a:lnSpc>
              <a:spcBef>
                <a:spcPts val="470"/>
              </a:spcBef>
            </a:pPr>
            <a:r>
              <a:rPr sz="2000" kern="0" spc="-20" dirty="0">
                <a:solidFill>
                  <a:srgbClr val="5F7797">
                    <a:alpha val="100000"/>
                  </a:srgbClr>
                </a:solidFill>
                <a:latin typeface="Arial" panose="020B0604020202020204"/>
                <a:ea typeface="Arial" panose="020B0604020202020204"/>
                <a:cs typeface="Arial" panose="020B0604020202020204"/>
              </a:rPr>
              <a:t>else</a:t>
            </a:r>
            <a:endParaRPr sz="2000" dirty="0">
              <a:latin typeface="Arial" panose="020B0604020202020204"/>
              <a:ea typeface="Arial" panose="020B0604020202020204"/>
              <a:cs typeface="Arial" panose="020B0604020202020204"/>
            </a:endParaRPr>
          </a:p>
          <a:p>
            <a:pPr marL="1855470" algn="l" rtl="0" eaLnBrk="0">
              <a:lnSpc>
                <a:spcPts val="2335"/>
              </a:lnSpc>
              <a:spcBef>
                <a:spcPts val="65"/>
              </a:spcBef>
            </a:pPr>
            <a:r>
              <a:rPr sz="1900" kern="0" spc="-60" dirty="0">
                <a:solidFill>
                  <a:srgbClr val="5F7797">
                    <a:alpha val="100000"/>
                  </a:srgbClr>
                </a:solidFill>
                <a:latin typeface="Arial" panose="020B0604020202020204"/>
                <a:ea typeface="Arial" panose="020B0604020202020204"/>
                <a:cs typeface="Arial" panose="020B0604020202020204"/>
              </a:rPr>
              <a:t>i</a:t>
            </a:r>
            <a:r>
              <a:rPr sz="1900" kern="0" spc="130" dirty="0">
                <a:solidFill>
                  <a:srgbClr val="5F7797">
                    <a:alpha val="100000"/>
                  </a:srgbClr>
                </a:solidFill>
                <a:latin typeface="Arial" panose="020B0604020202020204"/>
                <a:ea typeface="Arial" panose="020B0604020202020204"/>
                <a:cs typeface="Arial" panose="020B0604020202020204"/>
              </a:rPr>
              <a:t> </a:t>
            </a:r>
            <a:r>
              <a:rPr sz="1900" kern="0" spc="-60" dirty="0">
                <a:solidFill>
                  <a:srgbClr val="5F7797">
                    <a:alpha val="100000"/>
                  </a:srgbClr>
                </a:solidFill>
                <a:latin typeface="Arial" panose="020B0604020202020204"/>
                <a:ea typeface="Arial" panose="020B0604020202020204"/>
                <a:cs typeface="Arial" panose="020B0604020202020204"/>
              </a:rPr>
              <a:t>=</a:t>
            </a:r>
            <a:r>
              <a:rPr sz="1900" kern="0" spc="150" dirty="0">
                <a:solidFill>
                  <a:srgbClr val="5F7797">
                    <a:alpha val="100000"/>
                  </a:srgbClr>
                </a:solidFill>
                <a:latin typeface="Arial" panose="020B0604020202020204"/>
                <a:ea typeface="Arial" panose="020B0604020202020204"/>
                <a:cs typeface="Arial" panose="020B0604020202020204"/>
              </a:rPr>
              <a:t> </a:t>
            </a:r>
            <a:r>
              <a:rPr sz="1900" kern="0" spc="-60" dirty="0">
                <a:solidFill>
                  <a:srgbClr val="5F7797">
                    <a:alpha val="100000"/>
                  </a:srgbClr>
                </a:solidFill>
                <a:latin typeface="Arial" panose="020B0604020202020204"/>
                <a:ea typeface="Arial" panose="020B0604020202020204"/>
                <a:cs typeface="Arial" panose="020B0604020202020204"/>
              </a:rPr>
              <a:t>i</a:t>
            </a:r>
            <a:r>
              <a:rPr sz="1900" kern="0" spc="130" dirty="0">
                <a:solidFill>
                  <a:srgbClr val="5F7797">
                    <a:alpha val="100000"/>
                  </a:srgbClr>
                </a:solidFill>
                <a:latin typeface="Arial" panose="020B0604020202020204"/>
                <a:ea typeface="Arial" panose="020B0604020202020204"/>
                <a:cs typeface="Arial" panose="020B0604020202020204"/>
              </a:rPr>
              <a:t> </a:t>
            </a:r>
            <a:r>
              <a:rPr sz="1900" kern="0" spc="-60" dirty="0">
                <a:solidFill>
                  <a:srgbClr val="5F7797">
                    <a:alpha val="100000"/>
                  </a:srgbClr>
                </a:solidFill>
                <a:latin typeface="Arial" panose="020B0604020202020204"/>
                <a:ea typeface="Arial" panose="020B0604020202020204"/>
                <a:cs typeface="Arial" panose="020B0604020202020204"/>
              </a:rPr>
              <a:t>+</a:t>
            </a:r>
            <a:r>
              <a:rPr sz="1900" kern="0" spc="230" dirty="0">
                <a:solidFill>
                  <a:srgbClr val="5F7797">
                    <a:alpha val="100000"/>
                  </a:srgbClr>
                </a:solidFill>
                <a:latin typeface="Arial" panose="020B0604020202020204"/>
                <a:ea typeface="Arial" panose="020B0604020202020204"/>
                <a:cs typeface="Arial" panose="020B0604020202020204"/>
              </a:rPr>
              <a:t> </a:t>
            </a:r>
            <a:r>
              <a:rPr sz="1900" kern="0" spc="-60" dirty="0">
                <a:solidFill>
                  <a:srgbClr val="5F7797">
                    <a:alpha val="100000"/>
                  </a:srgbClr>
                </a:solidFill>
                <a:latin typeface="Arial" panose="020B0604020202020204"/>
                <a:ea typeface="Arial" panose="020B0604020202020204"/>
                <a:cs typeface="Arial" panose="020B0604020202020204"/>
              </a:rPr>
              <a:t>1</a:t>
            </a:r>
            <a:endParaRPr sz="1900" dirty="0">
              <a:latin typeface="Arial" panose="020B0604020202020204"/>
              <a:ea typeface="Arial" panose="020B0604020202020204"/>
              <a:cs typeface="Arial" panose="020B0604020202020204"/>
            </a:endParaRPr>
          </a:p>
        </p:txBody>
      </p:sp>
      <p:sp>
        <p:nvSpPr>
          <p:cNvPr id="358" name="textbox 358"/>
          <p:cNvSpPr/>
          <p:nvPr/>
        </p:nvSpPr>
        <p:spPr>
          <a:xfrm>
            <a:off x="611551" y="3539845"/>
            <a:ext cx="3766184" cy="2784475"/>
          </a:xfrm>
          <a:prstGeom prst="rect">
            <a:avLst/>
          </a:prstGeom>
          <a:noFill/>
          <a:ln w="0" cap="flat">
            <a:noFill/>
            <a:prstDash val="solid"/>
            <a:miter lim="0"/>
          </a:ln>
        </p:spPr>
        <p:txBody>
          <a:bodyPr vert="horz" wrap="square" lIns="0" tIns="0" rIns="0" bIns="0"/>
          <a:lstStyle/>
          <a:p>
            <a:pPr algn="l" rtl="0" eaLnBrk="0">
              <a:lnSpc>
                <a:spcPct val="118000"/>
              </a:lnSpc>
            </a:pPr>
            <a:endParaRPr sz="100" dirty="0">
              <a:latin typeface="Arial" panose="020B0604020202020204"/>
              <a:ea typeface="Arial" panose="020B0604020202020204"/>
              <a:cs typeface="Arial" panose="020B0604020202020204"/>
            </a:endParaRPr>
          </a:p>
          <a:p>
            <a:pPr marL="21590" algn="l" rtl="0" eaLnBrk="0">
              <a:lnSpc>
                <a:spcPct val="99000"/>
              </a:lnSpc>
              <a:spcBef>
                <a:spcPts val="0"/>
              </a:spcBef>
            </a:pPr>
            <a:r>
              <a:rPr sz="2000" kern="0" spc="-20" dirty="0">
                <a:solidFill>
                  <a:srgbClr val="5F7797">
                    <a:alpha val="100000"/>
                  </a:srgbClr>
                </a:solidFill>
                <a:latin typeface="Arial" panose="020B0604020202020204"/>
                <a:ea typeface="Arial" panose="020B0604020202020204"/>
                <a:cs typeface="Arial" panose="020B0604020202020204"/>
              </a:rPr>
              <a:t>Rand = 0</a:t>
            </a:r>
            <a:r>
              <a:rPr sz="2000" kern="0" spc="14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a:t>
            </a:r>
            <a:r>
              <a:rPr sz="2000" kern="0" spc="6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0.2 </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：表示对 </a:t>
            </a:r>
            <a:r>
              <a:rPr sz="2000" kern="0" spc="-20" dirty="0">
                <a:solidFill>
                  <a:srgbClr val="5F7797">
                    <a:alpha val="100000"/>
                  </a:srgbClr>
                </a:solidFill>
                <a:latin typeface="Arial" panose="020B0604020202020204"/>
                <a:ea typeface="Arial" panose="020B0604020202020204"/>
                <a:cs typeface="Arial" panose="020B0604020202020204"/>
              </a:rPr>
              <a:t>x1 </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复制</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10" dirty="0">
                <a:solidFill>
                  <a:srgbClr val="5F7797">
                    <a:alpha val="100000"/>
                  </a:srgbClr>
                </a:solidFill>
                <a:latin typeface="Arial" panose="020B0604020202020204"/>
                <a:ea typeface="Arial" panose="020B0604020202020204"/>
                <a:cs typeface="Arial" panose="020B0604020202020204"/>
              </a:rPr>
              <a:t>Rand = 0.2~0.3</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：表示对 </a:t>
            </a:r>
            <a:r>
              <a:rPr sz="2000" kern="0" spc="-10" dirty="0">
                <a:solidFill>
                  <a:srgbClr val="5F7797">
                    <a:alpha val="100000"/>
                  </a:srgbClr>
                </a:solidFill>
                <a:latin typeface="Arial" panose="020B0604020202020204"/>
                <a:ea typeface="Arial" panose="020B0604020202020204"/>
                <a:cs typeface="Arial" panose="020B0604020202020204"/>
              </a:rPr>
              <a:t>x2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复制  </a:t>
            </a:r>
            <a:r>
              <a:rPr sz="2000" kern="0" spc="-10" dirty="0">
                <a:solidFill>
                  <a:srgbClr val="5F7797">
                    <a:alpha val="100000"/>
                  </a:srgbClr>
                </a:solidFill>
                <a:latin typeface="Arial" panose="020B0604020202020204"/>
                <a:ea typeface="Arial" panose="020B0604020202020204"/>
                <a:cs typeface="Arial" panose="020B0604020202020204"/>
              </a:rPr>
              <a:t>Rand = 0.3~0.7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：表示对 </a:t>
            </a:r>
            <a:r>
              <a:rPr sz="2000" kern="0" spc="-10" dirty="0">
                <a:solidFill>
                  <a:srgbClr val="5F7797">
                    <a:alpha val="100000"/>
                  </a:srgbClr>
                </a:solidFill>
                <a:latin typeface="Arial" panose="020B0604020202020204"/>
                <a:ea typeface="Arial" panose="020B0604020202020204"/>
                <a:cs typeface="Arial" panose="020B0604020202020204"/>
              </a:rPr>
              <a:t>x3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复制</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10" dirty="0">
                <a:solidFill>
                  <a:srgbClr val="5F7797">
                    <a:alpha val="100000"/>
                  </a:srgbClr>
                </a:solidFill>
                <a:latin typeface="Arial" panose="020B0604020202020204"/>
                <a:ea typeface="Arial" panose="020B0604020202020204"/>
                <a:cs typeface="Arial" panose="020B0604020202020204"/>
              </a:rPr>
              <a:t>Rand = 0.7~1.0</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：表示对 </a:t>
            </a:r>
            <a:r>
              <a:rPr sz="2000" kern="0" spc="-10" dirty="0">
                <a:solidFill>
                  <a:srgbClr val="5F7797">
                    <a:alpha val="100000"/>
                  </a:srgbClr>
                </a:solidFill>
                <a:latin typeface="Arial" panose="020B0604020202020204"/>
                <a:ea typeface="Arial" panose="020B0604020202020204"/>
                <a:cs typeface="Arial" panose="020B0604020202020204"/>
              </a:rPr>
              <a:t>x4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复制</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70000"/>
              </a:lnSpc>
            </a:pPr>
            <a:endParaRPr sz="1000" dirty="0">
              <a:latin typeface="Arial" panose="020B0604020202020204"/>
              <a:ea typeface="Arial" panose="020B0604020202020204"/>
              <a:cs typeface="Arial" panose="020B0604020202020204"/>
            </a:endParaRPr>
          </a:p>
          <a:p>
            <a:pPr marL="12700" algn="l" rtl="0" eaLnBrk="0">
              <a:lnSpc>
                <a:spcPct val="97000"/>
              </a:lnSpc>
              <a:spcBef>
                <a:spcPts val="605"/>
              </a:spcBef>
            </a:pPr>
            <a:r>
              <a:rPr sz="2000" kern="0" spc="-40" dirty="0">
                <a:solidFill>
                  <a:srgbClr val="5F7797">
                    <a:alpha val="100000"/>
                  </a:srgbClr>
                </a:solidFill>
                <a:latin typeface="Arial" panose="020B0604020202020204"/>
                <a:ea typeface="Arial" panose="020B0604020202020204"/>
                <a:cs typeface="Arial" panose="020B0604020202020204"/>
              </a:rPr>
              <a:t>0.2</a:t>
            </a:r>
            <a:r>
              <a:rPr sz="2000" kern="0" spc="12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a:t>
            </a:r>
            <a:r>
              <a:rPr sz="2000" kern="0" spc="7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0.2</a:t>
            </a:r>
            <a:endParaRPr sz="2000" dirty="0">
              <a:latin typeface="Arial" panose="020B0604020202020204"/>
              <a:ea typeface="Arial" panose="020B0604020202020204"/>
              <a:cs typeface="Arial" panose="020B0604020202020204"/>
            </a:endParaRPr>
          </a:p>
          <a:p>
            <a:pPr marL="12700" algn="l" rtl="0" eaLnBrk="0">
              <a:lnSpc>
                <a:spcPct val="78000"/>
              </a:lnSpc>
              <a:spcBef>
                <a:spcPts val="75"/>
              </a:spcBef>
            </a:pPr>
            <a:r>
              <a:rPr sz="2000" kern="0" spc="-30" dirty="0">
                <a:solidFill>
                  <a:srgbClr val="5F7797">
                    <a:alpha val="100000"/>
                  </a:srgbClr>
                </a:solidFill>
                <a:latin typeface="Arial" panose="020B0604020202020204"/>
                <a:ea typeface="Arial" panose="020B0604020202020204"/>
                <a:cs typeface="Arial" panose="020B0604020202020204"/>
              </a:rPr>
              <a:t>0.3</a:t>
            </a:r>
            <a:r>
              <a:rPr sz="2000" kern="0" spc="9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 0.2</a:t>
            </a:r>
            <a:r>
              <a:rPr sz="2000" kern="0" spc="10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a:t>
            </a:r>
            <a:r>
              <a:rPr sz="2000" kern="0" spc="7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0.</a:t>
            </a:r>
            <a:r>
              <a:rPr sz="2000" kern="0" spc="-40" dirty="0">
                <a:solidFill>
                  <a:srgbClr val="5F7797">
                    <a:alpha val="100000"/>
                  </a:srgbClr>
                </a:solidFill>
                <a:latin typeface="Arial" panose="020B0604020202020204"/>
                <a:ea typeface="Arial" panose="020B0604020202020204"/>
                <a:cs typeface="Arial" panose="020B0604020202020204"/>
              </a:rPr>
              <a:t>1</a:t>
            </a:r>
            <a:endParaRPr sz="2000" dirty="0">
              <a:latin typeface="Arial" panose="020B0604020202020204"/>
              <a:ea typeface="Arial" panose="020B0604020202020204"/>
              <a:cs typeface="Arial" panose="020B0604020202020204"/>
            </a:endParaRPr>
          </a:p>
          <a:p>
            <a:pPr marL="12700" algn="l" rtl="0" eaLnBrk="0">
              <a:lnSpc>
                <a:spcPct val="100000"/>
              </a:lnSpc>
            </a:pPr>
            <a:r>
              <a:rPr sz="2000" kern="0" spc="-30" dirty="0">
                <a:solidFill>
                  <a:srgbClr val="5F7797">
                    <a:alpha val="100000"/>
                  </a:srgbClr>
                </a:solidFill>
                <a:latin typeface="Arial" panose="020B0604020202020204"/>
                <a:ea typeface="Arial" panose="020B0604020202020204"/>
                <a:cs typeface="Arial" panose="020B0604020202020204"/>
              </a:rPr>
              <a:t>0.7</a:t>
            </a:r>
            <a:r>
              <a:rPr sz="2000" kern="0" spc="9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 0.3</a:t>
            </a:r>
            <a:r>
              <a:rPr sz="2000" kern="0" spc="10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a:t>
            </a:r>
            <a:r>
              <a:rPr sz="2000" kern="0" spc="7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0.</a:t>
            </a:r>
            <a:r>
              <a:rPr sz="2000" kern="0" spc="-40" dirty="0">
                <a:solidFill>
                  <a:srgbClr val="5F7797">
                    <a:alpha val="100000"/>
                  </a:srgbClr>
                </a:solidFill>
                <a:latin typeface="Arial" panose="020B0604020202020204"/>
                <a:ea typeface="Arial" panose="020B0604020202020204"/>
                <a:cs typeface="Arial" panose="020B0604020202020204"/>
              </a:rPr>
              <a:t>4</a:t>
            </a:r>
            <a:endParaRPr sz="2000" dirty="0">
              <a:latin typeface="Arial" panose="020B0604020202020204"/>
              <a:ea typeface="Arial" panose="020B0604020202020204"/>
              <a:cs typeface="Arial" panose="020B0604020202020204"/>
            </a:endParaRPr>
          </a:p>
          <a:p>
            <a:pPr marL="29210" algn="l" rtl="0" eaLnBrk="0">
              <a:lnSpc>
                <a:spcPts val="2855"/>
              </a:lnSpc>
            </a:pPr>
            <a:r>
              <a:rPr sz="2000" kern="0" spc="-60" dirty="0">
                <a:solidFill>
                  <a:srgbClr val="5F7797">
                    <a:alpha val="100000"/>
                  </a:srgbClr>
                </a:solidFill>
                <a:latin typeface="Arial" panose="020B0604020202020204"/>
                <a:ea typeface="Arial" panose="020B0604020202020204"/>
                <a:cs typeface="Arial" panose="020B0604020202020204"/>
              </a:rPr>
              <a:t>1.0</a:t>
            </a:r>
            <a:r>
              <a:rPr sz="2000" kern="0" spc="170" dirty="0">
                <a:solidFill>
                  <a:srgbClr val="5F7797">
                    <a:alpha val="100000"/>
                  </a:srgbClr>
                </a:solidFill>
                <a:latin typeface="Arial" panose="020B0604020202020204"/>
                <a:ea typeface="Arial" panose="020B0604020202020204"/>
                <a:cs typeface="Arial" panose="020B0604020202020204"/>
              </a:rPr>
              <a:t> </a:t>
            </a:r>
            <a:r>
              <a:rPr sz="2000" kern="0" spc="-60" dirty="0">
                <a:solidFill>
                  <a:srgbClr val="5F7797">
                    <a:alpha val="100000"/>
                  </a:srgbClr>
                </a:solidFill>
                <a:latin typeface="Arial" panose="020B0604020202020204"/>
                <a:ea typeface="Arial" panose="020B0604020202020204"/>
                <a:cs typeface="Arial" panose="020B0604020202020204"/>
              </a:rPr>
              <a:t>=</a:t>
            </a:r>
            <a:r>
              <a:rPr sz="2000" kern="0" spc="80" dirty="0">
                <a:solidFill>
                  <a:srgbClr val="5F7797">
                    <a:alpha val="100000"/>
                  </a:srgbClr>
                </a:solidFill>
                <a:latin typeface="Arial" panose="020B0604020202020204"/>
                <a:ea typeface="Arial" panose="020B0604020202020204"/>
                <a:cs typeface="Arial" panose="020B0604020202020204"/>
              </a:rPr>
              <a:t> </a:t>
            </a:r>
            <a:r>
              <a:rPr sz="2000" kern="0" spc="-60" dirty="0">
                <a:solidFill>
                  <a:srgbClr val="5F7797">
                    <a:alpha val="100000"/>
                  </a:srgbClr>
                </a:solidFill>
                <a:latin typeface="Arial" panose="020B0604020202020204"/>
                <a:ea typeface="Arial" panose="020B0604020202020204"/>
                <a:cs typeface="Arial" panose="020B0604020202020204"/>
              </a:rPr>
              <a:t>0.7</a:t>
            </a:r>
            <a:r>
              <a:rPr sz="2000" kern="0" spc="90" dirty="0">
                <a:solidFill>
                  <a:srgbClr val="5F7797">
                    <a:alpha val="100000"/>
                  </a:srgbClr>
                </a:solidFill>
                <a:latin typeface="Arial" panose="020B0604020202020204"/>
                <a:ea typeface="Arial" panose="020B0604020202020204"/>
                <a:cs typeface="Arial" panose="020B0604020202020204"/>
              </a:rPr>
              <a:t> </a:t>
            </a:r>
            <a:r>
              <a:rPr sz="2000" kern="0" spc="-60" dirty="0">
                <a:solidFill>
                  <a:srgbClr val="5F7797">
                    <a:alpha val="100000"/>
                  </a:srgbClr>
                </a:solidFill>
                <a:latin typeface="Arial" panose="020B0604020202020204"/>
                <a:ea typeface="Arial" panose="020B0604020202020204"/>
                <a:cs typeface="Arial" panose="020B0604020202020204"/>
              </a:rPr>
              <a:t>+</a:t>
            </a:r>
            <a:r>
              <a:rPr sz="2000" kern="0" spc="80" dirty="0">
                <a:solidFill>
                  <a:srgbClr val="5F7797">
                    <a:alpha val="100000"/>
                  </a:srgbClr>
                </a:solidFill>
                <a:latin typeface="Arial" panose="020B0604020202020204"/>
                <a:ea typeface="Arial" panose="020B0604020202020204"/>
                <a:cs typeface="Arial" panose="020B0604020202020204"/>
              </a:rPr>
              <a:t> </a:t>
            </a:r>
            <a:r>
              <a:rPr sz="2000" kern="0" spc="-60" dirty="0">
                <a:solidFill>
                  <a:srgbClr val="5F7797">
                    <a:alpha val="100000"/>
                  </a:srgbClr>
                </a:solidFill>
                <a:latin typeface="Arial" panose="020B0604020202020204"/>
                <a:ea typeface="Arial" panose="020B0604020202020204"/>
                <a:cs typeface="Arial" panose="020B0604020202020204"/>
              </a:rPr>
              <a:t>0.3</a:t>
            </a:r>
            <a:endParaRPr sz="2000" dirty="0">
              <a:latin typeface="Arial" panose="020B0604020202020204"/>
              <a:ea typeface="Arial" panose="020B0604020202020204"/>
              <a:cs typeface="Arial" panose="020B0604020202020204"/>
            </a:endParaRPr>
          </a:p>
        </p:txBody>
      </p:sp>
      <p:sp>
        <p:nvSpPr>
          <p:cNvPr id="360" name="textbox 360"/>
          <p:cNvSpPr/>
          <p:nvPr/>
        </p:nvSpPr>
        <p:spPr>
          <a:xfrm>
            <a:off x="276402" y="178383"/>
            <a:ext cx="6913880" cy="91566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5000"/>
              </a:lnSpc>
            </a:pPr>
            <a:endParaRPr sz="1600" dirty="0">
              <a:latin typeface="Arial" panose="020B0604020202020204"/>
              <a:ea typeface="Arial" panose="020B0604020202020204"/>
              <a:cs typeface="Arial" panose="020B0604020202020204"/>
            </a:endParaRPr>
          </a:p>
          <a:p>
            <a:pPr algn="r" rtl="0" eaLnBrk="0">
              <a:lnSpc>
                <a:spcPct val="97000"/>
              </a:lnSpc>
            </a:pPr>
            <a:r>
              <a:rPr sz="3000" b="1" kern="0" spc="-20" dirty="0">
                <a:solidFill>
                  <a:srgbClr val="5F7797">
                    <a:alpha val="100000"/>
                  </a:srgbClr>
                </a:solidFill>
                <a:latin typeface="Arial" panose="020B0604020202020204"/>
                <a:ea typeface="Arial" panose="020B0604020202020204"/>
                <a:cs typeface="Arial" panose="020B0604020202020204"/>
              </a:rPr>
              <a:t>2.2 </a:t>
            </a:r>
            <a:r>
              <a:rPr sz="3000" b="1"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算法实现</a:t>
            </a:r>
            <a:endParaRPr sz="3000" dirty="0">
              <a:latin typeface="微软雅黑" panose="020B0503020204020204" charset="-122"/>
              <a:ea typeface="微软雅黑" panose="020B0503020204020204" charset="-122"/>
              <a:cs typeface="微软雅黑" panose="020B0503020204020204" charset="-122"/>
            </a:endParaRPr>
          </a:p>
        </p:txBody>
      </p:sp>
      <p:grpSp>
        <p:nvGrpSpPr>
          <p:cNvPr id="32" name="group 32"/>
          <p:cNvGrpSpPr/>
          <p:nvPr/>
        </p:nvGrpSpPr>
        <p:grpSpPr>
          <a:xfrm rot="21600000">
            <a:off x="1331722" y="1112266"/>
            <a:ext cx="2208783" cy="2133464"/>
            <a:chOff x="0" y="0"/>
            <a:chExt cx="2208783" cy="2133464"/>
          </a:xfrm>
        </p:grpSpPr>
        <p:grpSp>
          <p:nvGrpSpPr>
            <p:cNvPr id="34" name="group 34"/>
            <p:cNvGrpSpPr/>
            <p:nvPr/>
          </p:nvGrpSpPr>
          <p:grpSpPr>
            <a:xfrm rot="21600000">
              <a:off x="0" y="0"/>
              <a:ext cx="2208783" cy="2128011"/>
              <a:chOff x="0" y="0"/>
              <a:chExt cx="2208783" cy="2128011"/>
            </a:xfrm>
          </p:grpSpPr>
          <p:sp>
            <p:nvSpPr>
              <p:cNvPr id="362" name="path 362"/>
              <p:cNvSpPr/>
              <p:nvPr/>
            </p:nvSpPr>
            <p:spPr>
              <a:xfrm>
                <a:off x="6350" y="6350"/>
                <a:ext cx="2196083" cy="2115311"/>
              </a:xfrm>
              <a:custGeom>
                <a:avLst/>
                <a:gdLst/>
                <a:ahLst/>
                <a:cxnLst/>
                <a:rect l="0" t="0" r="0" b="0"/>
                <a:pathLst>
                  <a:path w="3458" h="3331">
                    <a:moveTo>
                      <a:pt x="0" y="1665"/>
                    </a:moveTo>
                    <a:cubicBezTo>
                      <a:pt x="0" y="745"/>
                      <a:pt x="774" y="0"/>
                      <a:pt x="1729" y="0"/>
                    </a:cubicBezTo>
                    <a:cubicBezTo>
                      <a:pt x="2684" y="0"/>
                      <a:pt x="3458" y="745"/>
                      <a:pt x="3458" y="1665"/>
                    </a:cubicBezTo>
                    <a:cubicBezTo>
                      <a:pt x="3458" y="2585"/>
                      <a:pt x="2684" y="3331"/>
                      <a:pt x="1729" y="3331"/>
                    </a:cubicBezTo>
                    <a:cubicBezTo>
                      <a:pt x="774" y="3331"/>
                      <a:pt x="0" y="2585"/>
                      <a:pt x="0" y="1665"/>
                    </a:cubicBezTo>
                  </a:path>
                </a:pathLst>
              </a:custGeom>
              <a:solidFill>
                <a:srgbClr val="F26E61">
                  <a:alpha val="100000"/>
                </a:srgbClr>
              </a:solidFill>
              <a:ln w="0" cap="flat">
                <a:noFill/>
                <a:prstDash val="solid"/>
                <a:miter lim="0"/>
              </a:ln>
            </p:spPr>
            <p:txBody>
              <a:bodyPr rtlCol="0"/>
              <a:lstStyle/>
              <a:p>
                <a:pPr algn="ctr"/>
                <a:endParaRPr lang="zh-CN" altLang="en-US"/>
              </a:p>
            </p:txBody>
          </p:sp>
          <p:sp>
            <p:nvSpPr>
              <p:cNvPr id="364" name="path 364"/>
              <p:cNvSpPr/>
              <p:nvPr/>
            </p:nvSpPr>
            <p:spPr>
              <a:xfrm>
                <a:off x="0" y="0"/>
                <a:ext cx="2208783" cy="2128011"/>
              </a:xfrm>
              <a:custGeom>
                <a:avLst/>
                <a:gdLst/>
                <a:ahLst/>
                <a:cxnLst/>
                <a:rect l="0" t="0" r="0" b="0"/>
                <a:pathLst>
                  <a:path w="3478" h="3351">
                    <a:moveTo>
                      <a:pt x="10" y="1675"/>
                    </a:moveTo>
                    <a:cubicBezTo>
                      <a:pt x="10" y="755"/>
                      <a:pt x="784" y="10"/>
                      <a:pt x="1739" y="10"/>
                    </a:cubicBezTo>
                    <a:cubicBezTo>
                      <a:pt x="2694" y="10"/>
                      <a:pt x="3468" y="755"/>
                      <a:pt x="3468" y="1675"/>
                    </a:cubicBezTo>
                    <a:cubicBezTo>
                      <a:pt x="3468" y="2595"/>
                      <a:pt x="2694" y="3341"/>
                      <a:pt x="1739" y="3341"/>
                    </a:cubicBezTo>
                    <a:cubicBezTo>
                      <a:pt x="784" y="3341"/>
                      <a:pt x="10" y="2595"/>
                      <a:pt x="10" y="1675"/>
                    </a:cubicBezTo>
                  </a:path>
                </a:pathLst>
              </a:custGeom>
              <a:noFill/>
              <a:ln w="12700" cap="flat">
                <a:solidFill>
                  <a:srgbClr val="B24F45"/>
                </a:solidFill>
                <a:prstDash val="solid"/>
                <a:miter lim="1000000"/>
              </a:ln>
            </p:spPr>
            <p:txBody>
              <a:bodyPr rtlCol="0"/>
              <a:lstStyle/>
              <a:p>
                <a:pPr algn="ctr"/>
                <a:endParaRPr lang="zh-CN" altLang="en-US"/>
              </a:p>
            </p:txBody>
          </p:sp>
          <p:sp>
            <p:nvSpPr>
              <p:cNvPr id="366" name="path 366"/>
              <p:cNvSpPr/>
              <p:nvPr/>
            </p:nvSpPr>
            <p:spPr>
              <a:xfrm>
                <a:off x="1117484" y="313057"/>
                <a:ext cx="795632" cy="728340"/>
              </a:xfrm>
              <a:custGeom>
                <a:avLst/>
                <a:gdLst/>
                <a:ahLst/>
                <a:cxnLst/>
                <a:rect l="0" t="0" r="0" b="0"/>
                <a:pathLst>
                  <a:path w="1252" h="1146">
                    <a:moveTo>
                      <a:pt x="20" y="1124"/>
                    </a:moveTo>
                    <a:lnTo>
                      <a:pt x="1232" y="22"/>
                    </a:lnTo>
                  </a:path>
                </a:pathLst>
              </a:custGeom>
              <a:noFill/>
              <a:ln w="38100" cap="flat">
                <a:solidFill>
                  <a:srgbClr val="FFFF00"/>
                </a:solidFill>
                <a:prstDash val="solid"/>
                <a:miter lim="1000000"/>
              </a:ln>
            </p:spPr>
            <p:txBody>
              <a:bodyPr rtlCol="0"/>
              <a:lstStyle/>
              <a:p>
                <a:pPr algn="ctr"/>
                <a:endParaRPr lang="zh-CN" altLang="en-US"/>
              </a:p>
            </p:txBody>
          </p:sp>
        </p:grpSp>
        <p:sp>
          <p:nvSpPr>
            <p:cNvPr id="368" name="textbox 368"/>
            <p:cNvSpPr/>
            <p:nvPr/>
          </p:nvSpPr>
          <p:spPr>
            <a:xfrm>
              <a:off x="1233373" y="307822"/>
              <a:ext cx="581659" cy="1093469"/>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80000"/>
                </a:lnSpc>
              </a:pPr>
              <a:r>
                <a:rPr sz="1800" kern="0" spc="-20" dirty="0">
                  <a:solidFill>
                    <a:srgbClr val="000000">
                      <a:alpha val="100000"/>
                    </a:srgbClr>
                  </a:solidFill>
                  <a:latin typeface="Arial" panose="020B0604020202020204"/>
                  <a:ea typeface="Arial" panose="020B0604020202020204"/>
                  <a:cs typeface="Arial" panose="020B0604020202020204"/>
                </a:rPr>
                <a:t>0.1</a:t>
              </a:r>
              <a:endParaRPr sz="18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14000"/>
                </a:lnSpc>
              </a:pPr>
              <a:endParaRPr sz="400" dirty="0">
                <a:latin typeface="Arial" panose="020B0604020202020204"/>
                <a:ea typeface="Arial" panose="020B0604020202020204"/>
                <a:cs typeface="Arial" panose="020B0604020202020204"/>
              </a:endParaRPr>
            </a:p>
            <a:p>
              <a:pPr algn="r" rtl="0" eaLnBrk="0">
                <a:lnSpc>
                  <a:spcPct val="80000"/>
                </a:lnSpc>
                <a:spcBef>
                  <a:spcPts val="5"/>
                </a:spcBef>
              </a:pPr>
              <a:r>
                <a:rPr sz="1800" kern="0" spc="-20" dirty="0">
                  <a:solidFill>
                    <a:srgbClr val="000000">
                      <a:alpha val="100000"/>
                    </a:srgbClr>
                  </a:solidFill>
                  <a:latin typeface="Arial" panose="020B0604020202020204"/>
                  <a:ea typeface="Arial" panose="020B0604020202020204"/>
                  <a:cs typeface="Arial" panose="020B0604020202020204"/>
                </a:rPr>
                <a:t>0.4</a:t>
              </a:r>
              <a:endParaRPr sz="1800" dirty="0">
                <a:latin typeface="Arial" panose="020B0604020202020204"/>
                <a:ea typeface="Arial" panose="020B0604020202020204"/>
                <a:cs typeface="Arial" panose="020B0604020202020204"/>
              </a:endParaRPr>
            </a:p>
          </p:txBody>
        </p:sp>
        <p:sp>
          <p:nvSpPr>
            <p:cNvPr id="370" name="path 370"/>
            <p:cNvSpPr/>
            <p:nvPr/>
          </p:nvSpPr>
          <p:spPr>
            <a:xfrm>
              <a:off x="73759" y="738532"/>
              <a:ext cx="1034343" cy="314269"/>
            </a:xfrm>
            <a:custGeom>
              <a:avLst/>
              <a:gdLst/>
              <a:ahLst/>
              <a:cxnLst/>
              <a:rect l="0" t="0" r="0" b="0"/>
              <a:pathLst>
                <a:path w="1628" h="494">
                  <a:moveTo>
                    <a:pt x="7" y="28"/>
                  </a:moveTo>
                  <a:lnTo>
                    <a:pt x="1621" y="465"/>
                  </a:lnTo>
                </a:path>
              </a:pathLst>
            </a:custGeom>
            <a:noFill/>
            <a:ln w="38100" cap="flat">
              <a:solidFill>
                <a:srgbClr val="FFFF00"/>
              </a:solidFill>
              <a:prstDash val="solid"/>
              <a:miter lim="1000000"/>
            </a:ln>
          </p:spPr>
          <p:txBody>
            <a:bodyPr rtlCol="0"/>
            <a:lstStyle/>
            <a:p>
              <a:pPr algn="ctr"/>
              <a:endParaRPr lang="zh-CN" altLang="en-US"/>
            </a:p>
          </p:txBody>
        </p:sp>
        <p:sp>
          <p:nvSpPr>
            <p:cNvPr id="372" name="path 372"/>
            <p:cNvSpPr/>
            <p:nvPr/>
          </p:nvSpPr>
          <p:spPr>
            <a:xfrm>
              <a:off x="1092963" y="17563"/>
              <a:ext cx="49654" cy="2115901"/>
            </a:xfrm>
            <a:custGeom>
              <a:avLst/>
              <a:gdLst/>
              <a:ahLst/>
              <a:cxnLst/>
              <a:rect l="0" t="0" r="0" b="0"/>
              <a:pathLst>
                <a:path w="78" h="3332">
                  <a:moveTo>
                    <a:pt x="34" y="3331"/>
                  </a:moveTo>
                  <a:lnTo>
                    <a:pt x="45" y="1603"/>
                  </a:lnTo>
                  <a:moveTo>
                    <a:pt x="48" y="0"/>
                  </a:moveTo>
                  <a:lnTo>
                    <a:pt x="29" y="1603"/>
                  </a:lnTo>
                </a:path>
              </a:pathLst>
            </a:custGeom>
            <a:noFill/>
            <a:ln w="38100" cap="flat">
              <a:solidFill>
                <a:srgbClr val="FFFF00"/>
              </a:solidFill>
              <a:prstDash val="solid"/>
              <a:miter lim="1000000"/>
            </a:ln>
          </p:spPr>
          <p:txBody>
            <a:bodyPr rtlCol="0"/>
            <a:lstStyle/>
            <a:p>
              <a:pPr algn="ctr"/>
              <a:endParaRPr lang="zh-CN" altLang="en-US"/>
            </a:p>
          </p:txBody>
        </p:sp>
      </p:grpSp>
      <p:grpSp>
        <p:nvGrpSpPr>
          <p:cNvPr id="36" name="group 36"/>
          <p:cNvGrpSpPr/>
          <p:nvPr/>
        </p:nvGrpSpPr>
        <p:grpSpPr>
          <a:xfrm rot="21600000">
            <a:off x="11045006" y="6024838"/>
            <a:ext cx="921774" cy="822622"/>
            <a:chOff x="0" y="0"/>
            <a:chExt cx="921774" cy="822622"/>
          </a:xfrm>
        </p:grpSpPr>
        <p:pic>
          <p:nvPicPr>
            <p:cNvPr id="374" name="picture 374"/>
            <p:cNvPicPr>
              <a:picLocks noChangeAspect="1"/>
            </p:cNvPicPr>
            <p:nvPr/>
          </p:nvPicPr>
          <p:blipFill>
            <a:blip r:embed="rId3"/>
            <a:stretch>
              <a:fillRect/>
            </a:stretch>
          </p:blipFill>
          <p:spPr>
            <a:xfrm rot="21600000">
              <a:off x="0" y="0"/>
              <a:ext cx="921774" cy="822622"/>
            </a:xfrm>
            <a:prstGeom prst="rect">
              <a:avLst/>
            </a:prstGeom>
          </p:spPr>
        </p:pic>
        <p:sp>
          <p:nvSpPr>
            <p:cNvPr id="376" name="textbox 376"/>
            <p:cNvSpPr/>
            <p:nvPr/>
          </p:nvSpPr>
          <p:spPr>
            <a:xfrm>
              <a:off x="-12700" y="-12700"/>
              <a:ext cx="947419" cy="906144"/>
            </a:xfrm>
            <a:prstGeom prst="rect">
              <a:avLst/>
            </a:prstGeom>
            <a:noFill/>
            <a:ln w="0" cap="flat">
              <a:no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377190" algn="l" rtl="0" eaLnBrk="0">
                <a:lnSpc>
                  <a:spcPct val="80000"/>
                </a:lnSpc>
                <a:spcBef>
                  <a:spcPts val="5"/>
                </a:spcBef>
              </a:pPr>
              <a:r>
                <a:rPr sz="2000" b="1" kern="0" spc="-90" dirty="0">
                  <a:solidFill>
                    <a:srgbClr val="5F7797">
                      <a:alpha val="100000"/>
                    </a:srgbClr>
                  </a:solidFill>
                  <a:latin typeface="Arial" panose="020B0604020202020204"/>
                  <a:ea typeface="Arial" panose="020B0604020202020204"/>
                  <a:cs typeface="Arial" panose="020B0604020202020204"/>
                </a:rPr>
                <a:t>15</a:t>
              </a:r>
              <a:endParaRPr sz="2000" dirty="0">
                <a:latin typeface="Arial" panose="020B0604020202020204"/>
                <a:ea typeface="Arial" panose="020B0604020202020204"/>
                <a:cs typeface="Arial" panose="020B0604020202020204"/>
              </a:endParaRPr>
            </a:p>
          </p:txBody>
        </p:sp>
      </p:grpSp>
      <p:pic>
        <p:nvPicPr>
          <p:cNvPr id="378" name="picture 378"/>
          <p:cNvPicPr>
            <a:picLocks noChangeAspect="1"/>
          </p:cNvPicPr>
          <p:nvPr/>
        </p:nvPicPr>
        <p:blipFill>
          <a:blip r:embed="rId4"/>
          <a:stretch>
            <a:fillRect/>
          </a:stretch>
        </p:blipFill>
        <p:spPr>
          <a:xfrm rot="21600000">
            <a:off x="6228460" y="2163317"/>
            <a:ext cx="4269358" cy="171450"/>
          </a:xfrm>
          <a:prstGeom prst="rect">
            <a:avLst/>
          </a:prstGeom>
        </p:spPr>
      </p:pic>
      <p:sp>
        <p:nvSpPr>
          <p:cNvPr id="380" name="textbox 380"/>
          <p:cNvSpPr/>
          <p:nvPr/>
        </p:nvSpPr>
        <p:spPr>
          <a:xfrm>
            <a:off x="7031938" y="1807184"/>
            <a:ext cx="3241675" cy="24510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80000"/>
              </a:lnSpc>
            </a:pPr>
            <a:r>
              <a:rPr sz="1800" kern="0" spc="-30" dirty="0">
                <a:solidFill>
                  <a:srgbClr val="000000">
                    <a:alpha val="100000"/>
                  </a:srgbClr>
                </a:solidFill>
                <a:latin typeface="Arial" panose="020B0604020202020204"/>
                <a:ea typeface="Arial" panose="020B0604020202020204"/>
                <a:cs typeface="Arial" panose="020B0604020202020204"/>
              </a:rPr>
              <a:t>0.2</a:t>
            </a:r>
            <a:r>
              <a:rPr sz="1800" kern="0" spc="43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Arial" panose="020B0604020202020204"/>
                <a:ea typeface="Arial" panose="020B0604020202020204"/>
                <a:cs typeface="Arial" panose="020B0604020202020204"/>
              </a:rPr>
              <a:t>0.3</a:t>
            </a:r>
            <a:r>
              <a:rPr sz="1800" kern="0" spc="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Arial" panose="020B0604020202020204"/>
                <a:ea typeface="Arial" panose="020B0604020202020204"/>
                <a:cs typeface="Arial" panose="020B0604020202020204"/>
              </a:rPr>
              <a:t>0.7</a:t>
            </a:r>
            <a:r>
              <a:rPr sz="1800" kern="0" spc="2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Arial" panose="020B0604020202020204"/>
                <a:ea typeface="Arial" panose="020B0604020202020204"/>
                <a:cs typeface="Arial" panose="020B0604020202020204"/>
              </a:rPr>
              <a:t>1.0</a:t>
            </a:r>
            <a:endParaRPr sz="1800" dirty="0">
              <a:latin typeface="Arial" panose="020B0604020202020204"/>
              <a:ea typeface="Arial" panose="020B0604020202020204"/>
              <a:cs typeface="Arial" panose="020B0604020202020204"/>
            </a:endParaRPr>
          </a:p>
        </p:txBody>
      </p:sp>
      <p:sp>
        <p:nvSpPr>
          <p:cNvPr id="382" name="textbox 382"/>
          <p:cNvSpPr/>
          <p:nvPr/>
        </p:nvSpPr>
        <p:spPr>
          <a:xfrm>
            <a:off x="6620840" y="2378430"/>
            <a:ext cx="3151504" cy="24447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0000"/>
              </a:lnSpc>
            </a:pPr>
            <a:r>
              <a:rPr sz="1800" kern="0" spc="-30" dirty="0">
                <a:solidFill>
                  <a:srgbClr val="000000">
                    <a:alpha val="100000"/>
                  </a:srgbClr>
                </a:solidFill>
                <a:latin typeface="Arial" panose="020B0604020202020204"/>
                <a:ea typeface="Arial" panose="020B0604020202020204"/>
                <a:cs typeface="Arial" panose="020B0604020202020204"/>
              </a:rPr>
              <a:t>0.2</a:t>
            </a:r>
            <a:r>
              <a:rPr sz="1800" kern="0" spc="4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Arial" panose="020B0604020202020204"/>
                <a:ea typeface="Arial" panose="020B0604020202020204"/>
                <a:cs typeface="Arial" panose="020B0604020202020204"/>
              </a:rPr>
              <a:t>0.1</a:t>
            </a:r>
            <a:r>
              <a:rPr sz="1800" kern="0" spc="2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Arial" panose="020B0604020202020204"/>
                <a:ea typeface="Arial" panose="020B0604020202020204"/>
                <a:cs typeface="Arial" panose="020B0604020202020204"/>
              </a:rPr>
              <a:t>0.4</a:t>
            </a:r>
            <a:r>
              <a:rPr sz="1800" kern="0" spc="10" dirty="0">
                <a:solidFill>
                  <a:srgbClr val="000000">
                    <a:alpha val="100000"/>
                  </a:srgbClr>
                </a:solidFill>
                <a:latin typeface="Arial" panose="020B0604020202020204"/>
                <a:ea typeface="Arial" panose="020B0604020202020204"/>
                <a:cs typeface="Arial" panose="020B0604020202020204"/>
              </a:rPr>
              <a:t>          </a:t>
            </a:r>
            <a:r>
              <a:rPr sz="1800" kern="0" spc="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Arial" panose="020B0604020202020204"/>
                <a:ea typeface="Arial" panose="020B0604020202020204"/>
                <a:cs typeface="Arial" panose="020B0604020202020204"/>
              </a:rPr>
              <a:t>0.3</a:t>
            </a:r>
            <a:endParaRPr sz="1800" dirty="0">
              <a:latin typeface="Arial" panose="020B0604020202020204"/>
              <a:ea typeface="Arial" panose="020B0604020202020204"/>
              <a:cs typeface="Arial" panose="020B0604020202020204"/>
            </a:endParaRPr>
          </a:p>
        </p:txBody>
      </p:sp>
      <p:pic>
        <p:nvPicPr>
          <p:cNvPr id="384" name="picture 384"/>
          <p:cNvPicPr>
            <a:picLocks noChangeAspect="1"/>
          </p:cNvPicPr>
          <p:nvPr/>
        </p:nvPicPr>
        <p:blipFill>
          <a:blip r:embed="rId5"/>
          <a:stretch>
            <a:fillRect/>
          </a:stretch>
        </p:blipFill>
        <p:spPr>
          <a:xfrm rot="21600000">
            <a:off x="3970020" y="2143886"/>
            <a:ext cx="1514474" cy="171450"/>
          </a:xfrm>
          <a:prstGeom prst="rect">
            <a:avLst/>
          </a:prstGeom>
        </p:spPr>
      </p:pic>
      <p:sp>
        <p:nvSpPr>
          <p:cNvPr id="386" name="path 386"/>
          <p:cNvSpPr/>
          <p:nvPr/>
        </p:nvSpPr>
        <p:spPr>
          <a:xfrm>
            <a:off x="4870703" y="1118616"/>
            <a:ext cx="2450592" cy="85343"/>
          </a:xfrm>
          <a:custGeom>
            <a:avLst/>
            <a:gdLst/>
            <a:ahLst/>
            <a:cxnLst/>
            <a:rect l="0" t="0" r="0" b="0"/>
            <a:pathLst>
              <a:path w="3859" h="134">
                <a:moveTo>
                  <a:pt x="102" y="23"/>
                </a:moveTo>
                <a:cubicBezTo>
                  <a:pt x="113" y="26"/>
                  <a:pt x="124" y="19"/>
                  <a:pt x="135" y="22"/>
                </a:cubicBezTo>
                <a:cubicBezTo>
                  <a:pt x="129" y="23"/>
                  <a:pt x="135" y="25"/>
                  <a:pt x="129" y="26"/>
                </a:cubicBezTo>
                <a:cubicBezTo>
                  <a:pt x="102" y="23"/>
                  <a:pt x="102" y="31"/>
                  <a:pt x="75" y="32"/>
                </a:cubicBezTo>
                <a:cubicBezTo>
                  <a:pt x="86" y="36"/>
                  <a:pt x="107" y="31"/>
                  <a:pt x="107" y="39"/>
                </a:cubicBezTo>
                <a:cubicBezTo>
                  <a:pt x="145" y="35"/>
                  <a:pt x="156" y="18"/>
                  <a:pt x="183" y="22"/>
                </a:cubicBezTo>
                <a:cubicBezTo>
                  <a:pt x="178" y="23"/>
                  <a:pt x="189" y="26"/>
                  <a:pt x="183" y="28"/>
                </a:cubicBezTo>
                <a:cubicBezTo>
                  <a:pt x="167" y="32"/>
                  <a:pt x="151" y="36"/>
                  <a:pt x="172" y="40"/>
                </a:cubicBezTo>
                <a:cubicBezTo>
                  <a:pt x="183" y="39"/>
                  <a:pt x="189" y="36"/>
                  <a:pt x="199" y="35"/>
                </a:cubicBezTo>
                <a:cubicBezTo>
                  <a:pt x="194" y="28"/>
                  <a:pt x="189" y="22"/>
                  <a:pt x="205" y="16"/>
                </a:cubicBezTo>
                <a:cubicBezTo>
                  <a:pt x="210" y="23"/>
                  <a:pt x="215" y="23"/>
                  <a:pt x="237" y="31"/>
                </a:cubicBezTo>
                <a:cubicBezTo>
                  <a:pt x="215" y="36"/>
                  <a:pt x="205" y="36"/>
                  <a:pt x="199" y="45"/>
                </a:cubicBezTo>
                <a:cubicBezTo>
                  <a:pt x="183" y="38"/>
                  <a:pt x="183" y="46"/>
                  <a:pt x="183" y="49"/>
                </a:cubicBezTo>
                <a:cubicBezTo>
                  <a:pt x="178" y="46"/>
                  <a:pt x="172" y="45"/>
                  <a:pt x="167" y="43"/>
                </a:cubicBezTo>
                <a:cubicBezTo>
                  <a:pt x="135" y="52"/>
                  <a:pt x="162" y="59"/>
                  <a:pt x="135" y="64"/>
                </a:cubicBezTo>
                <a:cubicBezTo>
                  <a:pt x="140" y="63"/>
                  <a:pt x="151" y="63"/>
                  <a:pt x="162" y="63"/>
                </a:cubicBezTo>
                <a:cubicBezTo>
                  <a:pt x="145" y="66"/>
                  <a:pt x="151" y="67"/>
                  <a:pt x="140" y="70"/>
                </a:cubicBezTo>
                <a:cubicBezTo>
                  <a:pt x="129" y="60"/>
                  <a:pt x="107" y="72"/>
                  <a:pt x="91" y="67"/>
                </a:cubicBezTo>
                <a:cubicBezTo>
                  <a:pt x="107" y="57"/>
                  <a:pt x="113" y="48"/>
                  <a:pt x="135" y="40"/>
                </a:cubicBezTo>
                <a:cubicBezTo>
                  <a:pt x="118" y="39"/>
                  <a:pt x="97" y="42"/>
                  <a:pt x="86" y="38"/>
                </a:cubicBezTo>
                <a:cubicBezTo>
                  <a:pt x="64" y="42"/>
                  <a:pt x="54" y="46"/>
                  <a:pt x="54" y="50"/>
                </a:cubicBezTo>
                <a:cubicBezTo>
                  <a:pt x="70" y="52"/>
                  <a:pt x="64" y="42"/>
                  <a:pt x="86" y="45"/>
                </a:cubicBezTo>
                <a:cubicBezTo>
                  <a:pt x="97" y="49"/>
                  <a:pt x="75" y="50"/>
                  <a:pt x="81" y="53"/>
                </a:cubicBezTo>
                <a:cubicBezTo>
                  <a:pt x="86" y="53"/>
                  <a:pt x="97" y="52"/>
                  <a:pt x="97" y="53"/>
                </a:cubicBezTo>
                <a:cubicBezTo>
                  <a:pt x="37" y="62"/>
                  <a:pt x="37" y="74"/>
                  <a:pt x="0" y="84"/>
                </a:cubicBezTo>
                <a:cubicBezTo>
                  <a:pt x="32" y="80"/>
                  <a:pt x="64" y="74"/>
                  <a:pt x="91" y="80"/>
                </a:cubicBezTo>
                <a:cubicBezTo>
                  <a:pt x="102" y="74"/>
                  <a:pt x="43" y="73"/>
                  <a:pt x="70" y="66"/>
                </a:cubicBezTo>
                <a:cubicBezTo>
                  <a:pt x="75" y="73"/>
                  <a:pt x="118" y="70"/>
                  <a:pt x="135" y="79"/>
                </a:cubicBezTo>
                <a:cubicBezTo>
                  <a:pt x="118" y="82"/>
                  <a:pt x="102" y="86"/>
                  <a:pt x="86" y="89"/>
                </a:cubicBezTo>
                <a:cubicBezTo>
                  <a:pt x="64" y="83"/>
                  <a:pt x="37" y="90"/>
                  <a:pt x="16" y="90"/>
                </a:cubicBezTo>
                <a:cubicBezTo>
                  <a:pt x="32" y="94"/>
                  <a:pt x="10" y="101"/>
                  <a:pt x="37" y="98"/>
                </a:cubicBezTo>
                <a:cubicBezTo>
                  <a:pt x="37" y="90"/>
                  <a:pt x="129" y="90"/>
                  <a:pt x="140" y="98"/>
                </a:cubicBezTo>
                <a:cubicBezTo>
                  <a:pt x="151" y="96"/>
                  <a:pt x="167" y="93"/>
                  <a:pt x="183" y="90"/>
                </a:cubicBezTo>
                <a:cubicBezTo>
                  <a:pt x="194" y="98"/>
                  <a:pt x="215" y="90"/>
                  <a:pt x="232" y="94"/>
                </a:cubicBezTo>
                <a:cubicBezTo>
                  <a:pt x="232" y="104"/>
                  <a:pt x="215" y="97"/>
                  <a:pt x="194" y="100"/>
                </a:cubicBezTo>
                <a:cubicBezTo>
                  <a:pt x="189" y="103"/>
                  <a:pt x="189" y="106"/>
                  <a:pt x="199" y="110"/>
                </a:cubicBezTo>
                <a:cubicBezTo>
                  <a:pt x="221" y="103"/>
                  <a:pt x="237" y="106"/>
                  <a:pt x="259" y="100"/>
                </a:cubicBezTo>
                <a:cubicBezTo>
                  <a:pt x="248" y="96"/>
                  <a:pt x="226" y="84"/>
                  <a:pt x="269" y="84"/>
                </a:cubicBezTo>
                <a:cubicBezTo>
                  <a:pt x="259" y="80"/>
                  <a:pt x="237" y="76"/>
                  <a:pt x="253" y="72"/>
                </a:cubicBezTo>
                <a:cubicBezTo>
                  <a:pt x="280" y="74"/>
                  <a:pt x="280" y="62"/>
                  <a:pt x="302" y="64"/>
                </a:cubicBezTo>
                <a:cubicBezTo>
                  <a:pt x="291" y="67"/>
                  <a:pt x="302" y="69"/>
                  <a:pt x="296" y="70"/>
                </a:cubicBezTo>
                <a:cubicBezTo>
                  <a:pt x="291" y="72"/>
                  <a:pt x="275" y="70"/>
                  <a:pt x="280" y="74"/>
                </a:cubicBezTo>
                <a:cubicBezTo>
                  <a:pt x="302" y="74"/>
                  <a:pt x="269" y="97"/>
                  <a:pt x="264" y="106"/>
                </a:cubicBezTo>
                <a:cubicBezTo>
                  <a:pt x="296" y="106"/>
                  <a:pt x="307" y="96"/>
                  <a:pt x="318" y="107"/>
                </a:cubicBezTo>
                <a:cubicBezTo>
                  <a:pt x="334" y="98"/>
                  <a:pt x="367" y="100"/>
                  <a:pt x="350" y="92"/>
                </a:cubicBezTo>
                <a:cubicBezTo>
                  <a:pt x="334" y="92"/>
                  <a:pt x="329" y="93"/>
                  <a:pt x="323" y="96"/>
                </a:cubicBezTo>
                <a:cubicBezTo>
                  <a:pt x="323" y="93"/>
                  <a:pt x="285" y="93"/>
                  <a:pt x="302" y="89"/>
                </a:cubicBezTo>
                <a:cubicBezTo>
                  <a:pt x="334" y="87"/>
                  <a:pt x="329" y="86"/>
                  <a:pt x="334" y="79"/>
                </a:cubicBezTo>
                <a:cubicBezTo>
                  <a:pt x="345" y="82"/>
                  <a:pt x="361" y="76"/>
                  <a:pt x="372" y="82"/>
                </a:cubicBezTo>
                <a:cubicBezTo>
                  <a:pt x="334" y="87"/>
                  <a:pt x="361" y="90"/>
                  <a:pt x="383" y="89"/>
                </a:cubicBezTo>
                <a:cubicBezTo>
                  <a:pt x="361" y="94"/>
                  <a:pt x="356" y="101"/>
                  <a:pt x="350" y="107"/>
                </a:cubicBezTo>
                <a:cubicBezTo>
                  <a:pt x="388" y="110"/>
                  <a:pt x="404" y="90"/>
                  <a:pt x="442" y="103"/>
                </a:cubicBezTo>
                <a:cubicBezTo>
                  <a:pt x="437" y="106"/>
                  <a:pt x="421" y="104"/>
                  <a:pt x="426" y="107"/>
                </a:cubicBezTo>
                <a:cubicBezTo>
                  <a:pt x="437" y="106"/>
                  <a:pt x="431" y="108"/>
                  <a:pt x="437" y="111"/>
                </a:cubicBezTo>
                <a:cubicBezTo>
                  <a:pt x="458" y="103"/>
                  <a:pt x="480" y="101"/>
                  <a:pt x="496" y="92"/>
                </a:cubicBezTo>
                <a:cubicBezTo>
                  <a:pt x="512" y="93"/>
                  <a:pt x="529" y="89"/>
                  <a:pt x="545" y="90"/>
                </a:cubicBezTo>
                <a:cubicBezTo>
                  <a:pt x="518" y="94"/>
                  <a:pt x="523" y="101"/>
                  <a:pt x="512" y="107"/>
                </a:cubicBezTo>
                <a:cubicBezTo>
                  <a:pt x="502" y="108"/>
                  <a:pt x="469" y="104"/>
                  <a:pt x="475" y="110"/>
                </a:cubicBezTo>
                <a:cubicBezTo>
                  <a:pt x="485" y="107"/>
                  <a:pt x="491" y="114"/>
                  <a:pt x="502" y="113"/>
                </a:cubicBezTo>
                <a:cubicBezTo>
                  <a:pt x="512" y="111"/>
                  <a:pt x="523" y="108"/>
                  <a:pt x="534" y="107"/>
                </a:cubicBezTo>
                <a:cubicBezTo>
                  <a:pt x="550" y="111"/>
                  <a:pt x="534" y="113"/>
                  <a:pt x="555" y="114"/>
                </a:cubicBezTo>
                <a:cubicBezTo>
                  <a:pt x="577" y="111"/>
                  <a:pt x="583" y="110"/>
                  <a:pt x="583" y="104"/>
                </a:cubicBezTo>
                <a:cubicBezTo>
                  <a:pt x="620" y="106"/>
                  <a:pt x="593" y="110"/>
                  <a:pt x="631" y="115"/>
                </a:cubicBezTo>
                <a:cubicBezTo>
                  <a:pt x="653" y="108"/>
                  <a:pt x="669" y="115"/>
                  <a:pt x="690" y="108"/>
                </a:cubicBezTo>
                <a:cubicBezTo>
                  <a:pt x="696" y="110"/>
                  <a:pt x="690" y="113"/>
                  <a:pt x="707" y="115"/>
                </a:cubicBezTo>
                <a:cubicBezTo>
                  <a:pt x="723" y="114"/>
                  <a:pt x="744" y="113"/>
                  <a:pt x="761" y="114"/>
                </a:cubicBezTo>
                <a:cubicBezTo>
                  <a:pt x="744" y="110"/>
                  <a:pt x="782" y="103"/>
                  <a:pt x="798" y="107"/>
                </a:cubicBezTo>
                <a:cubicBezTo>
                  <a:pt x="798" y="114"/>
                  <a:pt x="755" y="106"/>
                  <a:pt x="771" y="114"/>
                </a:cubicBezTo>
                <a:cubicBezTo>
                  <a:pt x="831" y="111"/>
                  <a:pt x="885" y="118"/>
                  <a:pt x="950" y="114"/>
                </a:cubicBezTo>
                <a:cubicBezTo>
                  <a:pt x="923" y="110"/>
                  <a:pt x="944" y="106"/>
                  <a:pt x="950" y="101"/>
                </a:cubicBezTo>
                <a:cubicBezTo>
                  <a:pt x="944" y="111"/>
                  <a:pt x="1009" y="127"/>
                  <a:pt x="1009" y="113"/>
                </a:cubicBezTo>
                <a:cubicBezTo>
                  <a:pt x="982" y="117"/>
                  <a:pt x="993" y="101"/>
                  <a:pt x="971" y="100"/>
                </a:cubicBezTo>
                <a:cubicBezTo>
                  <a:pt x="977" y="98"/>
                  <a:pt x="982" y="96"/>
                  <a:pt x="982" y="94"/>
                </a:cubicBezTo>
                <a:cubicBezTo>
                  <a:pt x="982" y="100"/>
                  <a:pt x="993" y="98"/>
                  <a:pt x="1009" y="100"/>
                </a:cubicBezTo>
                <a:cubicBezTo>
                  <a:pt x="977" y="106"/>
                  <a:pt x="1020" y="111"/>
                  <a:pt x="1036" y="108"/>
                </a:cubicBezTo>
                <a:cubicBezTo>
                  <a:pt x="1025" y="111"/>
                  <a:pt x="1020" y="114"/>
                  <a:pt x="1036" y="117"/>
                </a:cubicBezTo>
                <a:cubicBezTo>
                  <a:pt x="1041" y="117"/>
                  <a:pt x="1047" y="115"/>
                  <a:pt x="1052" y="117"/>
                </a:cubicBezTo>
                <a:cubicBezTo>
                  <a:pt x="1057" y="106"/>
                  <a:pt x="1101" y="107"/>
                  <a:pt x="1095" y="92"/>
                </a:cubicBezTo>
                <a:cubicBezTo>
                  <a:pt x="1095" y="93"/>
                  <a:pt x="1101" y="94"/>
                  <a:pt x="1106" y="93"/>
                </a:cubicBezTo>
                <a:cubicBezTo>
                  <a:pt x="1101" y="96"/>
                  <a:pt x="1101" y="100"/>
                  <a:pt x="1122" y="104"/>
                </a:cubicBezTo>
                <a:cubicBezTo>
                  <a:pt x="1138" y="101"/>
                  <a:pt x="1192" y="101"/>
                  <a:pt x="1176" y="108"/>
                </a:cubicBezTo>
                <a:cubicBezTo>
                  <a:pt x="1155" y="101"/>
                  <a:pt x="1127" y="110"/>
                  <a:pt x="1084" y="107"/>
                </a:cubicBezTo>
                <a:cubicBezTo>
                  <a:pt x="1074" y="110"/>
                  <a:pt x="1079" y="113"/>
                  <a:pt x="1074" y="114"/>
                </a:cubicBezTo>
                <a:cubicBezTo>
                  <a:pt x="1106" y="121"/>
                  <a:pt x="1144" y="115"/>
                  <a:pt x="1176" y="118"/>
                </a:cubicBezTo>
                <a:cubicBezTo>
                  <a:pt x="1171" y="117"/>
                  <a:pt x="1165" y="115"/>
                  <a:pt x="1176" y="113"/>
                </a:cubicBezTo>
                <a:cubicBezTo>
                  <a:pt x="1225" y="108"/>
                  <a:pt x="1214" y="128"/>
                  <a:pt x="1214" y="128"/>
                </a:cubicBezTo>
                <a:cubicBezTo>
                  <a:pt x="1230" y="124"/>
                  <a:pt x="1263" y="120"/>
                  <a:pt x="1225" y="120"/>
                </a:cubicBezTo>
                <a:cubicBezTo>
                  <a:pt x="1230" y="114"/>
                  <a:pt x="1257" y="110"/>
                  <a:pt x="1268" y="121"/>
                </a:cubicBezTo>
                <a:cubicBezTo>
                  <a:pt x="1327" y="117"/>
                  <a:pt x="1365" y="124"/>
                  <a:pt x="1419" y="115"/>
                </a:cubicBezTo>
                <a:cubicBezTo>
                  <a:pt x="1425" y="122"/>
                  <a:pt x="1473" y="121"/>
                  <a:pt x="1500" y="120"/>
                </a:cubicBezTo>
                <a:cubicBezTo>
                  <a:pt x="1505" y="111"/>
                  <a:pt x="1516" y="114"/>
                  <a:pt x="1505" y="110"/>
                </a:cubicBezTo>
                <a:cubicBezTo>
                  <a:pt x="1516" y="108"/>
                  <a:pt x="1522" y="106"/>
                  <a:pt x="1532" y="104"/>
                </a:cubicBezTo>
                <a:cubicBezTo>
                  <a:pt x="1532" y="108"/>
                  <a:pt x="1543" y="111"/>
                  <a:pt x="1559" y="107"/>
                </a:cubicBezTo>
                <a:cubicBezTo>
                  <a:pt x="1559" y="101"/>
                  <a:pt x="1549" y="104"/>
                  <a:pt x="1532" y="101"/>
                </a:cubicBezTo>
                <a:cubicBezTo>
                  <a:pt x="1543" y="98"/>
                  <a:pt x="1538" y="96"/>
                  <a:pt x="1554" y="93"/>
                </a:cubicBezTo>
                <a:cubicBezTo>
                  <a:pt x="1554" y="101"/>
                  <a:pt x="1586" y="113"/>
                  <a:pt x="1543" y="121"/>
                </a:cubicBezTo>
                <a:cubicBezTo>
                  <a:pt x="1559" y="128"/>
                  <a:pt x="1559" y="114"/>
                  <a:pt x="1575" y="124"/>
                </a:cubicBezTo>
                <a:cubicBezTo>
                  <a:pt x="1597" y="122"/>
                  <a:pt x="1597" y="114"/>
                  <a:pt x="1608" y="117"/>
                </a:cubicBezTo>
                <a:cubicBezTo>
                  <a:pt x="1619" y="128"/>
                  <a:pt x="1624" y="115"/>
                  <a:pt x="1657" y="117"/>
                </a:cubicBezTo>
                <a:cubicBezTo>
                  <a:pt x="1662" y="120"/>
                  <a:pt x="1651" y="121"/>
                  <a:pt x="1646" y="122"/>
                </a:cubicBezTo>
                <a:cubicBezTo>
                  <a:pt x="1700" y="131"/>
                  <a:pt x="1662" y="108"/>
                  <a:pt x="1705" y="104"/>
                </a:cubicBezTo>
                <a:cubicBezTo>
                  <a:pt x="1667" y="94"/>
                  <a:pt x="1667" y="121"/>
                  <a:pt x="1624" y="111"/>
                </a:cubicBezTo>
                <a:cubicBezTo>
                  <a:pt x="1667" y="113"/>
                  <a:pt x="1657" y="96"/>
                  <a:pt x="1700" y="98"/>
                </a:cubicBezTo>
                <a:cubicBezTo>
                  <a:pt x="1705" y="93"/>
                  <a:pt x="1711" y="87"/>
                  <a:pt x="1727" y="82"/>
                </a:cubicBezTo>
                <a:cubicBezTo>
                  <a:pt x="1743" y="87"/>
                  <a:pt x="1705" y="94"/>
                  <a:pt x="1743" y="93"/>
                </a:cubicBezTo>
                <a:cubicBezTo>
                  <a:pt x="1727" y="98"/>
                  <a:pt x="1716" y="93"/>
                  <a:pt x="1705" y="94"/>
                </a:cubicBezTo>
                <a:cubicBezTo>
                  <a:pt x="1748" y="106"/>
                  <a:pt x="1667" y="114"/>
                  <a:pt x="1705" y="125"/>
                </a:cubicBezTo>
                <a:cubicBezTo>
                  <a:pt x="1727" y="121"/>
                  <a:pt x="1743" y="115"/>
                  <a:pt x="1732" y="110"/>
                </a:cubicBezTo>
                <a:cubicBezTo>
                  <a:pt x="1754" y="104"/>
                  <a:pt x="1770" y="107"/>
                  <a:pt x="1786" y="108"/>
                </a:cubicBezTo>
                <a:cubicBezTo>
                  <a:pt x="1759" y="111"/>
                  <a:pt x="1781" y="115"/>
                  <a:pt x="1759" y="120"/>
                </a:cubicBezTo>
                <a:cubicBezTo>
                  <a:pt x="1754" y="117"/>
                  <a:pt x="1748" y="114"/>
                  <a:pt x="1743" y="115"/>
                </a:cubicBezTo>
                <a:cubicBezTo>
                  <a:pt x="1759" y="122"/>
                  <a:pt x="1737" y="118"/>
                  <a:pt x="1743" y="125"/>
                </a:cubicBezTo>
                <a:cubicBezTo>
                  <a:pt x="1765" y="124"/>
                  <a:pt x="1797" y="125"/>
                  <a:pt x="1802" y="121"/>
                </a:cubicBezTo>
                <a:cubicBezTo>
                  <a:pt x="1797" y="117"/>
                  <a:pt x="1786" y="118"/>
                  <a:pt x="1775" y="118"/>
                </a:cubicBezTo>
                <a:cubicBezTo>
                  <a:pt x="1808" y="118"/>
                  <a:pt x="1792" y="110"/>
                  <a:pt x="1808" y="113"/>
                </a:cubicBezTo>
                <a:cubicBezTo>
                  <a:pt x="1813" y="115"/>
                  <a:pt x="1813" y="120"/>
                  <a:pt x="1813" y="124"/>
                </a:cubicBezTo>
                <a:cubicBezTo>
                  <a:pt x="1937" y="122"/>
                  <a:pt x="2061" y="127"/>
                  <a:pt x="2185" y="124"/>
                </a:cubicBezTo>
                <a:cubicBezTo>
                  <a:pt x="2159" y="115"/>
                  <a:pt x="2202" y="111"/>
                  <a:pt x="2213" y="111"/>
                </a:cubicBezTo>
                <a:cubicBezTo>
                  <a:pt x="2218" y="118"/>
                  <a:pt x="2196" y="118"/>
                  <a:pt x="2185" y="124"/>
                </a:cubicBezTo>
                <a:cubicBezTo>
                  <a:pt x="2202" y="131"/>
                  <a:pt x="2223" y="124"/>
                  <a:pt x="2234" y="120"/>
                </a:cubicBezTo>
                <a:cubicBezTo>
                  <a:pt x="2256" y="121"/>
                  <a:pt x="2240" y="127"/>
                  <a:pt x="2261" y="120"/>
                </a:cubicBezTo>
                <a:cubicBezTo>
                  <a:pt x="2261" y="131"/>
                  <a:pt x="2310" y="120"/>
                  <a:pt x="2331" y="127"/>
                </a:cubicBezTo>
                <a:cubicBezTo>
                  <a:pt x="2331" y="125"/>
                  <a:pt x="2364" y="122"/>
                  <a:pt x="2369" y="117"/>
                </a:cubicBezTo>
                <a:cubicBezTo>
                  <a:pt x="2374" y="120"/>
                  <a:pt x="2385" y="120"/>
                  <a:pt x="2391" y="121"/>
                </a:cubicBezTo>
                <a:cubicBezTo>
                  <a:pt x="2385" y="124"/>
                  <a:pt x="2358" y="120"/>
                  <a:pt x="2364" y="125"/>
                </a:cubicBezTo>
                <a:cubicBezTo>
                  <a:pt x="2380" y="124"/>
                  <a:pt x="2369" y="128"/>
                  <a:pt x="2380" y="131"/>
                </a:cubicBezTo>
                <a:cubicBezTo>
                  <a:pt x="2417" y="124"/>
                  <a:pt x="2482" y="134"/>
                  <a:pt x="2504" y="125"/>
                </a:cubicBezTo>
                <a:cubicBezTo>
                  <a:pt x="2493" y="120"/>
                  <a:pt x="2417" y="125"/>
                  <a:pt x="2407" y="117"/>
                </a:cubicBezTo>
                <a:cubicBezTo>
                  <a:pt x="2450" y="122"/>
                  <a:pt x="2499" y="118"/>
                  <a:pt x="2547" y="117"/>
                </a:cubicBezTo>
                <a:cubicBezTo>
                  <a:pt x="2536" y="118"/>
                  <a:pt x="2531" y="120"/>
                  <a:pt x="2520" y="122"/>
                </a:cubicBezTo>
                <a:cubicBezTo>
                  <a:pt x="2531" y="125"/>
                  <a:pt x="2542" y="128"/>
                  <a:pt x="2547" y="131"/>
                </a:cubicBezTo>
                <a:cubicBezTo>
                  <a:pt x="2580" y="128"/>
                  <a:pt x="2547" y="121"/>
                  <a:pt x="2569" y="118"/>
                </a:cubicBezTo>
                <a:cubicBezTo>
                  <a:pt x="2574" y="120"/>
                  <a:pt x="2563" y="121"/>
                  <a:pt x="2574" y="124"/>
                </a:cubicBezTo>
                <a:cubicBezTo>
                  <a:pt x="2617" y="117"/>
                  <a:pt x="2585" y="101"/>
                  <a:pt x="2617" y="100"/>
                </a:cubicBezTo>
                <a:cubicBezTo>
                  <a:pt x="2601" y="107"/>
                  <a:pt x="2623" y="117"/>
                  <a:pt x="2585" y="124"/>
                </a:cubicBezTo>
                <a:cubicBezTo>
                  <a:pt x="2617" y="134"/>
                  <a:pt x="2623" y="120"/>
                  <a:pt x="2650" y="131"/>
                </a:cubicBezTo>
                <a:cubicBezTo>
                  <a:pt x="2666" y="127"/>
                  <a:pt x="2677" y="130"/>
                  <a:pt x="2693" y="124"/>
                </a:cubicBezTo>
                <a:cubicBezTo>
                  <a:pt x="2698" y="131"/>
                  <a:pt x="2758" y="134"/>
                  <a:pt x="2769" y="125"/>
                </a:cubicBezTo>
                <a:cubicBezTo>
                  <a:pt x="2790" y="130"/>
                  <a:pt x="2828" y="134"/>
                  <a:pt x="2849" y="124"/>
                </a:cubicBezTo>
                <a:cubicBezTo>
                  <a:pt x="2855" y="131"/>
                  <a:pt x="2892" y="131"/>
                  <a:pt x="2892" y="122"/>
                </a:cubicBezTo>
                <a:cubicBezTo>
                  <a:pt x="2903" y="125"/>
                  <a:pt x="2909" y="128"/>
                  <a:pt x="2909" y="130"/>
                </a:cubicBezTo>
                <a:cubicBezTo>
                  <a:pt x="2941" y="118"/>
                  <a:pt x="3065" y="128"/>
                  <a:pt x="3038" y="108"/>
                </a:cubicBezTo>
                <a:cubicBezTo>
                  <a:pt x="3049" y="107"/>
                  <a:pt x="3055" y="111"/>
                  <a:pt x="3060" y="114"/>
                </a:cubicBezTo>
                <a:cubicBezTo>
                  <a:pt x="3076" y="111"/>
                  <a:pt x="3065" y="108"/>
                  <a:pt x="3071" y="107"/>
                </a:cubicBezTo>
                <a:cubicBezTo>
                  <a:pt x="3082" y="107"/>
                  <a:pt x="3098" y="103"/>
                  <a:pt x="3109" y="107"/>
                </a:cubicBezTo>
                <a:cubicBezTo>
                  <a:pt x="3087" y="111"/>
                  <a:pt x="3076" y="114"/>
                  <a:pt x="3082" y="122"/>
                </a:cubicBezTo>
                <a:cubicBezTo>
                  <a:pt x="3060" y="121"/>
                  <a:pt x="3038" y="127"/>
                  <a:pt x="3022" y="127"/>
                </a:cubicBezTo>
                <a:cubicBezTo>
                  <a:pt x="3082" y="131"/>
                  <a:pt x="3190" y="132"/>
                  <a:pt x="3254" y="118"/>
                </a:cubicBezTo>
                <a:cubicBezTo>
                  <a:pt x="3265" y="127"/>
                  <a:pt x="3287" y="111"/>
                  <a:pt x="3303" y="115"/>
                </a:cubicBezTo>
                <a:cubicBezTo>
                  <a:pt x="3281" y="120"/>
                  <a:pt x="3260" y="124"/>
                  <a:pt x="3260" y="130"/>
                </a:cubicBezTo>
                <a:cubicBezTo>
                  <a:pt x="3270" y="128"/>
                  <a:pt x="3287" y="125"/>
                  <a:pt x="3297" y="130"/>
                </a:cubicBezTo>
                <a:cubicBezTo>
                  <a:pt x="3335" y="122"/>
                  <a:pt x="3319" y="108"/>
                  <a:pt x="3362" y="110"/>
                </a:cubicBezTo>
                <a:cubicBezTo>
                  <a:pt x="3368" y="104"/>
                  <a:pt x="3357" y="90"/>
                  <a:pt x="3400" y="90"/>
                </a:cubicBezTo>
                <a:cubicBezTo>
                  <a:pt x="3378" y="106"/>
                  <a:pt x="3405" y="115"/>
                  <a:pt x="3324" y="127"/>
                </a:cubicBezTo>
                <a:cubicBezTo>
                  <a:pt x="3362" y="134"/>
                  <a:pt x="3422" y="125"/>
                  <a:pt x="3449" y="115"/>
                </a:cubicBezTo>
                <a:cubicBezTo>
                  <a:pt x="3438" y="110"/>
                  <a:pt x="3422" y="115"/>
                  <a:pt x="3416" y="110"/>
                </a:cubicBezTo>
                <a:cubicBezTo>
                  <a:pt x="3422" y="110"/>
                  <a:pt x="3416" y="107"/>
                  <a:pt x="3422" y="107"/>
                </a:cubicBezTo>
                <a:cubicBezTo>
                  <a:pt x="3459" y="108"/>
                  <a:pt x="3513" y="107"/>
                  <a:pt x="3535" y="96"/>
                </a:cubicBezTo>
                <a:cubicBezTo>
                  <a:pt x="3557" y="100"/>
                  <a:pt x="3540" y="104"/>
                  <a:pt x="3524" y="108"/>
                </a:cubicBezTo>
                <a:cubicBezTo>
                  <a:pt x="3519" y="106"/>
                  <a:pt x="3524" y="103"/>
                  <a:pt x="3508" y="106"/>
                </a:cubicBezTo>
                <a:cubicBezTo>
                  <a:pt x="3497" y="114"/>
                  <a:pt x="3519" y="110"/>
                  <a:pt x="3535" y="114"/>
                </a:cubicBezTo>
                <a:cubicBezTo>
                  <a:pt x="3519" y="115"/>
                  <a:pt x="3508" y="122"/>
                  <a:pt x="3497" y="118"/>
                </a:cubicBezTo>
                <a:cubicBezTo>
                  <a:pt x="3481" y="115"/>
                  <a:pt x="3502" y="113"/>
                  <a:pt x="3492" y="110"/>
                </a:cubicBezTo>
                <a:cubicBezTo>
                  <a:pt x="3432" y="111"/>
                  <a:pt x="3476" y="121"/>
                  <a:pt x="3449" y="128"/>
                </a:cubicBezTo>
                <a:cubicBezTo>
                  <a:pt x="3481" y="131"/>
                  <a:pt x="3535" y="117"/>
                  <a:pt x="3557" y="110"/>
                </a:cubicBezTo>
                <a:cubicBezTo>
                  <a:pt x="3567" y="111"/>
                  <a:pt x="3573" y="110"/>
                  <a:pt x="3584" y="114"/>
                </a:cubicBezTo>
                <a:cubicBezTo>
                  <a:pt x="3600" y="103"/>
                  <a:pt x="3632" y="94"/>
                  <a:pt x="3664" y="87"/>
                </a:cubicBezTo>
                <a:cubicBezTo>
                  <a:pt x="3648" y="80"/>
                  <a:pt x="3638" y="86"/>
                  <a:pt x="3627" y="90"/>
                </a:cubicBezTo>
                <a:cubicBezTo>
                  <a:pt x="3594" y="80"/>
                  <a:pt x="3632" y="73"/>
                  <a:pt x="3664" y="70"/>
                </a:cubicBezTo>
                <a:cubicBezTo>
                  <a:pt x="3675" y="76"/>
                  <a:pt x="3632" y="73"/>
                  <a:pt x="3659" y="82"/>
                </a:cubicBezTo>
                <a:cubicBezTo>
                  <a:pt x="3670" y="79"/>
                  <a:pt x="3675" y="80"/>
                  <a:pt x="3686" y="77"/>
                </a:cubicBezTo>
                <a:cubicBezTo>
                  <a:pt x="3675" y="64"/>
                  <a:pt x="3735" y="55"/>
                  <a:pt x="3702" y="40"/>
                </a:cubicBezTo>
                <a:cubicBezTo>
                  <a:pt x="3718" y="38"/>
                  <a:pt x="3729" y="38"/>
                  <a:pt x="3735" y="42"/>
                </a:cubicBezTo>
                <a:cubicBezTo>
                  <a:pt x="3713" y="45"/>
                  <a:pt x="3740" y="49"/>
                  <a:pt x="3751" y="49"/>
                </a:cubicBezTo>
                <a:cubicBezTo>
                  <a:pt x="3735" y="52"/>
                  <a:pt x="3718" y="55"/>
                  <a:pt x="3729" y="59"/>
                </a:cubicBezTo>
                <a:cubicBezTo>
                  <a:pt x="3756" y="57"/>
                  <a:pt x="3762" y="50"/>
                  <a:pt x="3794" y="45"/>
                </a:cubicBezTo>
                <a:cubicBezTo>
                  <a:pt x="3805" y="48"/>
                  <a:pt x="3810" y="50"/>
                  <a:pt x="3821" y="50"/>
                </a:cubicBezTo>
                <a:cubicBezTo>
                  <a:pt x="3837" y="46"/>
                  <a:pt x="3853" y="49"/>
                  <a:pt x="3859" y="43"/>
                </a:cubicBezTo>
                <a:cubicBezTo>
                  <a:pt x="3848" y="35"/>
                  <a:pt x="3832" y="46"/>
                  <a:pt x="3826" y="42"/>
                </a:cubicBezTo>
                <a:cubicBezTo>
                  <a:pt x="3832" y="39"/>
                  <a:pt x="3848" y="36"/>
                  <a:pt x="3842" y="32"/>
                </a:cubicBezTo>
                <a:cubicBezTo>
                  <a:pt x="3805" y="33"/>
                  <a:pt x="3772" y="45"/>
                  <a:pt x="3740" y="43"/>
                </a:cubicBezTo>
                <a:cubicBezTo>
                  <a:pt x="3762" y="35"/>
                  <a:pt x="3718" y="36"/>
                  <a:pt x="3702" y="33"/>
                </a:cubicBezTo>
                <a:cubicBezTo>
                  <a:pt x="3708" y="32"/>
                  <a:pt x="3713" y="31"/>
                  <a:pt x="3708" y="29"/>
                </a:cubicBezTo>
                <a:cubicBezTo>
                  <a:pt x="3681" y="38"/>
                  <a:pt x="3697" y="48"/>
                  <a:pt x="3691" y="56"/>
                </a:cubicBezTo>
                <a:cubicBezTo>
                  <a:pt x="3670" y="57"/>
                  <a:pt x="3648" y="70"/>
                  <a:pt x="3616" y="60"/>
                </a:cubicBezTo>
                <a:cubicBezTo>
                  <a:pt x="3638" y="57"/>
                  <a:pt x="3616" y="53"/>
                  <a:pt x="3611" y="49"/>
                </a:cubicBezTo>
                <a:cubicBezTo>
                  <a:pt x="3578" y="56"/>
                  <a:pt x="3589" y="64"/>
                  <a:pt x="3584" y="73"/>
                </a:cubicBezTo>
                <a:cubicBezTo>
                  <a:pt x="3600" y="72"/>
                  <a:pt x="3594" y="63"/>
                  <a:pt x="3616" y="66"/>
                </a:cubicBezTo>
                <a:cubicBezTo>
                  <a:pt x="3621" y="73"/>
                  <a:pt x="3600" y="72"/>
                  <a:pt x="3578" y="77"/>
                </a:cubicBezTo>
                <a:cubicBezTo>
                  <a:pt x="3578" y="82"/>
                  <a:pt x="3611" y="79"/>
                  <a:pt x="3594" y="83"/>
                </a:cubicBezTo>
                <a:cubicBezTo>
                  <a:pt x="3540" y="90"/>
                  <a:pt x="3513" y="96"/>
                  <a:pt x="3465" y="101"/>
                </a:cubicBezTo>
                <a:cubicBezTo>
                  <a:pt x="3465" y="98"/>
                  <a:pt x="3481" y="94"/>
                  <a:pt x="3481" y="92"/>
                </a:cubicBezTo>
                <a:cubicBezTo>
                  <a:pt x="3508" y="90"/>
                  <a:pt x="3578" y="84"/>
                  <a:pt x="3573" y="79"/>
                </a:cubicBezTo>
                <a:cubicBezTo>
                  <a:pt x="3535" y="77"/>
                  <a:pt x="3530" y="83"/>
                  <a:pt x="3492" y="82"/>
                </a:cubicBezTo>
                <a:cubicBezTo>
                  <a:pt x="3508" y="73"/>
                  <a:pt x="3530" y="77"/>
                  <a:pt x="3557" y="73"/>
                </a:cubicBezTo>
                <a:cubicBezTo>
                  <a:pt x="3584" y="66"/>
                  <a:pt x="3573" y="53"/>
                  <a:pt x="3562" y="49"/>
                </a:cubicBezTo>
                <a:cubicBezTo>
                  <a:pt x="3573" y="49"/>
                  <a:pt x="3584" y="48"/>
                  <a:pt x="3600" y="45"/>
                </a:cubicBezTo>
                <a:cubicBezTo>
                  <a:pt x="3605" y="49"/>
                  <a:pt x="3616" y="49"/>
                  <a:pt x="3632" y="46"/>
                </a:cubicBezTo>
                <a:cubicBezTo>
                  <a:pt x="3621" y="40"/>
                  <a:pt x="3578" y="46"/>
                  <a:pt x="3584" y="39"/>
                </a:cubicBezTo>
                <a:cubicBezTo>
                  <a:pt x="3600" y="40"/>
                  <a:pt x="3621" y="43"/>
                  <a:pt x="3638" y="42"/>
                </a:cubicBezTo>
                <a:cubicBezTo>
                  <a:pt x="3632" y="38"/>
                  <a:pt x="3627" y="33"/>
                  <a:pt x="3632" y="29"/>
                </a:cubicBezTo>
                <a:cubicBezTo>
                  <a:pt x="3611" y="36"/>
                  <a:pt x="3594" y="32"/>
                  <a:pt x="3578" y="31"/>
                </a:cubicBezTo>
                <a:cubicBezTo>
                  <a:pt x="3562" y="33"/>
                  <a:pt x="3573" y="36"/>
                  <a:pt x="3551" y="39"/>
                </a:cubicBezTo>
                <a:cubicBezTo>
                  <a:pt x="3557" y="40"/>
                  <a:pt x="3567" y="42"/>
                  <a:pt x="3573" y="42"/>
                </a:cubicBezTo>
                <a:cubicBezTo>
                  <a:pt x="3540" y="42"/>
                  <a:pt x="3562" y="50"/>
                  <a:pt x="3540" y="55"/>
                </a:cubicBezTo>
                <a:cubicBezTo>
                  <a:pt x="3519" y="46"/>
                  <a:pt x="3546" y="48"/>
                  <a:pt x="3513" y="42"/>
                </a:cubicBezTo>
                <a:cubicBezTo>
                  <a:pt x="3481" y="45"/>
                  <a:pt x="3443" y="46"/>
                  <a:pt x="3432" y="35"/>
                </a:cubicBezTo>
                <a:cubicBezTo>
                  <a:pt x="3427" y="36"/>
                  <a:pt x="3416" y="36"/>
                  <a:pt x="3411" y="38"/>
                </a:cubicBezTo>
                <a:cubicBezTo>
                  <a:pt x="3405" y="43"/>
                  <a:pt x="3427" y="45"/>
                  <a:pt x="3427" y="49"/>
                </a:cubicBezTo>
                <a:cubicBezTo>
                  <a:pt x="3395" y="46"/>
                  <a:pt x="3351" y="63"/>
                  <a:pt x="3297" y="55"/>
                </a:cubicBezTo>
                <a:cubicBezTo>
                  <a:pt x="3324" y="57"/>
                  <a:pt x="3330" y="42"/>
                  <a:pt x="3362" y="45"/>
                </a:cubicBezTo>
                <a:cubicBezTo>
                  <a:pt x="3357" y="46"/>
                  <a:pt x="3346" y="48"/>
                  <a:pt x="3351" y="49"/>
                </a:cubicBezTo>
                <a:cubicBezTo>
                  <a:pt x="3362" y="48"/>
                  <a:pt x="3368" y="52"/>
                  <a:pt x="3384" y="48"/>
                </a:cubicBezTo>
                <a:cubicBezTo>
                  <a:pt x="3373" y="31"/>
                  <a:pt x="3459" y="33"/>
                  <a:pt x="3459" y="28"/>
                </a:cubicBezTo>
                <a:cubicBezTo>
                  <a:pt x="3416" y="33"/>
                  <a:pt x="3373" y="26"/>
                  <a:pt x="3330" y="31"/>
                </a:cubicBezTo>
                <a:cubicBezTo>
                  <a:pt x="3335" y="32"/>
                  <a:pt x="3324" y="33"/>
                  <a:pt x="3319" y="35"/>
                </a:cubicBezTo>
                <a:cubicBezTo>
                  <a:pt x="3324" y="38"/>
                  <a:pt x="3330" y="39"/>
                  <a:pt x="3324" y="42"/>
                </a:cubicBezTo>
                <a:cubicBezTo>
                  <a:pt x="3303" y="43"/>
                  <a:pt x="3297" y="52"/>
                  <a:pt x="3292" y="49"/>
                </a:cubicBezTo>
                <a:cubicBezTo>
                  <a:pt x="3292" y="46"/>
                  <a:pt x="3308" y="43"/>
                  <a:pt x="3292" y="40"/>
                </a:cubicBezTo>
                <a:cubicBezTo>
                  <a:pt x="3287" y="40"/>
                  <a:pt x="3281" y="43"/>
                  <a:pt x="3276" y="42"/>
                </a:cubicBezTo>
                <a:cubicBezTo>
                  <a:pt x="3254" y="46"/>
                  <a:pt x="3260" y="55"/>
                  <a:pt x="3227" y="52"/>
                </a:cubicBezTo>
                <a:cubicBezTo>
                  <a:pt x="3222" y="48"/>
                  <a:pt x="3260" y="46"/>
                  <a:pt x="3249" y="42"/>
                </a:cubicBezTo>
                <a:cubicBezTo>
                  <a:pt x="3227" y="48"/>
                  <a:pt x="3216" y="39"/>
                  <a:pt x="3200" y="45"/>
                </a:cubicBezTo>
                <a:cubicBezTo>
                  <a:pt x="3211" y="49"/>
                  <a:pt x="3222" y="52"/>
                  <a:pt x="3200" y="55"/>
                </a:cubicBezTo>
                <a:cubicBezTo>
                  <a:pt x="3206" y="42"/>
                  <a:pt x="3162" y="53"/>
                  <a:pt x="3195" y="40"/>
                </a:cubicBezTo>
                <a:cubicBezTo>
                  <a:pt x="3227" y="45"/>
                  <a:pt x="3270" y="32"/>
                  <a:pt x="3303" y="40"/>
                </a:cubicBezTo>
                <a:cubicBezTo>
                  <a:pt x="3324" y="39"/>
                  <a:pt x="3297" y="28"/>
                  <a:pt x="3292" y="31"/>
                </a:cubicBezTo>
                <a:cubicBezTo>
                  <a:pt x="3292" y="33"/>
                  <a:pt x="3254" y="33"/>
                  <a:pt x="3249" y="36"/>
                </a:cubicBezTo>
                <a:cubicBezTo>
                  <a:pt x="3238" y="33"/>
                  <a:pt x="3249" y="32"/>
                  <a:pt x="3249" y="29"/>
                </a:cubicBezTo>
                <a:cubicBezTo>
                  <a:pt x="3243" y="29"/>
                  <a:pt x="3243" y="31"/>
                  <a:pt x="3238" y="29"/>
                </a:cubicBezTo>
                <a:cubicBezTo>
                  <a:pt x="3232" y="29"/>
                  <a:pt x="3227" y="29"/>
                  <a:pt x="3222" y="29"/>
                </a:cubicBezTo>
                <a:cubicBezTo>
                  <a:pt x="3227" y="32"/>
                  <a:pt x="3243" y="35"/>
                  <a:pt x="3232" y="38"/>
                </a:cubicBezTo>
                <a:cubicBezTo>
                  <a:pt x="3227" y="35"/>
                  <a:pt x="3222" y="38"/>
                  <a:pt x="3211" y="36"/>
                </a:cubicBezTo>
                <a:cubicBezTo>
                  <a:pt x="3200" y="33"/>
                  <a:pt x="3211" y="32"/>
                  <a:pt x="3200" y="29"/>
                </a:cubicBezTo>
                <a:cubicBezTo>
                  <a:pt x="3179" y="28"/>
                  <a:pt x="3190" y="32"/>
                  <a:pt x="3168" y="35"/>
                </a:cubicBezTo>
                <a:cubicBezTo>
                  <a:pt x="3179" y="26"/>
                  <a:pt x="3076" y="29"/>
                  <a:pt x="3125" y="33"/>
                </a:cubicBezTo>
                <a:cubicBezTo>
                  <a:pt x="3119" y="35"/>
                  <a:pt x="3109" y="38"/>
                  <a:pt x="3103" y="39"/>
                </a:cubicBezTo>
                <a:cubicBezTo>
                  <a:pt x="3087" y="31"/>
                  <a:pt x="3060" y="38"/>
                  <a:pt x="3044" y="35"/>
                </a:cubicBezTo>
                <a:cubicBezTo>
                  <a:pt x="3038" y="33"/>
                  <a:pt x="3049" y="32"/>
                  <a:pt x="3044" y="29"/>
                </a:cubicBezTo>
                <a:cubicBezTo>
                  <a:pt x="3028" y="29"/>
                  <a:pt x="3011" y="36"/>
                  <a:pt x="2995" y="29"/>
                </a:cubicBezTo>
                <a:cubicBezTo>
                  <a:pt x="2974" y="31"/>
                  <a:pt x="2984" y="39"/>
                  <a:pt x="2968" y="36"/>
                </a:cubicBezTo>
                <a:cubicBezTo>
                  <a:pt x="2974" y="25"/>
                  <a:pt x="2876" y="25"/>
                  <a:pt x="2849" y="36"/>
                </a:cubicBezTo>
                <a:cubicBezTo>
                  <a:pt x="2822" y="38"/>
                  <a:pt x="2855" y="28"/>
                  <a:pt x="2833" y="31"/>
                </a:cubicBezTo>
                <a:cubicBezTo>
                  <a:pt x="2844" y="33"/>
                  <a:pt x="2806" y="36"/>
                  <a:pt x="2806" y="33"/>
                </a:cubicBezTo>
                <a:cubicBezTo>
                  <a:pt x="2812" y="31"/>
                  <a:pt x="2801" y="28"/>
                  <a:pt x="2801" y="26"/>
                </a:cubicBezTo>
                <a:cubicBezTo>
                  <a:pt x="2774" y="28"/>
                  <a:pt x="2812" y="32"/>
                  <a:pt x="2785" y="35"/>
                </a:cubicBezTo>
                <a:cubicBezTo>
                  <a:pt x="2785" y="32"/>
                  <a:pt x="2774" y="33"/>
                  <a:pt x="2774" y="32"/>
                </a:cubicBezTo>
                <a:cubicBezTo>
                  <a:pt x="2795" y="31"/>
                  <a:pt x="2774" y="22"/>
                  <a:pt x="2779" y="28"/>
                </a:cubicBezTo>
                <a:cubicBezTo>
                  <a:pt x="2763" y="29"/>
                  <a:pt x="2769" y="38"/>
                  <a:pt x="2747" y="35"/>
                </a:cubicBezTo>
                <a:cubicBezTo>
                  <a:pt x="2742" y="31"/>
                  <a:pt x="2763" y="25"/>
                  <a:pt x="2736" y="23"/>
                </a:cubicBezTo>
                <a:cubicBezTo>
                  <a:pt x="2731" y="32"/>
                  <a:pt x="2688" y="40"/>
                  <a:pt x="2671" y="32"/>
                </a:cubicBezTo>
                <a:cubicBezTo>
                  <a:pt x="2661" y="36"/>
                  <a:pt x="2661" y="48"/>
                  <a:pt x="2634" y="42"/>
                </a:cubicBezTo>
                <a:cubicBezTo>
                  <a:pt x="2644" y="40"/>
                  <a:pt x="2650" y="39"/>
                  <a:pt x="2639" y="36"/>
                </a:cubicBezTo>
                <a:cubicBezTo>
                  <a:pt x="2634" y="38"/>
                  <a:pt x="2628" y="39"/>
                  <a:pt x="2623" y="38"/>
                </a:cubicBezTo>
                <a:cubicBezTo>
                  <a:pt x="2628" y="25"/>
                  <a:pt x="2698" y="35"/>
                  <a:pt x="2698" y="23"/>
                </a:cubicBezTo>
                <a:cubicBezTo>
                  <a:pt x="2666" y="28"/>
                  <a:pt x="2639" y="22"/>
                  <a:pt x="2612" y="28"/>
                </a:cubicBezTo>
                <a:cubicBezTo>
                  <a:pt x="2601" y="29"/>
                  <a:pt x="2607" y="32"/>
                  <a:pt x="2601" y="33"/>
                </a:cubicBezTo>
                <a:cubicBezTo>
                  <a:pt x="2580" y="28"/>
                  <a:pt x="2574" y="48"/>
                  <a:pt x="2542" y="36"/>
                </a:cubicBezTo>
                <a:cubicBezTo>
                  <a:pt x="2580" y="36"/>
                  <a:pt x="2563" y="29"/>
                  <a:pt x="2601" y="26"/>
                </a:cubicBezTo>
                <a:cubicBezTo>
                  <a:pt x="2563" y="21"/>
                  <a:pt x="2525" y="28"/>
                  <a:pt x="2488" y="26"/>
                </a:cubicBezTo>
                <a:cubicBezTo>
                  <a:pt x="2499" y="33"/>
                  <a:pt x="2515" y="23"/>
                  <a:pt x="2520" y="31"/>
                </a:cubicBezTo>
                <a:cubicBezTo>
                  <a:pt x="2515" y="31"/>
                  <a:pt x="2515" y="33"/>
                  <a:pt x="2515" y="33"/>
                </a:cubicBezTo>
                <a:cubicBezTo>
                  <a:pt x="2493" y="29"/>
                  <a:pt x="2455" y="32"/>
                  <a:pt x="2472" y="22"/>
                </a:cubicBezTo>
                <a:cubicBezTo>
                  <a:pt x="2466" y="23"/>
                  <a:pt x="2461" y="23"/>
                  <a:pt x="2461" y="22"/>
                </a:cubicBezTo>
                <a:cubicBezTo>
                  <a:pt x="2450" y="23"/>
                  <a:pt x="2445" y="22"/>
                  <a:pt x="2439" y="23"/>
                </a:cubicBezTo>
                <a:cubicBezTo>
                  <a:pt x="2450" y="26"/>
                  <a:pt x="2445" y="28"/>
                  <a:pt x="2434" y="31"/>
                </a:cubicBezTo>
                <a:cubicBezTo>
                  <a:pt x="2455" y="33"/>
                  <a:pt x="2455" y="36"/>
                  <a:pt x="2428" y="42"/>
                </a:cubicBezTo>
                <a:cubicBezTo>
                  <a:pt x="2428" y="38"/>
                  <a:pt x="2423" y="36"/>
                  <a:pt x="2407" y="35"/>
                </a:cubicBezTo>
                <a:cubicBezTo>
                  <a:pt x="2434" y="33"/>
                  <a:pt x="2417" y="29"/>
                  <a:pt x="2423" y="26"/>
                </a:cubicBezTo>
                <a:cubicBezTo>
                  <a:pt x="2407" y="22"/>
                  <a:pt x="2396" y="18"/>
                  <a:pt x="2374" y="23"/>
                </a:cubicBezTo>
                <a:cubicBezTo>
                  <a:pt x="2385" y="31"/>
                  <a:pt x="2396" y="26"/>
                  <a:pt x="2407" y="28"/>
                </a:cubicBezTo>
                <a:cubicBezTo>
                  <a:pt x="2380" y="29"/>
                  <a:pt x="2417" y="33"/>
                  <a:pt x="2391" y="36"/>
                </a:cubicBezTo>
                <a:cubicBezTo>
                  <a:pt x="2391" y="32"/>
                  <a:pt x="2396" y="26"/>
                  <a:pt x="2374" y="29"/>
                </a:cubicBezTo>
                <a:cubicBezTo>
                  <a:pt x="2380" y="35"/>
                  <a:pt x="2337" y="32"/>
                  <a:pt x="2342" y="39"/>
                </a:cubicBezTo>
                <a:cubicBezTo>
                  <a:pt x="2315" y="29"/>
                  <a:pt x="2315" y="45"/>
                  <a:pt x="2294" y="39"/>
                </a:cubicBezTo>
                <a:cubicBezTo>
                  <a:pt x="2304" y="35"/>
                  <a:pt x="2283" y="31"/>
                  <a:pt x="2299" y="28"/>
                </a:cubicBezTo>
                <a:cubicBezTo>
                  <a:pt x="2294" y="31"/>
                  <a:pt x="2304" y="35"/>
                  <a:pt x="2321" y="35"/>
                </a:cubicBezTo>
                <a:cubicBezTo>
                  <a:pt x="2337" y="28"/>
                  <a:pt x="2347" y="33"/>
                  <a:pt x="2369" y="25"/>
                </a:cubicBezTo>
                <a:cubicBezTo>
                  <a:pt x="2326" y="22"/>
                  <a:pt x="2277" y="22"/>
                  <a:pt x="2250" y="26"/>
                </a:cubicBezTo>
                <a:cubicBezTo>
                  <a:pt x="2229" y="16"/>
                  <a:pt x="2142" y="16"/>
                  <a:pt x="2126" y="32"/>
                </a:cubicBezTo>
                <a:cubicBezTo>
                  <a:pt x="2126" y="23"/>
                  <a:pt x="2110" y="32"/>
                  <a:pt x="2099" y="29"/>
                </a:cubicBezTo>
                <a:cubicBezTo>
                  <a:pt x="2083" y="23"/>
                  <a:pt x="2121" y="25"/>
                  <a:pt x="2115" y="21"/>
                </a:cubicBezTo>
                <a:cubicBezTo>
                  <a:pt x="2083" y="21"/>
                  <a:pt x="2077" y="33"/>
                  <a:pt x="2045" y="31"/>
                </a:cubicBezTo>
                <a:cubicBezTo>
                  <a:pt x="2045" y="26"/>
                  <a:pt x="2067" y="28"/>
                  <a:pt x="2067" y="21"/>
                </a:cubicBezTo>
                <a:cubicBezTo>
                  <a:pt x="2056" y="23"/>
                  <a:pt x="2045" y="22"/>
                  <a:pt x="2034" y="25"/>
                </a:cubicBezTo>
                <a:cubicBezTo>
                  <a:pt x="2040" y="28"/>
                  <a:pt x="2051" y="38"/>
                  <a:pt x="2024" y="35"/>
                </a:cubicBezTo>
                <a:cubicBezTo>
                  <a:pt x="2024" y="29"/>
                  <a:pt x="2040" y="23"/>
                  <a:pt x="2018" y="18"/>
                </a:cubicBezTo>
                <a:cubicBezTo>
                  <a:pt x="1997" y="22"/>
                  <a:pt x="1986" y="18"/>
                  <a:pt x="1964" y="21"/>
                </a:cubicBezTo>
                <a:cubicBezTo>
                  <a:pt x="1975" y="29"/>
                  <a:pt x="2018" y="19"/>
                  <a:pt x="2007" y="28"/>
                </a:cubicBezTo>
                <a:cubicBezTo>
                  <a:pt x="1997" y="26"/>
                  <a:pt x="1927" y="32"/>
                  <a:pt x="1970" y="32"/>
                </a:cubicBezTo>
                <a:cubicBezTo>
                  <a:pt x="1948" y="35"/>
                  <a:pt x="1953" y="45"/>
                  <a:pt x="1927" y="40"/>
                </a:cubicBezTo>
                <a:cubicBezTo>
                  <a:pt x="1959" y="35"/>
                  <a:pt x="1905" y="28"/>
                  <a:pt x="1959" y="22"/>
                </a:cubicBezTo>
                <a:cubicBezTo>
                  <a:pt x="1932" y="16"/>
                  <a:pt x="1900" y="21"/>
                  <a:pt x="1867" y="21"/>
                </a:cubicBezTo>
                <a:cubicBezTo>
                  <a:pt x="1883" y="26"/>
                  <a:pt x="1900" y="25"/>
                  <a:pt x="1921" y="28"/>
                </a:cubicBezTo>
                <a:cubicBezTo>
                  <a:pt x="1900" y="28"/>
                  <a:pt x="1910" y="29"/>
                  <a:pt x="1894" y="33"/>
                </a:cubicBezTo>
                <a:cubicBezTo>
                  <a:pt x="1900" y="23"/>
                  <a:pt x="1873" y="35"/>
                  <a:pt x="1862" y="32"/>
                </a:cubicBezTo>
                <a:cubicBezTo>
                  <a:pt x="1840" y="26"/>
                  <a:pt x="1867" y="23"/>
                  <a:pt x="1851" y="19"/>
                </a:cubicBezTo>
                <a:cubicBezTo>
                  <a:pt x="1824" y="18"/>
                  <a:pt x="1829" y="28"/>
                  <a:pt x="1802" y="26"/>
                </a:cubicBezTo>
                <a:cubicBezTo>
                  <a:pt x="1797" y="23"/>
                  <a:pt x="1808" y="21"/>
                  <a:pt x="1802" y="18"/>
                </a:cubicBezTo>
                <a:cubicBezTo>
                  <a:pt x="1786" y="26"/>
                  <a:pt x="1759" y="26"/>
                  <a:pt x="1748" y="16"/>
                </a:cubicBezTo>
                <a:cubicBezTo>
                  <a:pt x="1711" y="21"/>
                  <a:pt x="1711" y="16"/>
                  <a:pt x="1678" y="26"/>
                </a:cubicBezTo>
                <a:cubicBezTo>
                  <a:pt x="1678" y="21"/>
                  <a:pt x="1640" y="19"/>
                  <a:pt x="1624" y="16"/>
                </a:cubicBezTo>
                <a:cubicBezTo>
                  <a:pt x="1592" y="22"/>
                  <a:pt x="1597" y="26"/>
                  <a:pt x="1575" y="26"/>
                </a:cubicBezTo>
                <a:cubicBezTo>
                  <a:pt x="1603" y="21"/>
                  <a:pt x="1549" y="19"/>
                  <a:pt x="1559" y="15"/>
                </a:cubicBezTo>
                <a:cubicBezTo>
                  <a:pt x="1532" y="18"/>
                  <a:pt x="1511" y="23"/>
                  <a:pt x="1489" y="15"/>
                </a:cubicBezTo>
                <a:cubicBezTo>
                  <a:pt x="1468" y="21"/>
                  <a:pt x="1441" y="25"/>
                  <a:pt x="1419" y="18"/>
                </a:cubicBezTo>
                <a:cubicBezTo>
                  <a:pt x="1403" y="21"/>
                  <a:pt x="1392" y="23"/>
                  <a:pt x="1376" y="26"/>
                </a:cubicBezTo>
                <a:cubicBezTo>
                  <a:pt x="1365" y="19"/>
                  <a:pt x="1344" y="25"/>
                  <a:pt x="1333" y="21"/>
                </a:cubicBezTo>
                <a:cubicBezTo>
                  <a:pt x="1349" y="18"/>
                  <a:pt x="1381" y="22"/>
                  <a:pt x="1371" y="15"/>
                </a:cubicBezTo>
                <a:cubicBezTo>
                  <a:pt x="1333" y="14"/>
                  <a:pt x="1290" y="23"/>
                  <a:pt x="1252" y="14"/>
                </a:cubicBezTo>
                <a:cubicBezTo>
                  <a:pt x="1225" y="21"/>
                  <a:pt x="1214" y="25"/>
                  <a:pt x="1187" y="19"/>
                </a:cubicBezTo>
                <a:cubicBezTo>
                  <a:pt x="1203" y="18"/>
                  <a:pt x="1235" y="18"/>
                  <a:pt x="1225" y="11"/>
                </a:cubicBezTo>
                <a:cubicBezTo>
                  <a:pt x="1209" y="14"/>
                  <a:pt x="1187" y="12"/>
                  <a:pt x="1171" y="15"/>
                </a:cubicBezTo>
                <a:cubicBezTo>
                  <a:pt x="1171" y="23"/>
                  <a:pt x="1192" y="25"/>
                  <a:pt x="1198" y="28"/>
                </a:cubicBezTo>
                <a:cubicBezTo>
                  <a:pt x="1176" y="23"/>
                  <a:pt x="1149" y="32"/>
                  <a:pt x="1133" y="25"/>
                </a:cubicBezTo>
                <a:cubicBezTo>
                  <a:pt x="1144" y="23"/>
                  <a:pt x="1155" y="26"/>
                  <a:pt x="1171" y="22"/>
                </a:cubicBezTo>
                <a:cubicBezTo>
                  <a:pt x="1149" y="16"/>
                  <a:pt x="1155" y="14"/>
                  <a:pt x="1133" y="10"/>
                </a:cubicBezTo>
                <a:cubicBezTo>
                  <a:pt x="1117" y="14"/>
                  <a:pt x="1084" y="12"/>
                  <a:pt x="1052" y="14"/>
                </a:cubicBezTo>
                <a:cubicBezTo>
                  <a:pt x="1047" y="21"/>
                  <a:pt x="1031" y="28"/>
                  <a:pt x="993" y="28"/>
                </a:cubicBezTo>
                <a:cubicBezTo>
                  <a:pt x="1009" y="25"/>
                  <a:pt x="998" y="23"/>
                  <a:pt x="1014" y="23"/>
                </a:cubicBezTo>
                <a:cubicBezTo>
                  <a:pt x="1009" y="18"/>
                  <a:pt x="993" y="18"/>
                  <a:pt x="982" y="18"/>
                </a:cubicBezTo>
                <a:cubicBezTo>
                  <a:pt x="982" y="16"/>
                  <a:pt x="987" y="16"/>
                  <a:pt x="982" y="15"/>
                </a:cubicBezTo>
                <a:cubicBezTo>
                  <a:pt x="1004" y="15"/>
                  <a:pt x="1036" y="22"/>
                  <a:pt x="1041" y="12"/>
                </a:cubicBezTo>
                <a:cubicBezTo>
                  <a:pt x="1009" y="8"/>
                  <a:pt x="987" y="14"/>
                  <a:pt x="966" y="10"/>
                </a:cubicBezTo>
                <a:cubicBezTo>
                  <a:pt x="950" y="16"/>
                  <a:pt x="912" y="18"/>
                  <a:pt x="890" y="16"/>
                </a:cubicBezTo>
                <a:cubicBezTo>
                  <a:pt x="906" y="19"/>
                  <a:pt x="885" y="22"/>
                  <a:pt x="885" y="25"/>
                </a:cubicBezTo>
                <a:cubicBezTo>
                  <a:pt x="869" y="12"/>
                  <a:pt x="912" y="16"/>
                  <a:pt x="923" y="10"/>
                </a:cubicBezTo>
                <a:cubicBezTo>
                  <a:pt x="869" y="11"/>
                  <a:pt x="842" y="4"/>
                  <a:pt x="831" y="18"/>
                </a:cubicBezTo>
                <a:cubicBezTo>
                  <a:pt x="831" y="15"/>
                  <a:pt x="831" y="12"/>
                  <a:pt x="825" y="10"/>
                </a:cubicBezTo>
                <a:cubicBezTo>
                  <a:pt x="804" y="16"/>
                  <a:pt x="787" y="8"/>
                  <a:pt x="771" y="6"/>
                </a:cubicBezTo>
                <a:cubicBezTo>
                  <a:pt x="750" y="8"/>
                  <a:pt x="744" y="18"/>
                  <a:pt x="734" y="15"/>
                </a:cubicBezTo>
                <a:cubicBezTo>
                  <a:pt x="723" y="12"/>
                  <a:pt x="739" y="5"/>
                  <a:pt x="717" y="8"/>
                </a:cubicBezTo>
                <a:cubicBezTo>
                  <a:pt x="717" y="10"/>
                  <a:pt x="712" y="18"/>
                  <a:pt x="696" y="15"/>
                </a:cubicBezTo>
                <a:cubicBezTo>
                  <a:pt x="690" y="12"/>
                  <a:pt x="712" y="10"/>
                  <a:pt x="690" y="5"/>
                </a:cubicBezTo>
                <a:cubicBezTo>
                  <a:pt x="680" y="15"/>
                  <a:pt x="647" y="15"/>
                  <a:pt x="631" y="25"/>
                </a:cubicBezTo>
                <a:cubicBezTo>
                  <a:pt x="631" y="21"/>
                  <a:pt x="626" y="23"/>
                  <a:pt x="615" y="19"/>
                </a:cubicBezTo>
                <a:cubicBezTo>
                  <a:pt x="642" y="15"/>
                  <a:pt x="631" y="12"/>
                  <a:pt x="658" y="11"/>
                </a:cubicBezTo>
                <a:cubicBezTo>
                  <a:pt x="637" y="10"/>
                  <a:pt x="593" y="0"/>
                  <a:pt x="583" y="10"/>
                </a:cubicBezTo>
                <a:cubicBezTo>
                  <a:pt x="593" y="8"/>
                  <a:pt x="599" y="11"/>
                  <a:pt x="593" y="12"/>
                </a:cubicBezTo>
                <a:cubicBezTo>
                  <a:pt x="555" y="11"/>
                  <a:pt x="550" y="23"/>
                  <a:pt x="529" y="29"/>
                </a:cubicBezTo>
                <a:cubicBezTo>
                  <a:pt x="485" y="18"/>
                  <a:pt x="566" y="16"/>
                  <a:pt x="561" y="8"/>
                </a:cubicBezTo>
                <a:cubicBezTo>
                  <a:pt x="512" y="2"/>
                  <a:pt x="421" y="16"/>
                  <a:pt x="453" y="31"/>
                </a:cubicBezTo>
                <a:cubicBezTo>
                  <a:pt x="431" y="29"/>
                  <a:pt x="404" y="33"/>
                  <a:pt x="383" y="28"/>
                </a:cubicBezTo>
                <a:cubicBezTo>
                  <a:pt x="431" y="21"/>
                  <a:pt x="453" y="18"/>
                  <a:pt x="453" y="5"/>
                </a:cubicBezTo>
                <a:cubicBezTo>
                  <a:pt x="404" y="6"/>
                  <a:pt x="415" y="15"/>
                  <a:pt x="367" y="21"/>
                </a:cubicBezTo>
                <a:cubicBezTo>
                  <a:pt x="356" y="18"/>
                  <a:pt x="350" y="19"/>
                  <a:pt x="340" y="16"/>
                </a:cubicBezTo>
                <a:cubicBezTo>
                  <a:pt x="372" y="18"/>
                  <a:pt x="350" y="6"/>
                  <a:pt x="377" y="8"/>
                </a:cubicBezTo>
                <a:cubicBezTo>
                  <a:pt x="329" y="5"/>
                  <a:pt x="280" y="10"/>
                  <a:pt x="237" y="6"/>
                </a:cubicBezTo>
                <a:cubicBezTo>
                  <a:pt x="215" y="21"/>
                  <a:pt x="107" y="10"/>
                  <a:pt x="102" y="23"/>
                </a:cubicBezTo>
                <a:moveTo>
                  <a:pt x="3600" y="87"/>
                </a:moveTo>
                <a:cubicBezTo>
                  <a:pt x="3600" y="90"/>
                  <a:pt x="3600" y="92"/>
                  <a:pt x="3611" y="94"/>
                </a:cubicBezTo>
                <a:cubicBezTo>
                  <a:pt x="3600" y="94"/>
                  <a:pt x="3594" y="96"/>
                  <a:pt x="3589" y="97"/>
                </a:cubicBezTo>
                <a:cubicBezTo>
                  <a:pt x="3584" y="96"/>
                  <a:pt x="3578" y="94"/>
                  <a:pt x="3573" y="96"/>
                </a:cubicBezTo>
                <a:cubicBezTo>
                  <a:pt x="3562" y="93"/>
                  <a:pt x="3594" y="90"/>
                  <a:pt x="3600" y="87"/>
                </a:cubicBezTo>
                <a:moveTo>
                  <a:pt x="2126" y="124"/>
                </a:moveTo>
                <a:cubicBezTo>
                  <a:pt x="2115" y="118"/>
                  <a:pt x="2094" y="124"/>
                  <a:pt x="2094" y="117"/>
                </a:cubicBezTo>
                <a:cubicBezTo>
                  <a:pt x="2132" y="121"/>
                  <a:pt x="2159" y="115"/>
                  <a:pt x="2175" y="108"/>
                </a:cubicBezTo>
                <a:cubicBezTo>
                  <a:pt x="2180" y="115"/>
                  <a:pt x="2153" y="120"/>
                  <a:pt x="2126" y="124"/>
                </a:cubicBezTo>
                <a:moveTo>
                  <a:pt x="2229" y="108"/>
                </a:moveTo>
                <a:cubicBezTo>
                  <a:pt x="2223" y="103"/>
                  <a:pt x="2261" y="98"/>
                  <a:pt x="2272" y="104"/>
                </a:cubicBezTo>
                <a:cubicBezTo>
                  <a:pt x="2277" y="103"/>
                  <a:pt x="2272" y="101"/>
                  <a:pt x="2267" y="100"/>
                </a:cubicBezTo>
                <a:cubicBezTo>
                  <a:pt x="2283" y="94"/>
                  <a:pt x="2288" y="100"/>
                  <a:pt x="2304" y="97"/>
                </a:cubicBezTo>
                <a:cubicBezTo>
                  <a:pt x="2299" y="101"/>
                  <a:pt x="2277" y="103"/>
                  <a:pt x="2261" y="110"/>
                </a:cubicBezTo>
                <a:cubicBezTo>
                  <a:pt x="2250" y="108"/>
                  <a:pt x="2240" y="104"/>
                  <a:pt x="2229" y="108"/>
                </a:cubicBezTo>
                <a:moveTo>
                  <a:pt x="2299" y="93"/>
                </a:moveTo>
                <a:cubicBezTo>
                  <a:pt x="2310" y="92"/>
                  <a:pt x="2315" y="90"/>
                  <a:pt x="2326" y="89"/>
                </a:cubicBezTo>
                <a:cubicBezTo>
                  <a:pt x="2337" y="96"/>
                  <a:pt x="2304" y="94"/>
                  <a:pt x="2342" y="100"/>
                </a:cubicBezTo>
                <a:cubicBezTo>
                  <a:pt x="2342" y="100"/>
                  <a:pt x="2347" y="98"/>
                  <a:pt x="2353" y="98"/>
                </a:cubicBezTo>
                <a:cubicBezTo>
                  <a:pt x="2364" y="103"/>
                  <a:pt x="2337" y="98"/>
                  <a:pt x="2326" y="103"/>
                </a:cubicBezTo>
                <a:cubicBezTo>
                  <a:pt x="2331" y="98"/>
                  <a:pt x="2310" y="97"/>
                  <a:pt x="2315" y="103"/>
                </a:cubicBezTo>
                <a:cubicBezTo>
                  <a:pt x="2310" y="107"/>
                  <a:pt x="2310" y="96"/>
                  <a:pt x="2299" y="93"/>
                </a:cubicBezTo>
                <a:moveTo>
                  <a:pt x="2267" y="118"/>
                </a:moveTo>
                <a:cubicBezTo>
                  <a:pt x="2256" y="114"/>
                  <a:pt x="2277" y="110"/>
                  <a:pt x="2294" y="110"/>
                </a:cubicBezTo>
                <a:cubicBezTo>
                  <a:pt x="2304" y="114"/>
                  <a:pt x="2277" y="118"/>
                  <a:pt x="2267" y="118"/>
                </a:cubicBezTo>
                <a:moveTo>
                  <a:pt x="2342" y="115"/>
                </a:moveTo>
                <a:cubicBezTo>
                  <a:pt x="2342" y="113"/>
                  <a:pt x="2342" y="111"/>
                  <a:pt x="2337" y="108"/>
                </a:cubicBezTo>
                <a:cubicBezTo>
                  <a:pt x="2353" y="104"/>
                  <a:pt x="2364" y="107"/>
                  <a:pt x="2374" y="106"/>
                </a:cubicBezTo>
                <a:cubicBezTo>
                  <a:pt x="2385" y="110"/>
                  <a:pt x="2353" y="111"/>
                  <a:pt x="2342" y="115"/>
                </a:cubicBezTo>
                <a:moveTo>
                  <a:pt x="2472" y="79"/>
                </a:moveTo>
                <a:cubicBezTo>
                  <a:pt x="2461" y="73"/>
                  <a:pt x="2493" y="76"/>
                  <a:pt x="2499" y="76"/>
                </a:cubicBezTo>
                <a:cubicBezTo>
                  <a:pt x="2499" y="79"/>
                  <a:pt x="2493" y="82"/>
                  <a:pt x="2499" y="86"/>
                </a:cubicBezTo>
                <a:cubicBezTo>
                  <a:pt x="2493" y="94"/>
                  <a:pt x="2493" y="70"/>
                  <a:pt x="2472" y="79"/>
                </a:cubicBezTo>
                <a:moveTo>
                  <a:pt x="2536" y="64"/>
                </a:moveTo>
                <a:cubicBezTo>
                  <a:pt x="2553" y="70"/>
                  <a:pt x="2542" y="76"/>
                  <a:pt x="2536" y="80"/>
                </a:cubicBezTo>
                <a:cubicBezTo>
                  <a:pt x="2520" y="74"/>
                  <a:pt x="2509" y="69"/>
                  <a:pt x="2536" y="64"/>
                </a:cubicBezTo>
                <a:moveTo>
                  <a:pt x="2472" y="114"/>
                </a:moveTo>
                <a:cubicBezTo>
                  <a:pt x="2466" y="113"/>
                  <a:pt x="2488" y="107"/>
                  <a:pt x="2461" y="111"/>
                </a:cubicBezTo>
                <a:cubicBezTo>
                  <a:pt x="2461" y="103"/>
                  <a:pt x="2428" y="110"/>
                  <a:pt x="2445" y="103"/>
                </a:cubicBezTo>
                <a:cubicBezTo>
                  <a:pt x="2493" y="101"/>
                  <a:pt x="2482" y="104"/>
                  <a:pt x="2520" y="101"/>
                </a:cubicBezTo>
                <a:cubicBezTo>
                  <a:pt x="2531" y="100"/>
                  <a:pt x="2520" y="106"/>
                  <a:pt x="2536" y="104"/>
                </a:cubicBezTo>
                <a:cubicBezTo>
                  <a:pt x="2531" y="113"/>
                  <a:pt x="2477" y="101"/>
                  <a:pt x="2472" y="114"/>
                </a:cubicBezTo>
                <a:moveTo>
                  <a:pt x="2553" y="87"/>
                </a:moveTo>
                <a:cubicBezTo>
                  <a:pt x="2558" y="89"/>
                  <a:pt x="2553" y="90"/>
                  <a:pt x="2547" y="92"/>
                </a:cubicBezTo>
                <a:cubicBezTo>
                  <a:pt x="2553" y="92"/>
                  <a:pt x="2558" y="93"/>
                  <a:pt x="2569" y="94"/>
                </a:cubicBezTo>
                <a:cubicBezTo>
                  <a:pt x="2542" y="101"/>
                  <a:pt x="2520" y="90"/>
                  <a:pt x="2553" y="87"/>
                </a:cubicBezTo>
                <a:moveTo>
                  <a:pt x="2569" y="110"/>
                </a:moveTo>
                <a:cubicBezTo>
                  <a:pt x="2563" y="111"/>
                  <a:pt x="2547" y="110"/>
                  <a:pt x="2553" y="113"/>
                </a:cubicBezTo>
                <a:cubicBezTo>
                  <a:pt x="2531" y="117"/>
                  <a:pt x="2542" y="104"/>
                  <a:pt x="2553" y="110"/>
                </a:cubicBezTo>
                <a:cubicBezTo>
                  <a:pt x="2553" y="107"/>
                  <a:pt x="2553" y="94"/>
                  <a:pt x="2580" y="103"/>
                </a:cubicBezTo>
                <a:cubicBezTo>
                  <a:pt x="2574" y="104"/>
                  <a:pt x="2574" y="103"/>
                  <a:pt x="2569" y="101"/>
                </a:cubicBezTo>
                <a:cubicBezTo>
                  <a:pt x="2569" y="104"/>
                  <a:pt x="2569" y="107"/>
                  <a:pt x="2569" y="110"/>
                </a:cubicBezTo>
                <a:moveTo>
                  <a:pt x="2623" y="97"/>
                </a:moveTo>
                <a:cubicBezTo>
                  <a:pt x="2628" y="94"/>
                  <a:pt x="2639" y="93"/>
                  <a:pt x="2634" y="92"/>
                </a:cubicBezTo>
                <a:cubicBezTo>
                  <a:pt x="2661" y="87"/>
                  <a:pt x="2644" y="101"/>
                  <a:pt x="2666" y="97"/>
                </a:cubicBezTo>
                <a:cubicBezTo>
                  <a:pt x="2671" y="101"/>
                  <a:pt x="2628" y="103"/>
                  <a:pt x="2623" y="97"/>
                </a:cubicBezTo>
                <a:moveTo>
                  <a:pt x="2715" y="90"/>
                </a:moveTo>
                <a:cubicBezTo>
                  <a:pt x="2704" y="86"/>
                  <a:pt x="2698" y="82"/>
                  <a:pt x="2715" y="79"/>
                </a:cubicBezTo>
                <a:cubicBezTo>
                  <a:pt x="2731" y="83"/>
                  <a:pt x="2742" y="87"/>
                  <a:pt x="2715" y="90"/>
                </a:cubicBezTo>
                <a:moveTo>
                  <a:pt x="2849" y="62"/>
                </a:moveTo>
                <a:cubicBezTo>
                  <a:pt x="2855" y="70"/>
                  <a:pt x="2817" y="66"/>
                  <a:pt x="2806" y="66"/>
                </a:cubicBezTo>
                <a:cubicBezTo>
                  <a:pt x="2801" y="60"/>
                  <a:pt x="2839" y="64"/>
                  <a:pt x="2849" y="62"/>
                </a:cubicBezTo>
                <a:moveTo>
                  <a:pt x="2785" y="76"/>
                </a:moveTo>
                <a:cubicBezTo>
                  <a:pt x="2790" y="72"/>
                  <a:pt x="2822" y="73"/>
                  <a:pt x="2844" y="69"/>
                </a:cubicBezTo>
                <a:cubicBezTo>
                  <a:pt x="2855" y="76"/>
                  <a:pt x="2822" y="73"/>
                  <a:pt x="2806" y="79"/>
                </a:cubicBezTo>
                <a:cubicBezTo>
                  <a:pt x="2795" y="77"/>
                  <a:pt x="2790" y="74"/>
                  <a:pt x="2785" y="76"/>
                </a:cubicBezTo>
                <a:moveTo>
                  <a:pt x="2790" y="100"/>
                </a:moveTo>
                <a:cubicBezTo>
                  <a:pt x="2769" y="100"/>
                  <a:pt x="2779" y="103"/>
                  <a:pt x="2763" y="106"/>
                </a:cubicBezTo>
                <a:cubicBezTo>
                  <a:pt x="2758" y="104"/>
                  <a:pt x="2758" y="103"/>
                  <a:pt x="2752" y="100"/>
                </a:cubicBezTo>
                <a:cubicBezTo>
                  <a:pt x="2779" y="101"/>
                  <a:pt x="2752" y="94"/>
                  <a:pt x="2779" y="92"/>
                </a:cubicBezTo>
                <a:cubicBezTo>
                  <a:pt x="2774" y="92"/>
                  <a:pt x="2763" y="89"/>
                  <a:pt x="2758" y="86"/>
                </a:cubicBezTo>
                <a:cubicBezTo>
                  <a:pt x="2763" y="86"/>
                  <a:pt x="2774" y="86"/>
                  <a:pt x="2769" y="84"/>
                </a:cubicBezTo>
                <a:cubicBezTo>
                  <a:pt x="2779" y="83"/>
                  <a:pt x="2785" y="86"/>
                  <a:pt x="2790" y="84"/>
                </a:cubicBezTo>
                <a:cubicBezTo>
                  <a:pt x="2795" y="87"/>
                  <a:pt x="2785" y="87"/>
                  <a:pt x="2785" y="86"/>
                </a:cubicBezTo>
                <a:cubicBezTo>
                  <a:pt x="2795" y="92"/>
                  <a:pt x="2774" y="96"/>
                  <a:pt x="2790" y="100"/>
                </a:cubicBezTo>
                <a:moveTo>
                  <a:pt x="2720" y="107"/>
                </a:moveTo>
                <a:cubicBezTo>
                  <a:pt x="2682" y="113"/>
                  <a:pt x="2661" y="108"/>
                  <a:pt x="2634" y="114"/>
                </a:cubicBezTo>
                <a:cubicBezTo>
                  <a:pt x="2634" y="106"/>
                  <a:pt x="2693" y="104"/>
                  <a:pt x="2720" y="107"/>
                </a:cubicBezTo>
                <a:moveTo>
                  <a:pt x="2634" y="124"/>
                </a:moveTo>
                <a:cubicBezTo>
                  <a:pt x="2623" y="121"/>
                  <a:pt x="2639" y="120"/>
                  <a:pt x="2634" y="117"/>
                </a:cubicBezTo>
                <a:cubicBezTo>
                  <a:pt x="2655" y="118"/>
                  <a:pt x="2671" y="121"/>
                  <a:pt x="2693" y="120"/>
                </a:cubicBezTo>
                <a:cubicBezTo>
                  <a:pt x="2693" y="130"/>
                  <a:pt x="2655" y="118"/>
                  <a:pt x="2634" y="124"/>
                </a:cubicBezTo>
                <a:moveTo>
                  <a:pt x="2806" y="87"/>
                </a:moveTo>
                <a:cubicBezTo>
                  <a:pt x="2795" y="77"/>
                  <a:pt x="2822" y="86"/>
                  <a:pt x="2844" y="79"/>
                </a:cubicBezTo>
                <a:cubicBezTo>
                  <a:pt x="2844" y="84"/>
                  <a:pt x="2844" y="87"/>
                  <a:pt x="2866" y="90"/>
                </a:cubicBezTo>
                <a:cubicBezTo>
                  <a:pt x="2882" y="87"/>
                  <a:pt x="2887" y="84"/>
                  <a:pt x="2882" y="82"/>
                </a:cubicBezTo>
                <a:cubicBezTo>
                  <a:pt x="2903" y="80"/>
                  <a:pt x="2892" y="87"/>
                  <a:pt x="2892" y="90"/>
                </a:cubicBezTo>
                <a:cubicBezTo>
                  <a:pt x="2839" y="96"/>
                  <a:pt x="2849" y="86"/>
                  <a:pt x="2806" y="87"/>
                </a:cubicBezTo>
                <a:moveTo>
                  <a:pt x="2974" y="57"/>
                </a:moveTo>
                <a:cubicBezTo>
                  <a:pt x="2974" y="62"/>
                  <a:pt x="2963" y="64"/>
                  <a:pt x="2947" y="67"/>
                </a:cubicBezTo>
                <a:cubicBezTo>
                  <a:pt x="2941" y="66"/>
                  <a:pt x="2936" y="64"/>
                  <a:pt x="2930" y="63"/>
                </a:cubicBezTo>
                <a:cubicBezTo>
                  <a:pt x="2947" y="59"/>
                  <a:pt x="2957" y="62"/>
                  <a:pt x="2974" y="57"/>
                </a:cubicBezTo>
                <a:moveTo>
                  <a:pt x="3060" y="60"/>
                </a:moveTo>
                <a:cubicBezTo>
                  <a:pt x="3044" y="63"/>
                  <a:pt x="3028" y="64"/>
                  <a:pt x="3017" y="59"/>
                </a:cubicBezTo>
                <a:cubicBezTo>
                  <a:pt x="3033" y="55"/>
                  <a:pt x="3049" y="55"/>
                  <a:pt x="3060" y="60"/>
                </a:cubicBezTo>
                <a:moveTo>
                  <a:pt x="2742" y="120"/>
                </a:moveTo>
                <a:cubicBezTo>
                  <a:pt x="2752" y="111"/>
                  <a:pt x="2790" y="110"/>
                  <a:pt x="2806" y="103"/>
                </a:cubicBezTo>
                <a:cubicBezTo>
                  <a:pt x="2828" y="113"/>
                  <a:pt x="2763" y="111"/>
                  <a:pt x="2785" y="118"/>
                </a:cubicBezTo>
                <a:cubicBezTo>
                  <a:pt x="2769" y="124"/>
                  <a:pt x="2758" y="118"/>
                  <a:pt x="2742" y="120"/>
                </a:cubicBezTo>
                <a:moveTo>
                  <a:pt x="2925" y="84"/>
                </a:moveTo>
                <a:cubicBezTo>
                  <a:pt x="2963" y="80"/>
                  <a:pt x="2947" y="74"/>
                  <a:pt x="2974" y="70"/>
                </a:cubicBezTo>
                <a:cubicBezTo>
                  <a:pt x="2990" y="74"/>
                  <a:pt x="3011" y="74"/>
                  <a:pt x="3033" y="67"/>
                </a:cubicBezTo>
                <a:cubicBezTo>
                  <a:pt x="3055" y="80"/>
                  <a:pt x="3001" y="72"/>
                  <a:pt x="2974" y="77"/>
                </a:cubicBezTo>
                <a:cubicBezTo>
                  <a:pt x="2963" y="80"/>
                  <a:pt x="3001" y="80"/>
                  <a:pt x="3006" y="82"/>
                </a:cubicBezTo>
                <a:cubicBezTo>
                  <a:pt x="2995" y="86"/>
                  <a:pt x="3028" y="92"/>
                  <a:pt x="3001" y="96"/>
                </a:cubicBezTo>
                <a:cubicBezTo>
                  <a:pt x="2995" y="82"/>
                  <a:pt x="2963" y="86"/>
                  <a:pt x="2925" y="84"/>
                </a:cubicBezTo>
                <a:moveTo>
                  <a:pt x="3022" y="87"/>
                </a:moveTo>
                <a:cubicBezTo>
                  <a:pt x="3033" y="87"/>
                  <a:pt x="3038" y="86"/>
                  <a:pt x="3044" y="84"/>
                </a:cubicBezTo>
                <a:cubicBezTo>
                  <a:pt x="3055" y="89"/>
                  <a:pt x="3060" y="86"/>
                  <a:pt x="3060" y="90"/>
                </a:cubicBezTo>
                <a:cubicBezTo>
                  <a:pt x="3049" y="92"/>
                  <a:pt x="3033" y="92"/>
                  <a:pt x="3022" y="87"/>
                </a:cubicBezTo>
                <a:moveTo>
                  <a:pt x="2849" y="121"/>
                </a:moveTo>
                <a:cubicBezTo>
                  <a:pt x="2844" y="114"/>
                  <a:pt x="2839" y="117"/>
                  <a:pt x="2833" y="111"/>
                </a:cubicBezTo>
                <a:cubicBezTo>
                  <a:pt x="2871" y="115"/>
                  <a:pt x="2909" y="100"/>
                  <a:pt x="2941" y="93"/>
                </a:cubicBezTo>
                <a:cubicBezTo>
                  <a:pt x="2957" y="101"/>
                  <a:pt x="2903" y="103"/>
                  <a:pt x="2898" y="108"/>
                </a:cubicBezTo>
                <a:cubicBezTo>
                  <a:pt x="2909" y="113"/>
                  <a:pt x="2914" y="111"/>
                  <a:pt x="2925" y="113"/>
                </a:cubicBezTo>
                <a:cubicBezTo>
                  <a:pt x="2952" y="108"/>
                  <a:pt x="2952" y="104"/>
                  <a:pt x="2968" y="98"/>
                </a:cubicBezTo>
                <a:cubicBezTo>
                  <a:pt x="2995" y="106"/>
                  <a:pt x="2947" y="108"/>
                  <a:pt x="2979" y="115"/>
                </a:cubicBezTo>
                <a:cubicBezTo>
                  <a:pt x="2930" y="113"/>
                  <a:pt x="2903" y="120"/>
                  <a:pt x="2849" y="121"/>
                </a:cubicBezTo>
                <a:moveTo>
                  <a:pt x="2984" y="104"/>
                </a:moveTo>
                <a:cubicBezTo>
                  <a:pt x="3011" y="97"/>
                  <a:pt x="3017" y="100"/>
                  <a:pt x="3038" y="93"/>
                </a:cubicBezTo>
                <a:cubicBezTo>
                  <a:pt x="3049" y="96"/>
                  <a:pt x="3038" y="97"/>
                  <a:pt x="3028" y="100"/>
                </a:cubicBezTo>
                <a:cubicBezTo>
                  <a:pt x="3033" y="101"/>
                  <a:pt x="3038" y="100"/>
                  <a:pt x="3038" y="100"/>
                </a:cubicBezTo>
                <a:cubicBezTo>
                  <a:pt x="3038" y="101"/>
                  <a:pt x="2995" y="103"/>
                  <a:pt x="2995" y="111"/>
                </a:cubicBezTo>
                <a:cubicBezTo>
                  <a:pt x="2974" y="114"/>
                  <a:pt x="3006" y="106"/>
                  <a:pt x="2984" y="104"/>
                </a:cubicBezTo>
                <a:moveTo>
                  <a:pt x="3060" y="93"/>
                </a:moveTo>
                <a:cubicBezTo>
                  <a:pt x="3082" y="87"/>
                  <a:pt x="3109" y="89"/>
                  <a:pt x="3114" y="77"/>
                </a:cubicBezTo>
                <a:cubicBezTo>
                  <a:pt x="3119" y="83"/>
                  <a:pt x="3136" y="79"/>
                  <a:pt x="3146" y="79"/>
                </a:cubicBezTo>
                <a:cubicBezTo>
                  <a:pt x="3136" y="84"/>
                  <a:pt x="3103" y="96"/>
                  <a:pt x="3060" y="93"/>
                </a:cubicBezTo>
                <a:moveTo>
                  <a:pt x="3168" y="120"/>
                </a:moveTo>
                <a:cubicBezTo>
                  <a:pt x="3146" y="115"/>
                  <a:pt x="3173" y="113"/>
                  <a:pt x="3168" y="110"/>
                </a:cubicBezTo>
                <a:cubicBezTo>
                  <a:pt x="3152" y="107"/>
                  <a:pt x="3168" y="115"/>
                  <a:pt x="3141" y="117"/>
                </a:cubicBezTo>
                <a:cubicBezTo>
                  <a:pt x="3125" y="113"/>
                  <a:pt x="3136" y="110"/>
                  <a:pt x="3146" y="106"/>
                </a:cubicBezTo>
                <a:cubicBezTo>
                  <a:pt x="3168" y="107"/>
                  <a:pt x="3184" y="111"/>
                  <a:pt x="3206" y="115"/>
                </a:cubicBezTo>
                <a:cubicBezTo>
                  <a:pt x="3200" y="120"/>
                  <a:pt x="3184" y="118"/>
                  <a:pt x="3168" y="120"/>
                </a:cubicBezTo>
                <a:moveTo>
                  <a:pt x="3297" y="83"/>
                </a:moveTo>
                <a:cubicBezTo>
                  <a:pt x="3303" y="89"/>
                  <a:pt x="3297" y="94"/>
                  <a:pt x="3270" y="98"/>
                </a:cubicBezTo>
                <a:cubicBezTo>
                  <a:pt x="3265" y="94"/>
                  <a:pt x="3254" y="93"/>
                  <a:pt x="3238" y="94"/>
                </a:cubicBezTo>
                <a:cubicBezTo>
                  <a:pt x="3238" y="93"/>
                  <a:pt x="3281" y="89"/>
                  <a:pt x="3297" y="83"/>
                </a:cubicBezTo>
                <a:moveTo>
                  <a:pt x="3200" y="111"/>
                </a:moveTo>
                <a:cubicBezTo>
                  <a:pt x="3195" y="108"/>
                  <a:pt x="3206" y="106"/>
                  <a:pt x="3200" y="103"/>
                </a:cubicBezTo>
                <a:cubicBezTo>
                  <a:pt x="3211" y="101"/>
                  <a:pt x="3222" y="103"/>
                  <a:pt x="3227" y="107"/>
                </a:cubicBezTo>
                <a:cubicBezTo>
                  <a:pt x="3216" y="111"/>
                  <a:pt x="3211" y="110"/>
                  <a:pt x="3200" y="111"/>
                </a:cubicBezTo>
                <a:moveTo>
                  <a:pt x="3303" y="97"/>
                </a:moveTo>
                <a:cubicBezTo>
                  <a:pt x="3308" y="92"/>
                  <a:pt x="3324" y="87"/>
                  <a:pt x="3319" y="82"/>
                </a:cubicBezTo>
                <a:cubicBezTo>
                  <a:pt x="3324" y="80"/>
                  <a:pt x="3324" y="83"/>
                  <a:pt x="3324" y="83"/>
                </a:cubicBezTo>
                <a:cubicBezTo>
                  <a:pt x="3341" y="86"/>
                  <a:pt x="3362" y="82"/>
                  <a:pt x="3373" y="87"/>
                </a:cubicBezTo>
                <a:cubicBezTo>
                  <a:pt x="3346" y="87"/>
                  <a:pt x="3330" y="96"/>
                  <a:pt x="3303" y="97"/>
                </a:cubicBezTo>
                <a:moveTo>
                  <a:pt x="3346" y="104"/>
                </a:moveTo>
                <a:cubicBezTo>
                  <a:pt x="3324" y="110"/>
                  <a:pt x="3314" y="103"/>
                  <a:pt x="3292" y="110"/>
                </a:cubicBezTo>
                <a:cubicBezTo>
                  <a:pt x="3287" y="107"/>
                  <a:pt x="3287" y="104"/>
                  <a:pt x="3292" y="103"/>
                </a:cubicBezTo>
                <a:cubicBezTo>
                  <a:pt x="3308" y="101"/>
                  <a:pt x="3330" y="100"/>
                  <a:pt x="3346" y="104"/>
                </a:cubicBezTo>
                <a:moveTo>
                  <a:pt x="3465" y="87"/>
                </a:moveTo>
                <a:cubicBezTo>
                  <a:pt x="3449" y="89"/>
                  <a:pt x="3432" y="87"/>
                  <a:pt x="3416" y="92"/>
                </a:cubicBezTo>
                <a:cubicBezTo>
                  <a:pt x="3411" y="89"/>
                  <a:pt x="3422" y="87"/>
                  <a:pt x="3416" y="84"/>
                </a:cubicBezTo>
                <a:cubicBezTo>
                  <a:pt x="3432" y="82"/>
                  <a:pt x="3449" y="82"/>
                  <a:pt x="3465" y="87"/>
                </a:cubicBezTo>
                <a:moveTo>
                  <a:pt x="3557" y="57"/>
                </a:moveTo>
                <a:cubicBezTo>
                  <a:pt x="3524" y="59"/>
                  <a:pt x="3551" y="64"/>
                  <a:pt x="3524" y="69"/>
                </a:cubicBezTo>
                <a:cubicBezTo>
                  <a:pt x="3519" y="69"/>
                  <a:pt x="3513" y="67"/>
                  <a:pt x="3502" y="69"/>
                </a:cubicBezTo>
                <a:cubicBezTo>
                  <a:pt x="3497" y="62"/>
                  <a:pt x="3530" y="48"/>
                  <a:pt x="3557" y="57"/>
                </a:cubicBezTo>
                <a:moveTo>
                  <a:pt x="3486" y="49"/>
                </a:moveTo>
                <a:cubicBezTo>
                  <a:pt x="3486" y="55"/>
                  <a:pt x="3470" y="59"/>
                  <a:pt x="3449" y="63"/>
                </a:cubicBezTo>
                <a:cubicBezTo>
                  <a:pt x="3443" y="62"/>
                  <a:pt x="3449" y="60"/>
                  <a:pt x="3454" y="59"/>
                </a:cubicBezTo>
                <a:cubicBezTo>
                  <a:pt x="3459" y="56"/>
                  <a:pt x="3449" y="57"/>
                  <a:pt x="3443" y="53"/>
                </a:cubicBezTo>
                <a:cubicBezTo>
                  <a:pt x="3454" y="52"/>
                  <a:pt x="3449" y="49"/>
                  <a:pt x="3459" y="48"/>
                </a:cubicBezTo>
                <a:cubicBezTo>
                  <a:pt x="3470" y="48"/>
                  <a:pt x="3476" y="50"/>
                  <a:pt x="3486" y="49"/>
                </a:cubicBezTo>
                <a:moveTo>
                  <a:pt x="3470" y="60"/>
                </a:moveTo>
                <a:cubicBezTo>
                  <a:pt x="3470" y="73"/>
                  <a:pt x="3411" y="80"/>
                  <a:pt x="3357" y="79"/>
                </a:cubicBezTo>
                <a:cubicBezTo>
                  <a:pt x="3357" y="72"/>
                  <a:pt x="3405" y="77"/>
                  <a:pt x="3416" y="69"/>
                </a:cubicBezTo>
                <a:cubicBezTo>
                  <a:pt x="3411" y="66"/>
                  <a:pt x="3400" y="66"/>
                  <a:pt x="3389" y="66"/>
                </a:cubicBezTo>
                <a:cubicBezTo>
                  <a:pt x="3389" y="63"/>
                  <a:pt x="3395" y="60"/>
                  <a:pt x="3411" y="57"/>
                </a:cubicBezTo>
                <a:cubicBezTo>
                  <a:pt x="3416" y="64"/>
                  <a:pt x="3443" y="67"/>
                  <a:pt x="3470" y="60"/>
                </a:cubicBezTo>
                <a:moveTo>
                  <a:pt x="3351" y="59"/>
                </a:moveTo>
                <a:cubicBezTo>
                  <a:pt x="3384" y="64"/>
                  <a:pt x="3335" y="66"/>
                  <a:pt x="3357" y="72"/>
                </a:cubicBezTo>
                <a:cubicBezTo>
                  <a:pt x="3346" y="73"/>
                  <a:pt x="3330" y="72"/>
                  <a:pt x="3335" y="74"/>
                </a:cubicBezTo>
                <a:cubicBezTo>
                  <a:pt x="3330" y="76"/>
                  <a:pt x="3324" y="73"/>
                  <a:pt x="3319" y="72"/>
                </a:cubicBezTo>
                <a:cubicBezTo>
                  <a:pt x="3346" y="67"/>
                  <a:pt x="3319" y="63"/>
                  <a:pt x="3351" y="59"/>
                </a:cubicBezTo>
                <a:moveTo>
                  <a:pt x="3292" y="73"/>
                </a:moveTo>
                <a:cubicBezTo>
                  <a:pt x="3303" y="79"/>
                  <a:pt x="3265" y="79"/>
                  <a:pt x="3260" y="82"/>
                </a:cubicBezTo>
                <a:cubicBezTo>
                  <a:pt x="3238" y="73"/>
                  <a:pt x="3287" y="76"/>
                  <a:pt x="3292" y="73"/>
                </a:cubicBezTo>
                <a:moveTo>
                  <a:pt x="3206" y="94"/>
                </a:moveTo>
                <a:cubicBezTo>
                  <a:pt x="3211" y="93"/>
                  <a:pt x="3173" y="92"/>
                  <a:pt x="3168" y="103"/>
                </a:cubicBezTo>
                <a:cubicBezTo>
                  <a:pt x="3119" y="96"/>
                  <a:pt x="3227" y="80"/>
                  <a:pt x="3238" y="70"/>
                </a:cubicBezTo>
                <a:cubicBezTo>
                  <a:pt x="3249" y="79"/>
                  <a:pt x="3222" y="86"/>
                  <a:pt x="3206" y="94"/>
                </a:cubicBezTo>
                <a:moveTo>
                  <a:pt x="3281" y="66"/>
                </a:moveTo>
                <a:cubicBezTo>
                  <a:pt x="3276" y="72"/>
                  <a:pt x="3249" y="66"/>
                  <a:pt x="3260" y="70"/>
                </a:cubicBezTo>
                <a:cubicBezTo>
                  <a:pt x="3238" y="74"/>
                  <a:pt x="3254" y="60"/>
                  <a:pt x="3227" y="64"/>
                </a:cubicBezTo>
                <a:cubicBezTo>
                  <a:pt x="3216" y="60"/>
                  <a:pt x="3243" y="64"/>
                  <a:pt x="3254" y="59"/>
                </a:cubicBezTo>
                <a:cubicBezTo>
                  <a:pt x="3260" y="64"/>
                  <a:pt x="3270" y="62"/>
                  <a:pt x="3281" y="66"/>
                </a:cubicBezTo>
                <a:moveTo>
                  <a:pt x="3281" y="63"/>
                </a:moveTo>
                <a:cubicBezTo>
                  <a:pt x="3270" y="56"/>
                  <a:pt x="3265" y="57"/>
                  <a:pt x="3260" y="52"/>
                </a:cubicBezTo>
                <a:cubicBezTo>
                  <a:pt x="3276" y="50"/>
                  <a:pt x="3308" y="59"/>
                  <a:pt x="3281" y="63"/>
                </a:cubicBezTo>
                <a:moveTo>
                  <a:pt x="3184" y="79"/>
                </a:moveTo>
                <a:cubicBezTo>
                  <a:pt x="3157" y="73"/>
                  <a:pt x="3190" y="69"/>
                  <a:pt x="3173" y="63"/>
                </a:cubicBezTo>
                <a:cubicBezTo>
                  <a:pt x="3206" y="60"/>
                  <a:pt x="3206" y="74"/>
                  <a:pt x="3184" y="79"/>
                </a:cubicBezTo>
                <a:moveTo>
                  <a:pt x="3103" y="72"/>
                </a:moveTo>
                <a:cubicBezTo>
                  <a:pt x="3087" y="60"/>
                  <a:pt x="3141" y="67"/>
                  <a:pt x="3157" y="60"/>
                </a:cubicBezTo>
                <a:cubicBezTo>
                  <a:pt x="3168" y="72"/>
                  <a:pt x="3109" y="60"/>
                  <a:pt x="3103" y="72"/>
                </a:cubicBezTo>
                <a:moveTo>
                  <a:pt x="3114" y="56"/>
                </a:moveTo>
                <a:cubicBezTo>
                  <a:pt x="3162" y="53"/>
                  <a:pt x="3114" y="49"/>
                  <a:pt x="3146" y="43"/>
                </a:cubicBezTo>
                <a:cubicBezTo>
                  <a:pt x="3152" y="43"/>
                  <a:pt x="3157" y="45"/>
                  <a:pt x="3162" y="46"/>
                </a:cubicBezTo>
                <a:cubicBezTo>
                  <a:pt x="3157" y="52"/>
                  <a:pt x="3157" y="69"/>
                  <a:pt x="3114" y="56"/>
                </a:cubicBezTo>
                <a:moveTo>
                  <a:pt x="3157" y="35"/>
                </a:moveTo>
                <a:cubicBezTo>
                  <a:pt x="3184" y="40"/>
                  <a:pt x="3146" y="46"/>
                  <a:pt x="3136" y="39"/>
                </a:cubicBezTo>
                <a:cubicBezTo>
                  <a:pt x="3141" y="35"/>
                  <a:pt x="3141" y="38"/>
                  <a:pt x="3157" y="35"/>
                </a:cubicBezTo>
                <a:moveTo>
                  <a:pt x="3114" y="46"/>
                </a:moveTo>
                <a:cubicBezTo>
                  <a:pt x="3119" y="53"/>
                  <a:pt x="3092" y="56"/>
                  <a:pt x="3071" y="55"/>
                </a:cubicBezTo>
                <a:cubicBezTo>
                  <a:pt x="3082" y="49"/>
                  <a:pt x="3076" y="48"/>
                  <a:pt x="3098" y="40"/>
                </a:cubicBezTo>
                <a:cubicBezTo>
                  <a:pt x="3098" y="40"/>
                  <a:pt x="3098" y="49"/>
                  <a:pt x="3114" y="46"/>
                </a:cubicBezTo>
                <a:moveTo>
                  <a:pt x="3055" y="42"/>
                </a:moveTo>
                <a:cubicBezTo>
                  <a:pt x="3049" y="45"/>
                  <a:pt x="3060" y="49"/>
                  <a:pt x="3060" y="53"/>
                </a:cubicBezTo>
                <a:cubicBezTo>
                  <a:pt x="3044" y="57"/>
                  <a:pt x="3038" y="52"/>
                  <a:pt x="3022" y="55"/>
                </a:cubicBezTo>
                <a:cubicBezTo>
                  <a:pt x="3022" y="52"/>
                  <a:pt x="3022" y="50"/>
                  <a:pt x="3033" y="48"/>
                </a:cubicBezTo>
                <a:cubicBezTo>
                  <a:pt x="3022" y="48"/>
                  <a:pt x="3017" y="46"/>
                  <a:pt x="3006" y="43"/>
                </a:cubicBezTo>
                <a:cubicBezTo>
                  <a:pt x="2979" y="46"/>
                  <a:pt x="3001" y="50"/>
                  <a:pt x="2979" y="53"/>
                </a:cubicBezTo>
                <a:cubicBezTo>
                  <a:pt x="2952" y="32"/>
                  <a:pt x="3017" y="43"/>
                  <a:pt x="3055" y="42"/>
                </a:cubicBezTo>
                <a:moveTo>
                  <a:pt x="2936" y="32"/>
                </a:moveTo>
                <a:cubicBezTo>
                  <a:pt x="2963" y="29"/>
                  <a:pt x="2925" y="38"/>
                  <a:pt x="2914" y="39"/>
                </a:cubicBezTo>
                <a:cubicBezTo>
                  <a:pt x="2925" y="45"/>
                  <a:pt x="2941" y="36"/>
                  <a:pt x="2947" y="42"/>
                </a:cubicBezTo>
                <a:cubicBezTo>
                  <a:pt x="2914" y="46"/>
                  <a:pt x="2963" y="52"/>
                  <a:pt x="2936" y="55"/>
                </a:cubicBezTo>
                <a:cubicBezTo>
                  <a:pt x="2920" y="45"/>
                  <a:pt x="2898" y="39"/>
                  <a:pt x="2892" y="33"/>
                </a:cubicBezTo>
                <a:cubicBezTo>
                  <a:pt x="2909" y="28"/>
                  <a:pt x="2920" y="40"/>
                  <a:pt x="2936" y="32"/>
                </a:cubicBezTo>
                <a:moveTo>
                  <a:pt x="2860" y="39"/>
                </a:moveTo>
                <a:cubicBezTo>
                  <a:pt x="2849" y="43"/>
                  <a:pt x="2882" y="49"/>
                  <a:pt x="2855" y="53"/>
                </a:cubicBezTo>
                <a:cubicBezTo>
                  <a:pt x="2866" y="55"/>
                  <a:pt x="2871" y="52"/>
                  <a:pt x="2882" y="56"/>
                </a:cubicBezTo>
                <a:cubicBezTo>
                  <a:pt x="2892" y="55"/>
                  <a:pt x="2887" y="52"/>
                  <a:pt x="2882" y="50"/>
                </a:cubicBezTo>
                <a:cubicBezTo>
                  <a:pt x="2909" y="50"/>
                  <a:pt x="2898" y="57"/>
                  <a:pt x="2941" y="59"/>
                </a:cubicBezTo>
                <a:cubicBezTo>
                  <a:pt x="2920" y="63"/>
                  <a:pt x="2914" y="67"/>
                  <a:pt x="2930" y="72"/>
                </a:cubicBezTo>
                <a:cubicBezTo>
                  <a:pt x="2914" y="73"/>
                  <a:pt x="2898" y="76"/>
                  <a:pt x="2887" y="72"/>
                </a:cubicBezTo>
                <a:cubicBezTo>
                  <a:pt x="2909" y="69"/>
                  <a:pt x="2898" y="62"/>
                  <a:pt x="2920" y="63"/>
                </a:cubicBezTo>
                <a:cubicBezTo>
                  <a:pt x="2892" y="53"/>
                  <a:pt x="2855" y="67"/>
                  <a:pt x="2828" y="55"/>
                </a:cubicBezTo>
                <a:cubicBezTo>
                  <a:pt x="2855" y="49"/>
                  <a:pt x="2822" y="40"/>
                  <a:pt x="2860" y="39"/>
                </a:cubicBezTo>
                <a:moveTo>
                  <a:pt x="2801" y="46"/>
                </a:moveTo>
                <a:cubicBezTo>
                  <a:pt x="2806" y="56"/>
                  <a:pt x="2769" y="56"/>
                  <a:pt x="2758" y="66"/>
                </a:cubicBezTo>
                <a:cubicBezTo>
                  <a:pt x="2731" y="62"/>
                  <a:pt x="2763" y="57"/>
                  <a:pt x="2758" y="53"/>
                </a:cubicBezTo>
                <a:cubicBezTo>
                  <a:pt x="2790" y="55"/>
                  <a:pt x="2779" y="48"/>
                  <a:pt x="2801" y="46"/>
                </a:cubicBezTo>
                <a:moveTo>
                  <a:pt x="2725" y="59"/>
                </a:moveTo>
                <a:cubicBezTo>
                  <a:pt x="2709" y="67"/>
                  <a:pt x="2731" y="67"/>
                  <a:pt x="2709" y="73"/>
                </a:cubicBezTo>
                <a:cubicBezTo>
                  <a:pt x="2704" y="69"/>
                  <a:pt x="2720" y="62"/>
                  <a:pt x="2693" y="64"/>
                </a:cubicBezTo>
                <a:cubicBezTo>
                  <a:pt x="2666" y="62"/>
                  <a:pt x="2715" y="64"/>
                  <a:pt x="2725" y="59"/>
                </a:cubicBezTo>
                <a:moveTo>
                  <a:pt x="2655" y="76"/>
                </a:moveTo>
                <a:cubicBezTo>
                  <a:pt x="2677" y="70"/>
                  <a:pt x="2671" y="72"/>
                  <a:pt x="2698" y="67"/>
                </a:cubicBezTo>
                <a:cubicBezTo>
                  <a:pt x="2709" y="73"/>
                  <a:pt x="2671" y="77"/>
                  <a:pt x="2666" y="82"/>
                </a:cubicBezTo>
                <a:cubicBezTo>
                  <a:pt x="2661" y="79"/>
                  <a:pt x="2650" y="77"/>
                  <a:pt x="2639" y="80"/>
                </a:cubicBezTo>
                <a:cubicBezTo>
                  <a:pt x="2628" y="69"/>
                  <a:pt x="2612" y="76"/>
                  <a:pt x="2596" y="76"/>
                </a:cubicBezTo>
                <a:cubicBezTo>
                  <a:pt x="2574" y="69"/>
                  <a:pt x="2617" y="73"/>
                  <a:pt x="2628" y="66"/>
                </a:cubicBezTo>
                <a:cubicBezTo>
                  <a:pt x="2634" y="74"/>
                  <a:pt x="2655" y="69"/>
                  <a:pt x="2655" y="76"/>
                </a:cubicBezTo>
                <a:moveTo>
                  <a:pt x="2736" y="45"/>
                </a:moveTo>
                <a:cubicBezTo>
                  <a:pt x="2742" y="48"/>
                  <a:pt x="2725" y="48"/>
                  <a:pt x="2720" y="45"/>
                </a:cubicBezTo>
                <a:cubicBezTo>
                  <a:pt x="2720" y="49"/>
                  <a:pt x="2725" y="52"/>
                  <a:pt x="2704" y="52"/>
                </a:cubicBezTo>
                <a:cubicBezTo>
                  <a:pt x="2704" y="49"/>
                  <a:pt x="2709" y="48"/>
                  <a:pt x="2698" y="45"/>
                </a:cubicBezTo>
                <a:cubicBezTo>
                  <a:pt x="2715" y="39"/>
                  <a:pt x="2725" y="48"/>
                  <a:pt x="2736" y="45"/>
                </a:cubicBezTo>
                <a:moveTo>
                  <a:pt x="2617" y="40"/>
                </a:moveTo>
                <a:cubicBezTo>
                  <a:pt x="2639" y="45"/>
                  <a:pt x="2607" y="46"/>
                  <a:pt x="2612" y="50"/>
                </a:cubicBezTo>
                <a:cubicBezTo>
                  <a:pt x="2617" y="50"/>
                  <a:pt x="2634" y="52"/>
                  <a:pt x="2623" y="55"/>
                </a:cubicBezTo>
                <a:cubicBezTo>
                  <a:pt x="2650" y="56"/>
                  <a:pt x="2666" y="48"/>
                  <a:pt x="2698" y="55"/>
                </a:cubicBezTo>
                <a:cubicBezTo>
                  <a:pt x="2677" y="55"/>
                  <a:pt x="2639" y="59"/>
                  <a:pt x="2623" y="64"/>
                </a:cubicBezTo>
                <a:cubicBezTo>
                  <a:pt x="2601" y="59"/>
                  <a:pt x="2607" y="48"/>
                  <a:pt x="2569" y="50"/>
                </a:cubicBezTo>
                <a:cubicBezTo>
                  <a:pt x="2574" y="45"/>
                  <a:pt x="2607" y="49"/>
                  <a:pt x="2617" y="40"/>
                </a:cubicBezTo>
                <a:moveTo>
                  <a:pt x="2558" y="46"/>
                </a:moveTo>
                <a:cubicBezTo>
                  <a:pt x="2542" y="50"/>
                  <a:pt x="2525" y="50"/>
                  <a:pt x="2558" y="59"/>
                </a:cubicBezTo>
                <a:cubicBezTo>
                  <a:pt x="2547" y="64"/>
                  <a:pt x="2531" y="64"/>
                  <a:pt x="2509" y="60"/>
                </a:cubicBezTo>
                <a:cubicBezTo>
                  <a:pt x="2525" y="57"/>
                  <a:pt x="2520" y="56"/>
                  <a:pt x="2515" y="57"/>
                </a:cubicBezTo>
                <a:cubicBezTo>
                  <a:pt x="2520" y="52"/>
                  <a:pt x="2536" y="46"/>
                  <a:pt x="2531" y="40"/>
                </a:cubicBezTo>
                <a:cubicBezTo>
                  <a:pt x="2547" y="36"/>
                  <a:pt x="2536" y="49"/>
                  <a:pt x="2558" y="46"/>
                </a:cubicBezTo>
                <a:moveTo>
                  <a:pt x="2466" y="55"/>
                </a:moveTo>
                <a:cubicBezTo>
                  <a:pt x="2488" y="66"/>
                  <a:pt x="2423" y="60"/>
                  <a:pt x="2401" y="62"/>
                </a:cubicBezTo>
                <a:cubicBezTo>
                  <a:pt x="2401" y="52"/>
                  <a:pt x="2385" y="67"/>
                  <a:pt x="2364" y="59"/>
                </a:cubicBezTo>
                <a:cubicBezTo>
                  <a:pt x="2407" y="50"/>
                  <a:pt x="2428" y="66"/>
                  <a:pt x="2466" y="55"/>
                </a:cubicBezTo>
                <a:moveTo>
                  <a:pt x="2121" y="106"/>
                </a:moveTo>
                <a:cubicBezTo>
                  <a:pt x="2115" y="104"/>
                  <a:pt x="2110" y="103"/>
                  <a:pt x="2105" y="100"/>
                </a:cubicBezTo>
                <a:cubicBezTo>
                  <a:pt x="2105" y="107"/>
                  <a:pt x="2083" y="110"/>
                  <a:pt x="2061" y="111"/>
                </a:cubicBezTo>
                <a:cubicBezTo>
                  <a:pt x="2051" y="101"/>
                  <a:pt x="2115" y="103"/>
                  <a:pt x="2110" y="96"/>
                </a:cubicBezTo>
                <a:cubicBezTo>
                  <a:pt x="2132" y="94"/>
                  <a:pt x="2153" y="103"/>
                  <a:pt x="2121" y="106"/>
                </a:cubicBezTo>
                <a:moveTo>
                  <a:pt x="2272" y="70"/>
                </a:moveTo>
                <a:cubicBezTo>
                  <a:pt x="2250" y="79"/>
                  <a:pt x="2240" y="67"/>
                  <a:pt x="2218" y="73"/>
                </a:cubicBezTo>
                <a:cubicBezTo>
                  <a:pt x="2213" y="70"/>
                  <a:pt x="2223" y="67"/>
                  <a:pt x="2240" y="64"/>
                </a:cubicBezTo>
                <a:cubicBezTo>
                  <a:pt x="2261" y="66"/>
                  <a:pt x="2250" y="67"/>
                  <a:pt x="2272" y="70"/>
                </a:cubicBezTo>
                <a:moveTo>
                  <a:pt x="2380" y="42"/>
                </a:moveTo>
                <a:cubicBezTo>
                  <a:pt x="2391" y="48"/>
                  <a:pt x="2347" y="49"/>
                  <a:pt x="2342" y="52"/>
                </a:cubicBezTo>
                <a:cubicBezTo>
                  <a:pt x="2331" y="48"/>
                  <a:pt x="2331" y="43"/>
                  <a:pt x="2347" y="40"/>
                </a:cubicBezTo>
                <a:cubicBezTo>
                  <a:pt x="2337" y="49"/>
                  <a:pt x="2364" y="48"/>
                  <a:pt x="2380" y="42"/>
                </a:cubicBezTo>
                <a:moveTo>
                  <a:pt x="2024" y="111"/>
                </a:moveTo>
                <a:cubicBezTo>
                  <a:pt x="2024" y="115"/>
                  <a:pt x="1964" y="115"/>
                  <a:pt x="1970" y="110"/>
                </a:cubicBezTo>
                <a:cubicBezTo>
                  <a:pt x="1980" y="111"/>
                  <a:pt x="1997" y="111"/>
                  <a:pt x="2013" y="106"/>
                </a:cubicBezTo>
                <a:cubicBezTo>
                  <a:pt x="2024" y="107"/>
                  <a:pt x="2002" y="114"/>
                  <a:pt x="2024" y="111"/>
                </a:cubicBezTo>
                <a:moveTo>
                  <a:pt x="2099" y="83"/>
                </a:moveTo>
                <a:cubicBezTo>
                  <a:pt x="2094" y="80"/>
                  <a:pt x="2142" y="77"/>
                  <a:pt x="2110" y="76"/>
                </a:cubicBezTo>
                <a:cubicBezTo>
                  <a:pt x="2105" y="69"/>
                  <a:pt x="2137" y="77"/>
                  <a:pt x="2148" y="76"/>
                </a:cubicBezTo>
                <a:cubicBezTo>
                  <a:pt x="2159" y="70"/>
                  <a:pt x="2180" y="62"/>
                  <a:pt x="2202" y="67"/>
                </a:cubicBezTo>
                <a:cubicBezTo>
                  <a:pt x="2169" y="82"/>
                  <a:pt x="2142" y="74"/>
                  <a:pt x="2099" y="83"/>
                </a:cubicBezTo>
                <a:moveTo>
                  <a:pt x="2250" y="52"/>
                </a:moveTo>
                <a:cubicBezTo>
                  <a:pt x="2256" y="56"/>
                  <a:pt x="2218" y="60"/>
                  <a:pt x="2207" y="53"/>
                </a:cubicBezTo>
                <a:cubicBezTo>
                  <a:pt x="2223" y="49"/>
                  <a:pt x="2240" y="55"/>
                  <a:pt x="2250" y="52"/>
                </a:cubicBezTo>
                <a:moveTo>
                  <a:pt x="1932" y="107"/>
                </a:moveTo>
                <a:cubicBezTo>
                  <a:pt x="1932" y="108"/>
                  <a:pt x="1937" y="108"/>
                  <a:pt x="1943" y="107"/>
                </a:cubicBezTo>
                <a:cubicBezTo>
                  <a:pt x="1948" y="110"/>
                  <a:pt x="1937" y="110"/>
                  <a:pt x="1937" y="108"/>
                </a:cubicBezTo>
                <a:cubicBezTo>
                  <a:pt x="1921" y="111"/>
                  <a:pt x="1948" y="113"/>
                  <a:pt x="1953" y="113"/>
                </a:cubicBezTo>
                <a:cubicBezTo>
                  <a:pt x="1959" y="114"/>
                  <a:pt x="1948" y="117"/>
                  <a:pt x="1943" y="115"/>
                </a:cubicBezTo>
                <a:cubicBezTo>
                  <a:pt x="1937" y="115"/>
                  <a:pt x="1937" y="117"/>
                  <a:pt x="1943" y="118"/>
                </a:cubicBezTo>
                <a:cubicBezTo>
                  <a:pt x="1937" y="118"/>
                  <a:pt x="1932" y="117"/>
                  <a:pt x="1937" y="115"/>
                </a:cubicBezTo>
                <a:cubicBezTo>
                  <a:pt x="1927" y="113"/>
                  <a:pt x="1916" y="117"/>
                  <a:pt x="1905" y="113"/>
                </a:cubicBezTo>
                <a:cubicBezTo>
                  <a:pt x="1921" y="113"/>
                  <a:pt x="1927" y="110"/>
                  <a:pt x="1927" y="106"/>
                </a:cubicBezTo>
                <a:cubicBezTo>
                  <a:pt x="1932" y="104"/>
                  <a:pt x="1932" y="107"/>
                  <a:pt x="1932" y="107"/>
                </a:cubicBezTo>
                <a:moveTo>
                  <a:pt x="1943" y="87"/>
                </a:moveTo>
                <a:cubicBezTo>
                  <a:pt x="1943" y="84"/>
                  <a:pt x="1948" y="84"/>
                  <a:pt x="1964" y="80"/>
                </a:cubicBezTo>
                <a:cubicBezTo>
                  <a:pt x="1970" y="82"/>
                  <a:pt x="1964" y="83"/>
                  <a:pt x="1959" y="84"/>
                </a:cubicBezTo>
                <a:cubicBezTo>
                  <a:pt x="1986" y="83"/>
                  <a:pt x="1980" y="93"/>
                  <a:pt x="2013" y="89"/>
                </a:cubicBezTo>
                <a:cubicBezTo>
                  <a:pt x="1991" y="100"/>
                  <a:pt x="1975" y="80"/>
                  <a:pt x="1943" y="87"/>
                </a:cubicBezTo>
                <a:moveTo>
                  <a:pt x="2218" y="33"/>
                </a:moveTo>
                <a:cubicBezTo>
                  <a:pt x="2234" y="33"/>
                  <a:pt x="2250" y="33"/>
                  <a:pt x="2267" y="33"/>
                </a:cubicBezTo>
                <a:cubicBezTo>
                  <a:pt x="2267" y="46"/>
                  <a:pt x="2240" y="33"/>
                  <a:pt x="2218" y="36"/>
                </a:cubicBezTo>
                <a:cubicBezTo>
                  <a:pt x="2218" y="33"/>
                  <a:pt x="2207" y="31"/>
                  <a:pt x="2213" y="29"/>
                </a:cubicBezTo>
                <a:cubicBezTo>
                  <a:pt x="2207" y="22"/>
                  <a:pt x="2229" y="32"/>
                  <a:pt x="2218" y="33"/>
                </a:cubicBezTo>
                <a:moveTo>
                  <a:pt x="1862" y="101"/>
                </a:moveTo>
                <a:cubicBezTo>
                  <a:pt x="1878" y="107"/>
                  <a:pt x="1905" y="96"/>
                  <a:pt x="1921" y="101"/>
                </a:cubicBezTo>
                <a:cubicBezTo>
                  <a:pt x="1873" y="103"/>
                  <a:pt x="1883" y="115"/>
                  <a:pt x="1845" y="111"/>
                </a:cubicBezTo>
                <a:cubicBezTo>
                  <a:pt x="1851" y="108"/>
                  <a:pt x="1856" y="108"/>
                  <a:pt x="1862" y="111"/>
                </a:cubicBezTo>
                <a:cubicBezTo>
                  <a:pt x="1856" y="97"/>
                  <a:pt x="1797" y="107"/>
                  <a:pt x="1770" y="103"/>
                </a:cubicBezTo>
                <a:cubicBezTo>
                  <a:pt x="1819" y="97"/>
                  <a:pt x="1851" y="98"/>
                  <a:pt x="1873" y="94"/>
                </a:cubicBezTo>
                <a:cubicBezTo>
                  <a:pt x="1873" y="96"/>
                  <a:pt x="1867" y="98"/>
                  <a:pt x="1862" y="101"/>
                </a:cubicBezTo>
                <a:moveTo>
                  <a:pt x="1937" y="77"/>
                </a:moveTo>
                <a:cubicBezTo>
                  <a:pt x="1932" y="73"/>
                  <a:pt x="1916" y="69"/>
                  <a:pt x="1948" y="67"/>
                </a:cubicBezTo>
                <a:cubicBezTo>
                  <a:pt x="1964" y="72"/>
                  <a:pt x="1959" y="74"/>
                  <a:pt x="1937" y="77"/>
                </a:cubicBezTo>
                <a:moveTo>
                  <a:pt x="2067" y="45"/>
                </a:moveTo>
                <a:cubicBezTo>
                  <a:pt x="2072" y="52"/>
                  <a:pt x="2040" y="52"/>
                  <a:pt x="2029" y="49"/>
                </a:cubicBezTo>
                <a:cubicBezTo>
                  <a:pt x="2034" y="53"/>
                  <a:pt x="2002" y="56"/>
                  <a:pt x="2018" y="62"/>
                </a:cubicBezTo>
                <a:cubicBezTo>
                  <a:pt x="2007" y="62"/>
                  <a:pt x="2002" y="59"/>
                  <a:pt x="1991" y="62"/>
                </a:cubicBezTo>
                <a:cubicBezTo>
                  <a:pt x="2002" y="53"/>
                  <a:pt x="2029" y="45"/>
                  <a:pt x="2067" y="45"/>
                </a:cubicBezTo>
                <a:moveTo>
                  <a:pt x="1279" y="108"/>
                </a:moveTo>
                <a:cubicBezTo>
                  <a:pt x="1268" y="104"/>
                  <a:pt x="1300" y="107"/>
                  <a:pt x="1306" y="104"/>
                </a:cubicBezTo>
                <a:cubicBezTo>
                  <a:pt x="1317" y="108"/>
                  <a:pt x="1327" y="111"/>
                  <a:pt x="1306" y="114"/>
                </a:cubicBezTo>
                <a:cubicBezTo>
                  <a:pt x="1300" y="113"/>
                  <a:pt x="1290" y="106"/>
                  <a:pt x="1279" y="108"/>
                </a:cubicBezTo>
                <a:moveTo>
                  <a:pt x="1403" y="90"/>
                </a:moveTo>
                <a:cubicBezTo>
                  <a:pt x="1419" y="87"/>
                  <a:pt x="1430" y="84"/>
                  <a:pt x="1425" y="82"/>
                </a:cubicBezTo>
                <a:cubicBezTo>
                  <a:pt x="1452" y="83"/>
                  <a:pt x="1414" y="94"/>
                  <a:pt x="1408" y="98"/>
                </a:cubicBezTo>
                <a:cubicBezTo>
                  <a:pt x="1403" y="97"/>
                  <a:pt x="1397" y="96"/>
                  <a:pt x="1392" y="94"/>
                </a:cubicBezTo>
                <a:cubicBezTo>
                  <a:pt x="1403" y="93"/>
                  <a:pt x="1403" y="96"/>
                  <a:pt x="1408" y="96"/>
                </a:cubicBezTo>
                <a:cubicBezTo>
                  <a:pt x="1419" y="94"/>
                  <a:pt x="1408" y="93"/>
                  <a:pt x="1403" y="90"/>
                </a:cubicBezTo>
                <a:moveTo>
                  <a:pt x="1338" y="115"/>
                </a:moveTo>
                <a:cubicBezTo>
                  <a:pt x="1327" y="111"/>
                  <a:pt x="1344" y="108"/>
                  <a:pt x="1354" y="104"/>
                </a:cubicBezTo>
                <a:cubicBezTo>
                  <a:pt x="1371" y="111"/>
                  <a:pt x="1365" y="114"/>
                  <a:pt x="1338" y="115"/>
                </a:cubicBezTo>
                <a:moveTo>
                  <a:pt x="1468" y="90"/>
                </a:moveTo>
                <a:cubicBezTo>
                  <a:pt x="1441" y="83"/>
                  <a:pt x="1500" y="84"/>
                  <a:pt x="1484" y="82"/>
                </a:cubicBezTo>
                <a:cubicBezTo>
                  <a:pt x="1516" y="82"/>
                  <a:pt x="1489" y="90"/>
                  <a:pt x="1468" y="90"/>
                </a:cubicBezTo>
                <a:moveTo>
                  <a:pt x="1554" y="66"/>
                </a:moveTo>
                <a:cubicBezTo>
                  <a:pt x="1565" y="69"/>
                  <a:pt x="1581" y="69"/>
                  <a:pt x="1559" y="60"/>
                </a:cubicBezTo>
                <a:cubicBezTo>
                  <a:pt x="1581" y="59"/>
                  <a:pt x="1570" y="62"/>
                  <a:pt x="1581" y="66"/>
                </a:cubicBezTo>
                <a:cubicBezTo>
                  <a:pt x="1586" y="63"/>
                  <a:pt x="1581" y="62"/>
                  <a:pt x="1592" y="59"/>
                </a:cubicBezTo>
                <a:cubicBezTo>
                  <a:pt x="1586" y="64"/>
                  <a:pt x="1613" y="62"/>
                  <a:pt x="1624" y="67"/>
                </a:cubicBezTo>
                <a:cubicBezTo>
                  <a:pt x="1624" y="70"/>
                  <a:pt x="1619" y="72"/>
                  <a:pt x="1608" y="74"/>
                </a:cubicBezTo>
                <a:cubicBezTo>
                  <a:pt x="1624" y="63"/>
                  <a:pt x="1570" y="70"/>
                  <a:pt x="1570" y="74"/>
                </a:cubicBezTo>
                <a:cubicBezTo>
                  <a:pt x="1543" y="76"/>
                  <a:pt x="1565" y="69"/>
                  <a:pt x="1554" y="66"/>
                </a:cubicBezTo>
                <a:moveTo>
                  <a:pt x="1457" y="97"/>
                </a:moveTo>
                <a:cubicBezTo>
                  <a:pt x="1462" y="98"/>
                  <a:pt x="1457" y="100"/>
                  <a:pt x="1452" y="100"/>
                </a:cubicBezTo>
                <a:cubicBezTo>
                  <a:pt x="1457" y="101"/>
                  <a:pt x="1468" y="101"/>
                  <a:pt x="1473" y="104"/>
                </a:cubicBezTo>
                <a:cubicBezTo>
                  <a:pt x="1473" y="101"/>
                  <a:pt x="1479" y="100"/>
                  <a:pt x="1489" y="103"/>
                </a:cubicBezTo>
                <a:cubicBezTo>
                  <a:pt x="1462" y="107"/>
                  <a:pt x="1457" y="111"/>
                  <a:pt x="1441" y="115"/>
                </a:cubicBezTo>
                <a:cubicBezTo>
                  <a:pt x="1435" y="108"/>
                  <a:pt x="1441" y="103"/>
                  <a:pt x="1457" y="97"/>
                </a:cubicBezTo>
                <a:moveTo>
                  <a:pt x="1635" y="66"/>
                </a:moveTo>
                <a:cubicBezTo>
                  <a:pt x="1640" y="63"/>
                  <a:pt x="1651" y="63"/>
                  <a:pt x="1662" y="66"/>
                </a:cubicBezTo>
                <a:cubicBezTo>
                  <a:pt x="1657" y="67"/>
                  <a:pt x="1651" y="66"/>
                  <a:pt x="1651" y="64"/>
                </a:cubicBezTo>
                <a:cubicBezTo>
                  <a:pt x="1646" y="67"/>
                  <a:pt x="1678" y="73"/>
                  <a:pt x="1651" y="79"/>
                </a:cubicBezTo>
                <a:cubicBezTo>
                  <a:pt x="1630" y="73"/>
                  <a:pt x="1657" y="70"/>
                  <a:pt x="1635" y="66"/>
                </a:cubicBezTo>
                <a:moveTo>
                  <a:pt x="1775" y="45"/>
                </a:moveTo>
                <a:cubicBezTo>
                  <a:pt x="1786" y="48"/>
                  <a:pt x="1775" y="49"/>
                  <a:pt x="1770" y="50"/>
                </a:cubicBezTo>
                <a:cubicBezTo>
                  <a:pt x="1781" y="56"/>
                  <a:pt x="1792" y="53"/>
                  <a:pt x="1802" y="57"/>
                </a:cubicBezTo>
                <a:cubicBezTo>
                  <a:pt x="1775" y="59"/>
                  <a:pt x="1743" y="50"/>
                  <a:pt x="1775" y="45"/>
                </a:cubicBezTo>
                <a:moveTo>
                  <a:pt x="1759" y="66"/>
                </a:moveTo>
                <a:cubicBezTo>
                  <a:pt x="1705" y="69"/>
                  <a:pt x="1721" y="80"/>
                  <a:pt x="1694" y="87"/>
                </a:cubicBezTo>
                <a:cubicBezTo>
                  <a:pt x="1684" y="87"/>
                  <a:pt x="1684" y="86"/>
                  <a:pt x="1689" y="86"/>
                </a:cubicBezTo>
                <a:cubicBezTo>
                  <a:pt x="1684" y="84"/>
                  <a:pt x="1678" y="86"/>
                  <a:pt x="1673" y="86"/>
                </a:cubicBezTo>
                <a:cubicBezTo>
                  <a:pt x="1662" y="80"/>
                  <a:pt x="1700" y="77"/>
                  <a:pt x="1711" y="76"/>
                </a:cubicBezTo>
                <a:cubicBezTo>
                  <a:pt x="1700" y="74"/>
                  <a:pt x="1694" y="74"/>
                  <a:pt x="1684" y="76"/>
                </a:cubicBezTo>
                <a:cubicBezTo>
                  <a:pt x="1705" y="72"/>
                  <a:pt x="1721" y="55"/>
                  <a:pt x="1759" y="66"/>
                </a:cubicBezTo>
                <a:moveTo>
                  <a:pt x="1597" y="107"/>
                </a:moveTo>
                <a:cubicBezTo>
                  <a:pt x="1592" y="104"/>
                  <a:pt x="1603" y="106"/>
                  <a:pt x="1608" y="104"/>
                </a:cubicBezTo>
                <a:cubicBezTo>
                  <a:pt x="1586" y="103"/>
                  <a:pt x="1586" y="104"/>
                  <a:pt x="1581" y="97"/>
                </a:cubicBezTo>
                <a:cubicBezTo>
                  <a:pt x="1586" y="96"/>
                  <a:pt x="1592" y="98"/>
                  <a:pt x="1597" y="100"/>
                </a:cubicBezTo>
                <a:cubicBezTo>
                  <a:pt x="1603" y="98"/>
                  <a:pt x="1597" y="97"/>
                  <a:pt x="1597" y="97"/>
                </a:cubicBezTo>
                <a:cubicBezTo>
                  <a:pt x="1603" y="96"/>
                  <a:pt x="1613" y="98"/>
                  <a:pt x="1608" y="100"/>
                </a:cubicBezTo>
                <a:cubicBezTo>
                  <a:pt x="1608" y="101"/>
                  <a:pt x="1613" y="103"/>
                  <a:pt x="1619" y="101"/>
                </a:cubicBezTo>
                <a:cubicBezTo>
                  <a:pt x="1630" y="106"/>
                  <a:pt x="1603" y="107"/>
                  <a:pt x="1597" y="107"/>
                </a:cubicBezTo>
                <a:moveTo>
                  <a:pt x="1802" y="93"/>
                </a:moveTo>
                <a:cubicBezTo>
                  <a:pt x="1781" y="96"/>
                  <a:pt x="1765" y="96"/>
                  <a:pt x="1748" y="92"/>
                </a:cubicBezTo>
                <a:cubicBezTo>
                  <a:pt x="1765" y="89"/>
                  <a:pt x="1797" y="92"/>
                  <a:pt x="1781" y="83"/>
                </a:cubicBezTo>
                <a:cubicBezTo>
                  <a:pt x="1792" y="79"/>
                  <a:pt x="1797" y="87"/>
                  <a:pt x="1808" y="89"/>
                </a:cubicBezTo>
                <a:cubicBezTo>
                  <a:pt x="1802" y="90"/>
                  <a:pt x="1797" y="92"/>
                  <a:pt x="1802" y="93"/>
                </a:cubicBezTo>
                <a:moveTo>
                  <a:pt x="1873" y="76"/>
                </a:moveTo>
                <a:cubicBezTo>
                  <a:pt x="1862" y="70"/>
                  <a:pt x="1867" y="66"/>
                  <a:pt x="1862" y="62"/>
                </a:cubicBezTo>
                <a:cubicBezTo>
                  <a:pt x="1894" y="60"/>
                  <a:pt x="1894" y="70"/>
                  <a:pt x="1873" y="76"/>
                </a:cubicBezTo>
                <a:moveTo>
                  <a:pt x="1921" y="48"/>
                </a:moveTo>
                <a:cubicBezTo>
                  <a:pt x="1937" y="53"/>
                  <a:pt x="1916" y="56"/>
                  <a:pt x="1921" y="60"/>
                </a:cubicBezTo>
                <a:cubicBezTo>
                  <a:pt x="1910" y="62"/>
                  <a:pt x="1905" y="59"/>
                  <a:pt x="1900" y="57"/>
                </a:cubicBezTo>
                <a:cubicBezTo>
                  <a:pt x="1927" y="55"/>
                  <a:pt x="1900" y="50"/>
                  <a:pt x="1921" y="48"/>
                </a:cubicBezTo>
                <a:moveTo>
                  <a:pt x="1835" y="69"/>
                </a:moveTo>
                <a:cubicBezTo>
                  <a:pt x="1824" y="73"/>
                  <a:pt x="1808" y="77"/>
                  <a:pt x="1829" y="83"/>
                </a:cubicBezTo>
                <a:cubicBezTo>
                  <a:pt x="1802" y="83"/>
                  <a:pt x="1802" y="72"/>
                  <a:pt x="1802" y="67"/>
                </a:cubicBezTo>
                <a:cubicBezTo>
                  <a:pt x="1781" y="66"/>
                  <a:pt x="1781" y="67"/>
                  <a:pt x="1765" y="72"/>
                </a:cubicBezTo>
                <a:cubicBezTo>
                  <a:pt x="1759" y="69"/>
                  <a:pt x="1786" y="66"/>
                  <a:pt x="1775" y="62"/>
                </a:cubicBezTo>
                <a:cubicBezTo>
                  <a:pt x="1786" y="62"/>
                  <a:pt x="1819" y="70"/>
                  <a:pt x="1813" y="62"/>
                </a:cubicBezTo>
                <a:cubicBezTo>
                  <a:pt x="1829" y="59"/>
                  <a:pt x="1813" y="66"/>
                  <a:pt x="1835" y="69"/>
                </a:cubicBezTo>
                <a:moveTo>
                  <a:pt x="1878" y="40"/>
                </a:moveTo>
                <a:cubicBezTo>
                  <a:pt x="1873" y="48"/>
                  <a:pt x="1851" y="52"/>
                  <a:pt x="1824" y="57"/>
                </a:cubicBezTo>
                <a:cubicBezTo>
                  <a:pt x="1829" y="48"/>
                  <a:pt x="1851" y="42"/>
                  <a:pt x="1878" y="36"/>
                </a:cubicBezTo>
                <a:cubicBezTo>
                  <a:pt x="1883" y="39"/>
                  <a:pt x="1845" y="46"/>
                  <a:pt x="1878" y="40"/>
                </a:cubicBezTo>
                <a:moveTo>
                  <a:pt x="1792" y="52"/>
                </a:moveTo>
                <a:cubicBezTo>
                  <a:pt x="1786" y="42"/>
                  <a:pt x="1797" y="36"/>
                  <a:pt x="1813" y="32"/>
                </a:cubicBezTo>
                <a:cubicBezTo>
                  <a:pt x="1808" y="38"/>
                  <a:pt x="1824" y="43"/>
                  <a:pt x="1792" y="52"/>
                </a:cubicBezTo>
                <a:moveTo>
                  <a:pt x="1792" y="33"/>
                </a:moveTo>
                <a:cubicBezTo>
                  <a:pt x="1781" y="33"/>
                  <a:pt x="1775" y="35"/>
                  <a:pt x="1775" y="36"/>
                </a:cubicBezTo>
                <a:cubicBezTo>
                  <a:pt x="1770" y="38"/>
                  <a:pt x="1765" y="33"/>
                  <a:pt x="1754" y="36"/>
                </a:cubicBezTo>
                <a:cubicBezTo>
                  <a:pt x="1754" y="38"/>
                  <a:pt x="1754" y="39"/>
                  <a:pt x="1743" y="40"/>
                </a:cubicBezTo>
                <a:cubicBezTo>
                  <a:pt x="1732" y="36"/>
                  <a:pt x="1754" y="32"/>
                  <a:pt x="1759" y="28"/>
                </a:cubicBezTo>
                <a:cubicBezTo>
                  <a:pt x="1770" y="32"/>
                  <a:pt x="1781" y="29"/>
                  <a:pt x="1792" y="33"/>
                </a:cubicBezTo>
                <a:moveTo>
                  <a:pt x="1721" y="38"/>
                </a:moveTo>
                <a:cubicBezTo>
                  <a:pt x="1711" y="40"/>
                  <a:pt x="1705" y="39"/>
                  <a:pt x="1711" y="38"/>
                </a:cubicBezTo>
                <a:cubicBezTo>
                  <a:pt x="1711" y="35"/>
                  <a:pt x="1673" y="43"/>
                  <a:pt x="1694" y="40"/>
                </a:cubicBezTo>
                <a:cubicBezTo>
                  <a:pt x="1705" y="45"/>
                  <a:pt x="1673" y="43"/>
                  <a:pt x="1667" y="39"/>
                </a:cubicBezTo>
                <a:cubicBezTo>
                  <a:pt x="1689" y="33"/>
                  <a:pt x="1705" y="32"/>
                  <a:pt x="1721" y="38"/>
                </a:cubicBezTo>
                <a:moveTo>
                  <a:pt x="1640" y="42"/>
                </a:moveTo>
                <a:cubicBezTo>
                  <a:pt x="1630" y="52"/>
                  <a:pt x="1662" y="48"/>
                  <a:pt x="1667" y="56"/>
                </a:cubicBezTo>
                <a:cubicBezTo>
                  <a:pt x="1678" y="46"/>
                  <a:pt x="1705" y="50"/>
                  <a:pt x="1743" y="43"/>
                </a:cubicBezTo>
                <a:cubicBezTo>
                  <a:pt x="1743" y="46"/>
                  <a:pt x="1737" y="49"/>
                  <a:pt x="1743" y="50"/>
                </a:cubicBezTo>
                <a:cubicBezTo>
                  <a:pt x="1727" y="53"/>
                  <a:pt x="1689" y="49"/>
                  <a:pt x="1700" y="57"/>
                </a:cubicBezTo>
                <a:cubicBezTo>
                  <a:pt x="1694" y="59"/>
                  <a:pt x="1662" y="53"/>
                  <a:pt x="1667" y="59"/>
                </a:cubicBezTo>
                <a:cubicBezTo>
                  <a:pt x="1651" y="55"/>
                  <a:pt x="1630" y="59"/>
                  <a:pt x="1613" y="55"/>
                </a:cubicBezTo>
                <a:cubicBezTo>
                  <a:pt x="1640" y="50"/>
                  <a:pt x="1603" y="45"/>
                  <a:pt x="1640" y="42"/>
                </a:cubicBezTo>
                <a:moveTo>
                  <a:pt x="1500" y="70"/>
                </a:moveTo>
                <a:cubicBezTo>
                  <a:pt x="1489" y="70"/>
                  <a:pt x="1484" y="69"/>
                  <a:pt x="1473" y="66"/>
                </a:cubicBezTo>
                <a:cubicBezTo>
                  <a:pt x="1489" y="63"/>
                  <a:pt x="1495" y="64"/>
                  <a:pt x="1495" y="69"/>
                </a:cubicBezTo>
                <a:cubicBezTo>
                  <a:pt x="1495" y="59"/>
                  <a:pt x="1527" y="64"/>
                  <a:pt x="1532" y="62"/>
                </a:cubicBezTo>
                <a:cubicBezTo>
                  <a:pt x="1565" y="66"/>
                  <a:pt x="1522" y="64"/>
                  <a:pt x="1500" y="70"/>
                </a:cubicBezTo>
                <a:moveTo>
                  <a:pt x="1608" y="35"/>
                </a:moveTo>
                <a:cubicBezTo>
                  <a:pt x="1635" y="35"/>
                  <a:pt x="1592" y="45"/>
                  <a:pt x="1592" y="49"/>
                </a:cubicBezTo>
                <a:cubicBezTo>
                  <a:pt x="1575" y="48"/>
                  <a:pt x="1559" y="52"/>
                  <a:pt x="1543" y="46"/>
                </a:cubicBezTo>
                <a:cubicBezTo>
                  <a:pt x="1554" y="45"/>
                  <a:pt x="1559" y="43"/>
                  <a:pt x="1554" y="40"/>
                </a:cubicBezTo>
                <a:cubicBezTo>
                  <a:pt x="1575" y="49"/>
                  <a:pt x="1586" y="36"/>
                  <a:pt x="1608" y="35"/>
                </a:cubicBezTo>
                <a:moveTo>
                  <a:pt x="1468" y="66"/>
                </a:moveTo>
                <a:cubicBezTo>
                  <a:pt x="1452" y="72"/>
                  <a:pt x="1441" y="67"/>
                  <a:pt x="1430" y="70"/>
                </a:cubicBezTo>
                <a:cubicBezTo>
                  <a:pt x="1414" y="63"/>
                  <a:pt x="1457" y="62"/>
                  <a:pt x="1468" y="66"/>
                </a:cubicBezTo>
                <a:moveTo>
                  <a:pt x="1241" y="106"/>
                </a:moveTo>
                <a:cubicBezTo>
                  <a:pt x="1246" y="107"/>
                  <a:pt x="1241" y="107"/>
                  <a:pt x="1241" y="108"/>
                </a:cubicBezTo>
                <a:cubicBezTo>
                  <a:pt x="1235" y="108"/>
                  <a:pt x="1235" y="110"/>
                  <a:pt x="1241" y="111"/>
                </a:cubicBezTo>
                <a:cubicBezTo>
                  <a:pt x="1230" y="111"/>
                  <a:pt x="1209" y="100"/>
                  <a:pt x="1182" y="101"/>
                </a:cubicBezTo>
                <a:cubicBezTo>
                  <a:pt x="1182" y="94"/>
                  <a:pt x="1219" y="84"/>
                  <a:pt x="1241" y="93"/>
                </a:cubicBezTo>
                <a:cubicBezTo>
                  <a:pt x="1235" y="93"/>
                  <a:pt x="1230" y="92"/>
                  <a:pt x="1225" y="90"/>
                </a:cubicBezTo>
                <a:cubicBezTo>
                  <a:pt x="1219" y="92"/>
                  <a:pt x="1230" y="93"/>
                  <a:pt x="1230" y="94"/>
                </a:cubicBezTo>
                <a:cubicBezTo>
                  <a:pt x="1214" y="96"/>
                  <a:pt x="1203" y="94"/>
                  <a:pt x="1182" y="98"/>
                </a:cubicBezTo>
                <a:cubicBezTo>
                  <a:pt x="1192" y="101"/>
                  <a:pt x="1209" y="96"/>
                  <a:pt x="1219" y="97"/>
                </a:cubicBezTo>
                <a:cubicBezTo>
                  <a:pt x="1219" y="101"/>
                  <a:pt x="1214" y="108"/>
                  <a:pt x="1241" y="106"/>
                </a:cubicBezTo>
                <a:moveTo>
                  <a:pt x="1381" y="69"/>
                </a:moveTo>
                <a:cubicBezTo>
                  <a:pt x="1376" y="76"/>
                  <a:pt x="1371" y="66"/>
                  <a:pt x="1360" y="63"/>
                </a:cubicBezTo>
                <a:cubicBezTo>
                  <a:pt x="1376" y="59"/>
                  <a:pt x="1392" y="59"/>
                  <a:pt x="1408" y="63"/>
                </a:cubicBezTo>
                <a:cubicBezTo>
                  <a:pt x="1414" y="67"/>
                  <a:pt x="1397" y="63"/>
                  <a:pt x="1392" y="62"/>
                </a:cubicBezTo>
                <a:cubicBezTo>
                  <a:pt x="1381" y="64"/>
                  <a:pt x="1376" y="66"/>
                  <a:pt x="1381" y="69"/>
                </a:cubicBezTo>
                <a:moveTo>
                  <a:pt x="1511" y="39"/>
                </a:moveTo>
                <a:cubicBezTo>
                  <a:pt x="1538" y="25"/>
                  <a:pt x="1575" y="38"/>
                  <a:pt x="1511" y="39"/>
                </a:cubicBezTo>
                <a:moveTo>
                  <a:pt x="1495" y="31"/>
                </a:moveTo>
                <a:cubicBezTo>
                  <a:pt x="1511" y="29"/>
                  <a:pt x="1500" y="40"/>
                  <a:pt x="1500" y="45"/>
                </a:cubicBezTo>
                <a:cubicBezTo>
                  <a:pt x="1479" y="48"/>
                  <a:pt x="1495" y="39"/>
                  <a:pt x="1489" y="38"/>
                </a:cubicBezTo>
                <a:cubicBezTo>
                  <a:pt x="1468" y="33"/>
                  <a:pt x="1473" y="42"/>
                  <a:pt x="1457" y="43"/>
                </a:cubicBezTo>
                <a:cubicBezTo>
                  <a:pt x="1435" y="33"/>
                  <a:pt x="1495" y="35"/>
                  <a:pt x="1495" y="31"/>
                </a:cubicBezTo>
                <a:moveTo>
                  <a:pt x="1435" y="45"/>
                </a:moveTo>
                <a:cubicBezTo>
                  <a:pt x="1452" y="50"/>
                  <a:pt x="1441" y="56"/>
                  <a:pt x="1462" y="49"/>
                </a:cubicBezTo>
                <a:cubicBezTo>
                  <a:pt x="1479" y="57"/>
                  <a:pt x="1435" y="55"/>
                  <a:pt x="1419" y="56"/>
                </a:cubicBezTo>
                <a:cubicBezTo>
                  <a:pt x="1408" y="50"/>
                  <a:pt x="1403" y="53"/>
                  <a:pt x="1397" y="48"/>
                </a:cubicBezTo>
                <a:cubicBezTo>
                  <a:pt x="1414" y="46"/>
                  <a:pt x="1425" y="46"/>
                  <a:pt x="1435" y="45"/>
                </a:cubicBezTo>
                <a:moveTo>
                  <a:pt x="1333" y="57"/>
                </a:moveTo>
                <a:cubicBezTo>
                  <a:pt x="1344" y="62"/>
                  <a:pt x="1311" y="64"/>
                  <a:pt x="1317" y="69"/>
                </a:cubicBezTo>
                <a:cubicBezTo>
                  <a:pt x="1311" y="70"/>
                  <a:pt x="1306" y="67"/>
                  <a:pt x="1311" y="66"/>
                </a:cubicBezTo>
                <a:cubicBezTo>
                  <a:pt x="1306" y="64"/>
                  <a:pt x="1300" y="64"/>
                  <a:pt x="1300" y="66"/>
                </a:cubicBezTo>
                <a:cubicBezTo>
                  <a:pt x="1295" y="63"/>
                  <a:pt x="1300" y="63"/>
                  <a:pt x="1306" y="64"/>
                </a:cubicBezTo>
                <a:cubicBezTo>
                  <a:pt x="1327" y="62"/>
                  <a:pt x="1317" y="57"/>
                  <a:pt x="1333" y="57"/>
                </a:cubicBezTo>
                <a:moveTo>
                  <a:pt x="1031" y="103"/>
                </a:moveTo>
                <a:cubicBezTo>
                  <a:pt x="1025" y="97"/>
                  <a:pt x="1031" y="100"/>
                  <a:pt x="1014" y="104"/>
                </a:cubicBezTo>
                <a:cubicBezTo>
                  <a:pt x="1009" y="100"/>
                  <a:pt x="1009" y="97"/>
                  <a:pt x="1020" y="94"/>
                </a:cubicBezTo>
                <a:cubicBezTo>
                  <a:pt x="1041" y="94"/>
                  <a:pt x="1052" y="100"/>
                  <a:pt x="1031" y="103"/>
                </a:cubicBezTo>
                <a:moveTo>
                  <a:pt x="1160" y="74"/>
                </a:moveTo>
                <a:cubicBezTo>
                  <a:pt x="1155" y="76"/>
                  <a:pt x="1149" y="74"/>
                  <a:pt x="1149" y="73"/>
                </a:cubicBezTo>
                <a:cubicBezTo>
                  <a:pt x="1144" y="72"/>
                  <a:pt x="1138" y="73"/>
                  <a:pt x="1138" y="73"/>
                </a:cubicBezTo>
                <a:cubicBezTo>
                  <a:pt x="1122" y="72"/>
                  <a:pt x="1176" y="69"/>
                  <a:pt x="1144" y="69"/>
                </a:cubicBezTo>
                <a:cubicBezTo>
                  <a:pt x="1144" y="63"/>
                  <a:pt x="1192" y="67"/>
                  <a:pt x="1198" y="57"/>
                </a:cubicBezTo>
                <a:cubicBezTo>
                  <a:pt x="1209" y="63"/>
                  <a:pt x="1225" y="56"/>
                  <a:pt x="1235" y="63"/>
                </a:cubicBezTo>
                <a:cubicBezTo>
                  <a:pt x="1209" y="64"/>
                  <a:pt x="1160" y="64"/>
                  <a:pt x="1160" y="74"/>
                </a:cubicBezTo>
                <a:moveTo>
                  <a:pt x="1397" y="40"/>
                </a:moveTo>
                <a:cubicBezTo>
                  <a:pt x="1365" y="39"/>
                  <a:pt x="1365" y="52"/>
                  <a:pt x="1333" y="50"/>
                </a:cubicBezTo>
                <a:cubicBezTo>
                  <a:pt x="1327" y="48"/>
                  <a:pt x="1371" y="33"/>
                  <a:pt x="1371" y="40"/>
                </a:cubicBezTo>
                <a:cubicBezTo>
                  <a:pt x="1376" y="38"/>
                  <a:pt x="1387" y="35"/>
                  <a:pt x="1381" y="31"/>
                </a:cubicBezTo>
                <a:cubicBezTo>
                  <a:pt x="1408" y="29"/>
                  <a:pt x="1381" y="38"/>
                  <a:pt x="1397" y="40"/>
                </a:cubicBezTo>
                <a:moveTo>
                  <a:pt x="1273" y="40"/>
                </a:moveTo>
                <a:cubicBezTo>
                  <a:pt x="1290" y="46"/>
                  <a:pt x="1263" y="49"/>
                  <a:pt x="1279" y="55"/>
                </a:cubicBezTo>
                <a:cubicBezTo>
                  <a:pt x="1268" y="56"/>
                  <a:pt x="1268" y="53"/>
                  <a:pt x="1273" y="53"/>
                </a:cubicBezTo>
                <a:cubicBezTo>
                  <a:pt x="1263" y="49"/>
                  <a:pt x="1246" y="60"/>
                  <a:pt x="1241" y="52"/>
                </a:cubicBezTo>
                <a:cubicBezTo>
                  <a:pt x="1241" y="50"/>
                  <a:pt x="1246" y="52"/>
                  <a:pt x="1252" y="52"/>
                </a:cubicBezTo>
                <a:cubicBezTo>
                  <a:pt x="1279" y="49"/>
                  <a:pt x="1241" y="43"/>
                  <a:pt x="1273" y="40"/>
                </a:cubicBezTo>
                <a:moveTo>
                  <a:pt x="1095" y="76"/>
                </a:moveTo>
                <a:cubicBezTo>
                  <a:pt x="1095" y="80"/>
                  <a:pt x="1106" y="83"/>
                  <a:pt x="1106" y="87"/>
                </a:cubicBezTo>
                <a:cubicBezTo>
                  <a:pt x="1095" y="92"/>
                  <a:pt x="1068" y="82"/>
                  <a:pt x="1090" y="90"/>
                </a:cubicBezTo>
                <a:cubicBezTo>
                  <a:pt x="1079" y="92"/>
                  <a:pt x="1057" y="86"/>
                  <a:pt x="1079" y="93"/>
                </a:cubicBezTo>
                <a:cubicBezTo>
                  <a:pt x="1063" y="92"/>
                  <a:pt x="1036" y="93"/>
                  <a:pt x="1036" y="86"/>
                </a:cubicBezTo>
                <a:cubicBezTo>
                  <a:pt x="1074" y="92"/>
                  <a:pt x="1068" y="83"/>
                  <a:pt x="1095" y="76"/>
                </a:cubicBezTo>
                <a:moveTo>
                  <a:pt x="442" y="86"/>
                </a:moveTo>
                <a:cubicBezTo>
                  <a:pt x="410" y="84"/>
                  <a:pt x="442" y="73"/>
                  <a:pt x="404" y="83"/>
                </a:cubicBezTo>
                <a:cubicBezTo>
                  <a:pt x="399" y="77"/>
                  <a:pt x="447" y="72"/>
                  <a:pt x="480" y="66"/>
                </a:cubicBezTo>
                <a:cubicBezTo>
                  <a:pt x="485" y="70"/>
                  <a:pt x="485" y="73"/>
                  <a:pt x="491" y="76"/>
                </a:cubicBezTo>
                <a:cubicBezTo>
                  <a:pt x="458" y="77"/>
                  <a:pt x="447" y="77"/>
                  <a:pt x="442" y="86"/>
                </a:cubicBezTo>
                <a:moveTo>
                  <a:pt x="572" y="53"/>
                </a:moveTo>
                <a:cubicBezTo>
                  <a:pt x="593" y="49"/>
                  <a:pt x="572" y="62"/>
                  <a:pt x="588" y="57"/>
                </a:cubicBezTo>
                <a:cubicBezTo>
                  <a:pt x="593" y="60"/>
                  <a:pt x="577" y="62"/>
                  <a:pt x="572" y="63"/>
                </a:cubicBezTo>
                <a:cubicBezTo>
                  <a:pt x="550" y="60"/>
                  <a:pt x="577" y="57"/>
                  <a:pt x="572" y="53"/>
                </a:cubicBezTo>
                <a:moveTo>
                  <a:pt x="431" y="98"/>
                </a:moveTo>
                <a:cubicBezTo>
                  <a:pt x="404" y="94"/>
                  <a:pt x="464" y="87"/>
                  <a:pt x="475" y="94"/>
                </a:cubicBezTo>
                <a:cubicBezTo>
                  <a:pt x="458" y="98"/>
                  <a:pt x="447" y="92"/>
                  <a:pt x="431" y="98"/>
                </a:cubicBezTo>
                <a:moveTo>
                  <a:pt x="815" y="60"/>
                </a:moveTo>
                <a:cubicBezTo>
                  <a:pt x="842" y="53"/>
                  <a:pt x="815" y="53"/>
                  <a:pt x="858" y="52"/>
                </a:cubicBezTo>
                <a:cubicBezTo>
                  <a:pt x="858" y="53"/>
                  <a:pt x="852" y="53"/>
                  <a:pt x="852" y="53"/>
                </a:cubicBezTo>
                <a:cubicBezTo>
                  <a:pt x="842" y="55"/>
                  <a:pt x="852" y="56"/>
                  <a:pt x="858" y="59"/>
                </a:cubicBezTo>
                <a:cubicBezTo>
                  <a:pt x="842" y="63"/>
                  <a:pt x="831" y="57"/>
                  <a:pt x="815" y="60"/>
                </a:cubicBezTo>
                <a:moveTo>
                  <a:pt x="653" y="96"/>
                </a:moveTo>
                <a:cubicBezTo>
                  <a:pt x="663" y="97"/>
                  <a:pt x="669" y="100"/>
                  <a:pt x="674" y="101"/>
                </a:cubicBezTo>
                <a:cubicBezTo>
                  <a:pt x="653" y="107"/>
                  <a:pt x="626" y="98"/>
                  <a:pt x="653" y="96"/>
                </a:cubicBezTo>
                <a:moveTo>
                  <a:pt x="917" y="56"/>
                </a:moveTo>
                <a:cubicBezTo>
                  <a:pt x="928" y="63"/>
                  <a:pt x="917" y="63"/>
                  <a:pt x="890" y="67"/>
                </a:cubicBezTo>
                <a:cubicBezTo>
                  <a:pt x="869" y="62"/>
                  <a:pt x="912" y="60"/>
                  <a:pt x="917" y="56"/>
                </a:cubicBezTo>
                <a:moveTo>
                  <a:pt x="723" y="108"/>
                </a:moveTo>
                <a:cubicBezTo>
                  <a:pt x="712" y="106"/>
                  <a:pt x="717" y="104"/>
                  <a:pt x="712" y="101"/>
                </a:cubicBezTo>
                <a:cubicBezTo>
                  <a:pt x="723" y="101"/>
                  <a:pt x="728" y="100"/>
                  <a:pt x="739" y="98"/>
                </a:cubicBezTo>
                <a:cubicBezTo>
                  <a:pt x="755" y="101"/>
                  <a:pt x="750" y="103"/>
                  <a:pt x="755" y="106"/>
                </a:cubicBezTo>
                <a:cubicBezTo>
                  <a:pt x="744" y="108"/>
                  <a:pt x="734" y="106"/>
                  <a:pt x="723" y="108"/>
                </a:cubicBezTo>
                <a:moveTo>
                  <a:pt x="766" y="100"/>
                </a:moveTo>
                <a:cubicBezTo>
                  <a:pt x="766" y="92"/>
                  <a:pt x="787" y="100"/>
                  <a:pt x="820" y="94"/>
                </a:cubicBezTo>
                <a:cubicBezTo>
                  <a:pt x="809" y="94"/>
                  <a:pt x="798" y="96"/>
                  <a:pt x="793" y="93"/>
                </a:cubicBezTo>
                <a:cubicBezTo>
                  <a:pt x="804" y="90"/>
                  <a:pt x="815" y="90"/>
                  <a:pt x="825" y="93"/>
                </a:cubicBezTo>
                <a:cubicBezTo>
                  <a:pt x="820" y="101"/>
                  <a:pt x="787" y="96"/>
                  <a:pt x="766" y="100"/>
                </a:cubicBezTo>
                <a:moveTo>
                  <a:pt x="858" y="89"/>
                </a:moveTo>
                <a:cubicBezTo>
                  <a:pt x="852" y="86"/>
                  <a:pt x="874" y="89"/>
                  <a:pt x="869" y="84"/>
                </a:cubicBezTo>
                <a:cubicBezTo>
                  <a:pt x="890" y="90"/>
                  <a:pt x="869" y="97"/>
                  <a:pt x="874" y="104"/>
                </a:cubicBezTo>
                <a:cubicBezTo>
                  <a:pt x="858" y="100"/>
                  <a:pt x="869" y="90"/>
                  <a:pt x="858" y="89"/>
                </a:cubicBezTo>
                <a:moveTo>
                  <a:pt x="1052" y="52"/>
                </a:moveTo>
                <a:cubicBezTo>
                  <a:pt x="1031" y="48"/>
                  <a:pt x="1074" y="42"/>
                  <a:pt x="1084" y="43"/>
                </a:cubicBezTo>
                <a:cubicBezTo>
                  <a:pt x="1095" y="50"/>
                  <a:pt x="1068" y="48"/>
                  <a:pt x="1052" y="52"/>
                </a:cubicBezTo>
                <a:moveTo>
                  <a:pt x="1235" y="40"/>
                </a:moveTo>
                <a:cubicBezTo>
                  <a:pt x="1225" y="43"/>
                  <a:pt x="1214" y="40"/>
                  <a:pt x="1203" y="43"/>
                </a:cubicBezTo>
                <a:cubicBezTo>
                  <a:pt x="1192" y="46"/>
                  <a:pt x="1230" y="39"/>
                  <a:pt x="1209" y="35"/>
                </a:cubicBezTo>
                <a:cubicBezTo>
                  <a:pt x="1219" y="33"/>
                  <a:pt x="1230" y="31"/>
                  <a:pt x="1241" y="29"/>
                </a:cubicBezTo>
                <a:cubicBezTo>
                  <a:pt x="1225" y="29"/>
                  <a:pt x="1225" y="26"/>
                  <a:pt x="1235" y="25"/>
                </a:cubicBezTo>
                <a:cubicBezTo>
                  <a:pt x="1257" y="31"/>
                  <a:pt x="1219" y="35"/>
                  <a:pt x="1235" y="40"/>
                </a:cubicBezTo>
                <a:moveTo>
                  <a:pt x="982" y="72"/>
                </a:moveTo>
                <a:cubicBezTo>
                  <a:pt x="998" y="70"/>
                  <a:pt x="971" y="79"/>
                  <a:pt x="977" y="83"/>
                </a:cubicBezTo>
                <a:cubicBezTo>
                  <a:pt x="960" y="86"/>
                  <a:pt x="944" y="79"/>
                  <a:pt x="966" y="74"/>
                </a:cubicBezTo>
                <a:cubicBezTo>
                  <a:pt x="971" y="83"/>
                  <a:pt x="966" y="74"/>
                  <a:pt x="982" y="72"/>
                </a:cubicBezTo>
                <a:moveTo>
                  <a:pt x="1144" y="33"/>
                </a:moveTo>
                <a:cubicBezTo>
                  <a:pt x="1176" y="35"/>
                  <a:pt x="1127" y="38"/>
                  <a:pt x="1111" y="42"/>
                </a:cubicBezTo>
                <a:cubicBezTo>
                  <a:pt x="1111" y="40"/>
                  <a:pt x="1111" y="39"/>
                  <a:pt x="1106" y="36"/>
                </a:cubicBezTo>
                <a:cubicBezTo>
                  <a:pt x="1117" y="29"/>
                  <a:pt x="1149" y="42"/>
                  <a:pt x="1144" y="33"/>
                </a:cubicBezTo>
                <a:moveTo>
                  <a:pt x="993" y="62"/>
                </a:moveTo>
                <a:cubicBezTo>
                  <a:pt x="982" y="67"/>
                  <a:pt x="950" y="59"/>
                  <a:pt x="955" y="67"/>
                </a:cubicBezTo>
                <a:cubicBezTo>
                  <a:pt x="928" y="69"/>
                  <a:pt x="944" y="62"/>
                  <a:pt x="960" y="60"/>
                </a:cubicBezTo>
                <a:cubicBezTo>
                  <a:pt x="950" y="57"/>
                  <a:pt x="939" y="62"/>
                  <a:pt x="928" y="56"/>
                </a:cubicBezTo>
                <a:cubicBezTo>
                  <a:pt x="939" y="53"/>
                  <a:pt x="950" y="56"/>
                  <a:pt x="939" y="57"/>
                </a:cubicBezTo>
                <a:cubicBezTo>
                  <a:pt x="966" y="60"/>
                  <a:pt x="971" y="52"/>
                  <a:pt x="987" y="53"/>
                </a:cubicBezTo>
                <a:cubicBezTo>
                  <a:pt x="993" y="56"/>
                  <a:pt x="971" y="57"/>
                  <a:pt x="993" y="62"/>
                </a:cubicBezTo>
                <a:moveTo>
                  <a:pt x="1047" y="25"/>
                </a:moveTo>
                <a:cubicBezTo>
                  <a:pt x="1063" y="23"/>
                  <a:pt x="1074" y="23"/>
                  <a:pt x="1084" y="22"/>
                </a:cubicBezTo>
                <a:cubicBezTo>
                  <a:pt x="1106" y="33"/>
                  <a:pt x="1052" y="28"/>
                  <a:pt x="1047" y="40"/>
                </a:cubicBezTo>
                <a:cubicBezTo>
                  <a:pt x="1025" y="40"/>
                  <a:pt x="1025" y="38"/>
                  <a:pt x="1025" y="32"/>
                </a:cubicBezTo>
                <a:cubicBezTo>
                  <a:pt x="1020" y="36"/>
                  <a:pt x="1014" y="36"/>
                  <a:pt x="1009" y="33"/>
                </a:cubicBezTo>
                <a:cubicBezTo>
                  <a:pt x="1025" y="32"/>
                  <a:pt x="1047" y="31"/>
                  <a:pt x="1063" y="29"/>
                </a:cubicBezTo>
                <a:cubicBezTo>
                  <a:pt x="1068" y="26"/>
                  <a:pt x="1057" y="28"/>
                  <a:pt x="1047" y="25"/>
                </a:cubicBezTo>
                <a:moveTo>
                  <a:pt x="998" y="43"/>
                </a:moveTo>
                <a:cubicBezTo>
                  <a:pt x="982" y="45"/>
                  <a:pt x="955" y="43"/>
                  <a:pt x="955" y="39"/>
                </a:cubicBezTo>
                <a:cubicBezTo>
                  <a:pt x="971" y="35"/>
                  <a:pt x="998" y="39"/>
                  <a:pt x="998" y="43"/>
                </a:cubicBezTo>
                <a:moveTo>
                  <a:pt x="912" y="48"/>
                </a:moveTo>
                <a:cubicBezTo>
                  <a:pt x="885" y="42"/>
                  <a:pt x="923" y="39"/>
                  <a:pt x="912" y="35"/>
                </a:cubicBezTo>
                <a:cubicBezTo>
                  <a:pt x="923" y="33"/>
                  <a:pt x="923" y="45"/>
                  <a:pt x="912" y="48"/>
                </a:cubicBezTo>
                <a:moveTo>
                  <a:pt x="647" y="89"/>
                </a:moveTo>
                <a:cubicBezTo>
                  <a:pt x="653" y="93"/>
                  <a:pt x="642" y="90"/>
                  <a:pt x="637" y="89"/>
                </a:cubicBezTo>
                <a:cubicBezTo>
                  <a:pt x="615" y="94"/>
                  <a:pt x="615" y="110"/>
                  <a:pt x="577" y="98"/>
                </a:cubicBezTo>
                <a:cubicBezTo>
                  <a:pt x="610" y="96"/>
                  <a:pt x="604" y="92"/>
                  <a:pt x="615" y="86"/>
                </a:cubicBezTo>
                <a:cubicBezTo>
                  <a:pt x="626" y="83"/>
                  <a:pt x="637" y="90"/>
                  <a:pt x="647" y="89"/>
                </a:cubicBezTo>
                <a:moveTo>
                  <a:pt x="739" y="62"/>
                </a:moveTo>
                <a:cubicBezTo>
                  <a:pt x="734" y="63"/>
                  <a:pt x="739" y="63"/>
                  <a:pt x="739" y="64"/>
                </a:cubicBezTo>
                <a:cubicBezTo>
                  <a:pt x="707" y="63"/>
                  <a:pt x="755" y="60"/>
                  <a:pt x="761" y="56"/>
                </a:cubicBezTo>
                <a:cubicBezTo>
                  <a:pt x="782" y="60"/>
                  <a:pt x="755" y="64"/>
                  <a:pt x="739" y="62"/>
                </a:cubicBezTo>
                <a:moveTo>
                  <a:pt x="863" y="40"/>
                </a:moveTo>
                <a:cubicBezTo>
                  <a:pt x="847" y="42"/>
                  <a:pt x="836" y="45"/>
                  <a:pt x="825" y="48"/>
                </a:cubicBezTo>
                <a:cubicBezTo>
                  <a:pt x="815" y="42"/>
                  <a:pt x="842" y="38"/>
                  <a:pt x="842" y="33"/>
                </a:cubicBezTo>
                <a:cubicBezTo>
                  <a:pt x="863" y="35"/>
                  <a:pt x="847" y="36"/>
                  <a:pt x="863" y="40"/>
                </a:cubicBezTo>
                <a:moveTo>
                  <a:pt x="637" y="76"/>
                </a:moveTo>
                <a:cubicBezTo>
                  <a:pt x="653" y="77"/>
                  <a:pt x="653" y="70"/>
                  <a:pt x="674" y="73"/>
                </a:cubicBezTo>
                <a:cubicBezTo>
                  <a:pt x="680" y="82"/>
                  <a:pt x="642" y="79"/>
                  <a:pt x="626" y="83"/>
                </a:cubicBezTo>
                <a:cubicBezTo>
                  <a:pt x="620" y="80"/>
                  <a:pt x="615" y="79"/>
                  <a:pt x="610" y="76"/>
                </a:cubicBezTo>
                <a:cubicBezTo>
                  <a:pt x="620" y="72"/>
                  <a:pt x="626" y="69"/>
                  <a:pt x="631" y="67"/>
                </a:cubicBezTo>
                <a:cubicBezTo>
                  <a:pt x="653" y="64"/>
                  <a:pt x="626" y="73"/>
                  <a:pt x="637" y="76"/>
                </a:cubicBezTo>
                <a:moveTo>
                  <a:pt x="669" y="50"/>
                </a:moveTo>
                <a:cubicBezTo>
                  <a:pt x="690" y="56"/>
                  <a:pt x="669" y="60"/>
                  <a:pt x="669" y="64"/>
                </a:cubicBezTo>
                <a:cubicBezTo>
                  <a:pt x="663" y="64"/>
                  <a:pt x="663" y="63"/>
                  <a:pt x="663" y="62"/>
                </a:cubicBezTo>
                <a:cubicBezTo>
                  <a:pt x="658" y="62"/>
                  <a:pt x="647" y="62"/>
                  <a:pt x="637" y="63"/>
                </a:cubicBezTo>
                <a:cubicBezTo>
                  <a:pt x="631" y="59"/>
                  <a:pt x="647" y="55"/>
                  <a:pt x="669" y="50"/>
                </a:cubicBezTo>
                <a:moveTo>
                  <a:pt x="583" y="72"/>
                </a:moveTo>
                <a:cubicBezTo>
                  <a:pt x="566" y="77"/>
                  <a:pt x="555" y="86"/>
                  <a:pt x="534" y="87"/>
                </a:cubicBezTo>
                <a:cubicBezTo>
                  <a:pt x="534" y="80"/>
                  <a:pt x="518" y="73"/>
                  <a:pt x="550" y="67"/>
                </a:cubicBezTo>
                <a:cubicBezTo>
                  <a:pt x="572" y="67"/>
                  <a:pt x="561" y="74"/>
                  <a:pt x="583" y="72"/>
                </a:cubicBezTo>
                <a:moveTo>
                  <a:pt x="793" y="21"/>
                </a:moveTo>
                <a:cubicBezTo>
                  <a:pt x="782" y="23"/>
                  <a:pt x="777" y="22"/>
                  <a:pt x="782" y="21"/>
                </a:cubicBezTo>
                <a:cubicBezTo>
                  <a:pt x="771" y="19"/>
                  <a:pt x="750" y="23"/>
                  <a:pt x="739" y="25"/>
                </a:cubicBezTo>
                <a:cubicBezTo>
                  <a:pt x="723" y="19"/>
                  <a:pt x="777" y="12"/>
                  <a:pt x="793" y="21"/>
                </a:cubicBezTo>
                <a:moveTo>
                  <a:pt x="723" y="26"/>
                </a:moveTo>
                <a:cubicBezTo>
                  <a:pt x="723" y="33"/>
                  <a:pt x="701" y="36"/>
                  <a:pt x="707" y="40"/>
                </a:cubicBezTo>
                <a:cubicBezTo>
                  <a:pt x="696" y="43"/>
                  <a:pt x="685" y="46"/>
                  <a:pt x="669" y="48"/>
                </a:cubicBezTo>
                <a:cubicBezTo>
                  <a:pt x="658" y="46"/>
                  <a:pt x="658" y="43"/>
                  <a:pt x="669" y="40"/>
                </a:cubicBezTo>
                <a:cubicBezTo>
                  <a:pt x="674" y="42"/>
                  <a:pt x="669" y="43"/>
                  <a:pt x="669" y="43"/>
                </a:cubicBezTo>
                <a:cubicBezTo>
                  <a:pt x="690" y="45"/>
                  <a:pt x="701" y="25"/>
                  <a:pt x="690" y="29"/>
                </a:cubicBezTo>
                <a:cubicBezTo>
                  <a:pt x="685" y="26"/>
                  <a:pt x="707" y="25"/>
                  <a:pt x="701" y="22"/>
                </a:cubicBezTo>
                <a:cubicBezTo>
                  <a:pt x="712" y="21"/>
                  <a:pt x="707" y="25"/>
                  <a:pt x="723" y="26"/>
                </a:cubicBezTo>
                <a:moveTo>
                  <a:pt x="647" y="33"/>
                </a:moveTo>
                <a:cubicBezTo>
                  <a:pt x="663" y="38"/>
                  <a:pt x="631" y="40"/>
                  <a:pt x="642" y="45"/>
                </a:cubicBezTo>
                <a:cubicBezTo>
                  <a:pt x="626" y="46"/>
                  <a:pt x="620" y="35"/>
                  <a:pt x="647" y="33"/>
                </a:cubicBezTo>
                <a:moveTo>
                  <a:pt x="572" y="48"/>
                </a:moveTo>
                <a:cubicBezTo>
                  <a:pt x="572" y="43"/>
                  <a:pt x="588" y="39"/>
                  <a:pt x="604" y="36"/>
                </a:cubicBezTo>
                <a:cubicBezTo>
                  <a:pt x="631" y="43"/>
                  <a:pt x="593" y="45"/>
                  <a:pt x="572" y="48"/>
                </a:cubicBezTo>
                <a:moveTo>
                  <a:pt x="242" y="77"/>
                </a:moveTo>
                <a:cubicBezTo>
                  <a:pt x="221" y="80"/>
                  <a:pt x="199" y="80"/>
                  <a:pt x="183" y="74"/>
                </a:cubicBezTo>
                <a:cubicBezTo>
                  <a:pt x="178" y="79"/>
                  <a:pt x="167" y="83"/>
                  <a:pt x="183" y="87"/>
                </a:cubicBezTo>
                <a:cubicBezTo>
                  <a:pt x="151" y="92"/>
                  <a:pt x="156" y="93"/>
                  <a:pt x="129" y="93"/>
                </a:cubicBezTo>
                <a:cubicBezTo>
                  <a:pt x="145" y="84"/>
                  <a:pt x="167" y="83"/>
                  <a:pt x="145" y="72"/>
                </a:cubicBezTo>
                <a:cubicBezTo>
                  <a:pt x="194" y="70"/>
                  <a:pt x="172" y="57"/>
                  <a:pt x="189" y="50"/>
                </a:cubicBezTo>
                <a:cubicBezTo>
                  <a:pt x="194" y="56"/>
                  <a:pt x="205" y="63"/>
                  <a:pt x="183" y="69"/>
                </a:cubicBezTo>
                <a:cubicBezTo>
                  <a:pt x="183" y="67"/>
                  <a:pt x="178" y="67"/>
                  <a:pt x="172" y="69"/>
                </a:cubicBezTo>
                <a:cubicBezTo>
                  <a:pt x="178" y="69"/>
                  <a:pt x="183" y="70"/>
                  <a:pt x="183" y="72"/>
                </a:cubicBezTo>
                <a:cubicBezTo>
                  <a:pt x="194" y="74"/>
                  <a:pt x="205" y="69"/>
                  <a:pt x="215" y="70"/>
                </a:cubicBezTo>
                <a:cubicBezTo>
                  <a:pt x="221" y="67"/>
                  <a:pt x="226" y="64"/>
                  <a:pt x="215" y="62"/>
                </a:cubicBezTo>
                <a:cubicBezTo>
                  <a:pt x="232" y="59"/>
                  <a:pt x="248" y="56"/>
                  <a:pt x="264" y="52"/>
                </a:cubicBezTo>
                <a:cubicBezTo>
                  <a:pt x="296" y="62"/>
                  <a:pt x="226" y="66"/>
                  <a:pt x="242" y="77"/>
                </a:cubicBezTo>
                <a:moveTo>
                  <a:pt x="345" y="69"/>
                </a:moveTo>
                <a:cubicBezTo>
                  <a:pt x="340" y="67"/>
                  <a:pt x="334" y="70"/>
                  <a:pt x="329" y="70"/>
                </a:cubicBezTo>
                <a:cubicBezTo>
                  <a:pt x="307" y="57"/>
                  <a:pt x="394" y="69"/>
                  <a:pt x="350" y="76"/>
                </a:cubicBezTo>
                <a:cubicBezTo>
                  <a:pt x="345" y="73"/>
                  <a:pt x="350" y="72"/>
                  <a:pt x="345" y="69"/>
                </a:cubicBezTo>
                <a:moveTo>
                  <a:pt x="523" y="40"/>
                </a:moveTo>
                <a:cubicBezTo>
                  <a:pt x="512" y="31"/>
                  <a:pt x="572" y="38"/>
                  <a:pt x="561" y="28"/>
                </a:cubicBezTo>
                <a:cubicBezTo>
                  <a:pt x="583" y="32"/>
                  <a:pt x="610" y="18"/>
                  <a:pt x="626" y="26"/>
                </a:cubicBezTo>
                <a:cubicBezTo>
                  <a:pt x="604" y="29"/>
                  <a:pt x="610" y="28"/>
                  <a:pt x="599" y="33"/>
                </a:cubicBezTo>
                <a:cubicBezTo>
                  <a:pt x="593" y="25"/>
                  <a:pt x="555" y="38"/>
                  <a:pt x="539" y="45"/>
                </a:cubicBezTo>
                <a:cubicBezTo>
                  <a:pt x="512" y="40"/>
                  <a:pt x="502" y="43"/>
                  <a:pt x="464" y="38"/>
                </a:cubicBezTo>
                <a:cubicBezTo>
                  <a:pt x="485" y="35"/>
                  <a:pt x="502" y="35"/>
                  <a:pt x="523" y="40"/>
                </a:cubicBezTo>
                <a:moveTo>
                  <a:pt x="431" y="62"/>
                </a:moveTo>
                <a:cubicBezTo>
                  <a:pt x="410" y="53"/>
                  <a:pt x="469" y="53"/>
                  <a:pt x="485" y="50"/>
                </a:cubicBezTo>
                <a:cubicBezTo>
                  <a:pt x="496" y="59"/>
                  <a:pt x="447" y="56"/>
                  <a:pt x="431" y="62"/>
                </a:cubicBezTo>
                <a:moveTo>
                  <a:pt x="453" y="45"/>
                </a:moveTo>
                <a:cubicBezTo>
                  <a:pt x="437" y="45"/>
                  <a:pt x="421" y="50"/>
                  <a:pt x="410" y="49"/>
                </a:cubicBezTo>
                <a:cubicBezTo>
                  <a:pt x="394" y="43"/>
                  <a:pt x="431" y="36"/>
                  <a:pt x="442" y="36"/>
                </a:cubicBezTo>
                <a:cubicBezTo>
                  <a:pt x="442" y="39"/>
                  <a:pt x="447" y="42"/>
                  <a:pt x="453" y="45"/>
                </a:cubicBezTo>
                <a:moveTo>
                  <a:pt x="491" y="18"/>
                </a:moveTo>
                <a:cubicBezTo>
                  <a:pt x="502" y="23"/>
                  <a:pt x="491" y="31"/>
                  <a:pt x="469" y="31"/>
                </a:cubicBezTo>
                <a:cubicBezTo>
                  <a:pt x="464" y="26"/>
                  <a:pt x="469" y="22"/>
                  <a:pt x="491" y="18"/>
                </a:cubicBezTo>
                <a:moveTo>
                  <a:pt x="372" y="79"/>
                </a:moveTo>
                <a:cubicBezTo>
                  <a:pt x="383" y="70"/>
                  <a:pt x="372" y="69"/>
                  <a:pt x="367" y="62"/>
                </a:cubicBezTo>
                <a:cubicBezTo>
                  <a:pt x="361" y="56"/>
                  <a:pt x="323" y="62"/>
                  <a:pt x="334" y="56"/>
                </a:cubicBezTo>
                <a:cubicBezTo>
                  <a:pt x="367" y="46"/>
                  <a:pt x="453" y="67"/>
                  <a:pt x="372" y="79"/>
                </a:cubicBezTo>
                <a:moveTo>
                  <a:pt x="388" y="45"/>
                </a:moveTo>
                <a:cubicBezTo>
                  <a:pt x="377" y="48"/>
                  <a:pt x="313" y="52"/>
                  <a:pt x="302" y="57"/>
                </a:cubicBezTo>
                <a:cubicBezTo>
                  <a:pt x="296" y="52"/>
                  <a:pt x="318" y="48"/>
                  <a:pt x="340" y="42"/>
                </a:cubicBezTo>
                <a:cubicBezTo>
                  <a:pt x="356" y="43"/>
                  <a:pt x="372" y="46"/>
                  <a:pt x="388" y="45"/>
                </a:cubicBezTo>
                <a:moveTo>
                  <a:pt x="410" y="35"/>
                </a:moveTo>
                <a:cubicBezTo>
                  <a:pt x="377" y="35"/>
                  <a:pt x="377" y="36"/>
                  <a:pt x="350" y="39"/>
                </a:cubicBezTo>
                <a:cubicBezTo>
                  <a:pt x="340" y="36"/>
                  <a:pt x="356" y="35"/>
                  <a:pt x="350" y="32"/>
                </a:cubicBezTo>
                <a:cubicBezTo>
                  <a:pt x="334" y="31"/>
                  <a:pt x="313" y="46"/>
                  <a:pt x="285" y="38"/>
                </a:cubicBezTo>
                <a:cubicBezTo>
                  <a:pt x="323" y="32"/>
                  <a:pt x="318" y="26"/>
                  <a:pt x="345" y="21"/>
                </a:cubicBezTo>
                <a:cubicBezTo>
                  <a:pt x="356" y="29"/>
                  <a:pt x="372" y="32"/>
                  <a:pt x="410" y="35"/>
                </a:cubicBezTo>
                <a:moveTo>
                  <a:pt x="269" y="35"/>
                </a:moveTo>
                <a:cubicBezTo>
                  <a:pt x="248" y="45"/>
                  <a:pt x="307" y="46"/>
                  <a:pt x="285" y="50"/>
                </a:cubicBezTo>
                <a:cubicBezTo>
                  <a:pt x="275" y="45"/>
                  <a:pt x="259" y="50"/>
                  <a:pt x="253" y="45"/>
                </a:cubicBezTo>
                <a:cubicBezTo>
                  <a:pt x="242" y="49"/>
                  <a:pt x="242" y="53"/>
                  <a:pt x="215" y="56"/>
                </a:cubicBezTo>
                <a:cubicBezTo>
                  <a:pt x="215" y="45"/>
                  <a:pt x="221" y="38"/>
                  <a:pt x="269" y="35"/>
                </a:cubicBezTo>
                <a:moveTo>
                  <a:pt x="334" y="18"/>
                </a:moveTo>
                <a:cubicBezTo>
                  <a:pt x="334" y="23"/>
                  <a:pt x="285" y="21"/>
                  <a:pt x="269" y="31"/>
                </a:cubicBezTo>
                <a:cubicBezTo>
                  <a:pt x="259" y="28"/>
                  <a:pt x="248" y="32"/>
                  <a:pt x="237" y="28"/>
                </a:cubicBezTo>
                <a:cubicBezTo>
                  <a:pt x="253" y="23"/>
                  <a:pt x="285" y="28"/>
                  <a:pt x="264" y="19"/>
                </a:cubicBezTo>
                <a:cubicBezTo>
                  <a:pt x="291" y="14"/>
                  <a:pt x="313" y="19"/>
                  <a:pt x="334" y="18"/>
                </a:cubicBezTo>
              </a:path>
            </a:pathLst>
          </a:custGeom>
          <a:solidFill>
            <a:srgbClr val="5F7797">
              <a:alpha val="100000"/>
            </a:srgbClr>
          </a:solidFill>
          <a:ln w="0" cap="flat">
            <a:noFill/>
            <a:prstDash val="solid"/>
            <a:miter lim="0"/>
          </a:ln>
        </p:spPr>
        <p:txBody>
          <a:bodyPr rtlCol="0"/>
          <a:lstStyle/>
          <a:p>
            <a:pPr algn="ctr"/>
            <a:endParaRPr lang="zh-CN" altLang="en-US"/>
          </a:p>
        </p:txBody>
      </p:sp>
      <p:sp>
        <p:nvSpPr>
          <p:cNvPr id="388" name="textbox 388"/>
          <p:cNvSpPr/>
          <p:nvPr/>
        </p:nvSpPr>
        <p:spPr>
          <a:xfrm>
            <a:off x="1718767" y="2320773"/>
            <a:ext cx="334009" cy="24447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0000"/>
              </a:lnSpc>
            </a:pPr>
            <a:r>
              <a:rPr sz="1800" kern="0" spc="-20" dirty="0">
                <a:solidFill>
                  <a:srgbClr val="000000">
                    <a:alpha val="100000"/>
                  </a:srgbClr>
                </a:solidFill>
                <a:latin typeface="Arial" panose="020B0604020202020204"/>
                <a:ea typeface="Arial" panose="020B0604020202020204"/>
                <a:cs typeface="Arial" panose="020B0604020202020204"/>
              </a:rPr>
              <a:t>0.3</a:t>
            </a:r>
            <a:endParaRPr sz="1800" dirty="0">
              <a:latin typeface="Arial" panose="020B0604020202020204"/>
              <a:ea typeface="Arial" panose="020B0604020202020204"/>
              <a:cs typeface="Arial" panose="020B0604020202020204"/>
            </a:endParaRPr>
          </a:p>
        </p:txBody>
      </p:sp>
      <p:sp>
        <p:nvSpPr>
          <p:cNvPr id="390" name="textbox 390"/>
          <p:cNvSpPr/>
          <p:nvPr/>
        </p:nvSpPr>
        <p:spPr>
          <a:xfrm>
            <a:off x="1836623" y="1526768"/>
            <a:ext cx="334009" cy="24447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80000"/>
              </a:lnSpc>
            </a:pPr>
            <a:r>
              <a:rPr sz="1800" kern="0" spc="-20" dirty="0">
                <a:solidFill>
                  <a:srgbClr val="000000">
                    <a:alpha val="100000"/>
                  </a:srgbClr>
                </a:solidFill>
                <a:latin typeface="Arial" panose="020B0604020202020204"/>
                <a:ea typeface="Arial" panose="020B0604020202020204"/>
                <a:cs typeface="Arial" panose="020B0604020202020204"/>
              </a:rPr>
              <a:t>0.2</a:t>
            </a:r>
            <a:endParaRPr sz="1800" dirty="0">
              <a:latin typeface="Arial" panose="020B0604020202020204"/>
              <a:ea typeface="Arial" panose="020B0604020202020204"/>
              <a:cs typeface="Arial" panose="020B0604020202020204"/>
            </a:endParaRPr>
          </a:p>
        </p:txBody>
      </p:sp>
      <p:sp>
        <p:nvSpPr>
          <p:cNvPr id="392" name="path 392"/>
          <p:cNvSpPr/>
          <p:nvPr/>
        </p:nvSpPr>
        <p:spPr>
          <a:xfrm>
            <a:off x="6341363" y="2049017"/>
            <a:ext cx="38100" cy="361696"/>
          </a:xfrm>
          <a:custGeom>
            <a:avLst/>
            <a:gdLst/>
            <a:ahLst/>
            <a:cxnLst/>
            <a:rect l="0" t="0" r="0" b="0"/>
            <a:pathLst>
              <a:path w="60" h="569">
                <a:moveTo>
                  <a:pt x="30" y="0"/>
                </a:moveTo>
                <a:lnTo>
                  <a:pt x="30" y="569"/>
                </a:lnTo>
              </a:path>
            </a:pathLst>
          </a:custGeom>
          <a:noFill/>
          <a:ln w="38100" cap="flat">
            <a:solidFill>
              <a:srgbClr val="F26E61"/>
            </a:solidFill>
            <a:prstDash val="solid"/>
            <a:miter lim="1000000"/>
          </a:ln>
        </p:spPr>
        <p:txBody>
          <a:bodyPr rtlCol="0"/>
          <a:lstStyle/>
          <a:p>
            <a:pPr algn="ctr"/>
            <a:endParaRPr lang="zh-CN" altLang="en-US"/>
          </a:p>
        </p:txBody>
      </p:sp>
      <p:sp>
        <p:nvSpPr>
          <p:cNvPr id="394" name="path 394"/>
          <p:cNvSpPr/>
          <p:nvPr/>
        </p:nvSpPr>
        <p:spPr>
          <a:xfrm>
            <a:off x="7149084" y="2049017"/>
            <a:ext cx="38100" cy="361696"/>
          </a:xfrm>
          <a:custGeom>
            <a:avLst/>
            <a:gdLst/>
            <a:ahLst/>
            <a:cxnLst/>
            <a:rect l="0" t="0" r="0" b="0"/>
            <a:pathLst>
              <a:path w="60" h="569">
                <a:moveTo>
                  <a:pt x="30" y="0"/>
                </a:moveTo>
                <a:lnTo>
                  <a:pt x="30" y="569"/>
                </a:lnTo>
              </a:path>
            </a:pathLst>
          </a:custGeom>
          <a:noFill/>
          <a:ln w="38100" cap="flat">
            <a:solidFill>
              <a:srgbClr val="F26E61"/>
            </a:solidFill>
            <a:prstDash val="solid"/>
            <a:miter lim="1000000"/>
          </a:ln>
        </p:spPr>
        <p:txBody>
          <a:bodyPr rtlCol="0"/>
          <a:lstStyle/>
          <a:p>
            <a:pPr algn="ctr"/>
            <a:endParaRPr lang="zh-CN" altLang="en-US"/>
          </a:p>
        </p:txBody>
      </p:sp>
      <p:sp>
        <p:nvSpPr>
          <p:cNvPr id="396" name="path 396"/>
          <p:cNvSpPr/>
          <p:nvPr/>
        </p:nvSpPr>
        <p:spPr>
          <a:xfrm>
            <a:off x="7598664" y="2049017"/>
            <a:ext cx="38100" cy="361696"/>
          </a:xfrm>
          <a:custGeom>
            <a:avLst/>
            <a:gdLst/>
            <a:ahLst/>
            <a:cxnLst/>
            <a:rect l="0" t="0" r="0" b="0"/>
            <a:pathLst>
              <a:path w="60" h="569">
                <a:moveTo>
                  <a:pt x="30" y="0"/>
                </a:moveTo>
                <a:lnTo>
                  <a:pt x="30" y="569"/>
                </a:lnTo>
              </a:path>
            </a:pathLst>
          </a:custGeom>
          <a:noFill/>
          <a:ln w="38100" cap="flat">
            <a:solidFill>
              <a:srgbClr val="F26E61"/>
            </a:solidFill>
            <a:prstDash val="solid"/>
            <a:miter lim="1000000"/>
          </a:ln>
        </p:spPr>
        <p:txBody>
          <a:bodyPr rtlCol="0"/>
          <a:lstStyle/>
          <a:p>
            <a:pPr algn="ctr"/>
            <a:endParaRPr lang="zh-CN" altLang="en-US"/>
          </a:p>
        </p:txBody>
      </p:sp>
      <p:sp>
        <p:nvSpPr>
          <p:cNvPr id="398" name="path 398"/>
          <p:cNvSpPr/>
          <p:nvPr/>
        </p:nvSpPr>
        <p:spPr>
          <a:xfrm>
            <a:off x="9019031" y="2068829"/>
            <a:ext cx="38100" cy="361696"/>
          </a:xfrm>
          <a:custGeom>
            <a:avLst/>
            <a:gdLst/>
            <a:ahLst/>
            <a:cxnLst/>
            <a:rect l="0" t="0" r="0" b="0"/>
            <a:pathLst>
              <a:path w="60" h="569">
                <a:moveTo>
                  <a:pt x="30" y="0"/>
                </a:moveTo>
                <a:lnTo>
                  <a:pt x="30" y="569"/>
                </a:lnTo>
              </a:path>
            </a:pathLst>
          </a:custGeom>
          <a:noFill/>
          <a:ln w="38100" cap="flat">
            <a:solidFill>
              <a:srgbClr val="F26E61"/>
            </a:solidFill>
            <a:prstDash val="solid"/>
            <a:miter lim="1000000"/>
          </a:ln>
        </p:spPr>
        <p:txBody>
          <a:bodyPr rtlCol="0"/>
          <a:lstStyle/>
          <a:p>
            <a:pPr algn="ctr"/>
            <a:endParaRPr lang="zh-CN" altLang="en-US"/>
          </a:p>
        </p:txBody>
      </p:sp>
      <p:sp>
        <p:nvSpPr>
          <p:cNvPr id="400" name="path 400"/>
          <p:cNvSpPr/>
          <p:nvPr/>
        </p:nvSpPr>
        <p:spPr>
          <a:xfrm>
            <a:off x="10067544" y="2099309"/>
            <a:ext cx="38100" cy="361696"/>
          </a:xfrm>
          <a:custGeom>
            <a:avLst/>
            <a:gdLst/>
            <a:ahLst/>
            <a:cxnLst/>
            <a:rect l="0" t="0" r="0" b="0"/>
            <a:pathLst>
              <a:path w="60" h="569">
                <a:moveTo>
                  <a:pt x="30" y="0"/>
                </a:moveTo>
                <a:lnTo>
                  <a:pt x="30" y="569"/>
                </a:lnTo>
              </a:path>
            </a:pathLst>
          </a:custGeom>
          <a:noFill/>
          <a:ln w="38100" cap="flat">
            <a:solidFill>
              <a:srgbClr val="F26E61"/>
            </a:solidFill>
            <a:prstDash val="solid"/>
            <a:miter lim="1000000"/>
          </a:ln>
        </p:spPr>
        <p:txBody>
          <a:bodyPr rtlCol="0"/>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textbox 402"/>
          <p:cNvSpPr/>
          <p:nvPr/>
        </p:nvSpPr>
        <p:spPr>
          <a:xfrm>
            <a:off x="280372" y="3552106"/>
            <a:ext cx="5436870" cy="3016250"/>
          </a:xfrm>
          <a:prstGeom prst="rect">
            <a:avLst/>
          </a:prstGeom>
          <a:noFill/>
          <a:ln w="0" cap="flat">
            <a:noFill/>
            <a:prstDash val="solid"/>
            <a:miter lim="0"/>
          </a:ln>
        </p:spPr>
        <p:txBody>
          <a:bodyPr vert="horz" wrap="square" lIns="0" tIns="0" rIns="0" bIns="0"/>
          <a:lstStyle/>
          <a:p>
            <a:pPr algn="l" rtl="0" eaLnBrk="0">
              <a:lnSpc>
                <a:spcPct val="102000"/>
              </a:lnSpc>
            </a:pPr>
            <a:endParaRPr sz="100" dirty="0">
              <a:latin typeface="Arial" panose="020B0604020202020204"/>
              <a:ea typeface="Arial" panose="020B0604020202020204"/>
              <a:cs typeface="Arial" panose="020B0604020202020204"/>
            </a:endParaRPr>
          </a:p>
          <a:p>
            <a:pPr marL="31750" indent="-6350" algn="l" rtl="0" eaLnBrk="0">
              <a:lnSpc>
                <a:spcPct val="95000"/>
              </a:lnSpc>
              <a:spcBef>
                <a:spcPts val="0"/>
              </a:spcBef>
            </a:pPr>
            <a:r>
              <a:rPr sz="2000" kern="0" spc="-50" dirty="0">
                <a:solidFill>
                  <a:srgbClr val="5F7797">
                    <a:alpha val="100000"/>
                  </a:srgbClr>
                </a:solidFill>
                <a:latin typeface="Arial" panose="020B0604020202020204"/>
                <a:ea typeface="Arial" panose="020B0604020202020204"/>
                <a:cs typeface="Arial" panose="020B0604020202020204"/>
              </a:rPr>
              <a:t>i</a:t>
            </a:r>
            <a:r>
              <a:rPr sz="2000" kern="0" spc="10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a:t>
            </a:r>
            <a:r>
              <a:rPr sz="2000" kern="0" spc="21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1</a:t>
            </a:r>
            <a:r>
              <a:rPr sz="2000" kern="0" spc="17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 j</a:t>
            </a:r>
            <a:r>
              <a:rPr sz="2000" kern="0" spc="11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a:t>
            </a:r>
            <a:r>
              <a:rPr sz="2000" kern="0" spc="21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1</a:t>
            </a:r>
            <a:r>
              <a:rPr sz="2000" kern="0" spc="18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 Cs</a:t>
            </a:r>
            <a:r>
              <a:rPr sz="2000" kern="0" spc="12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 0.2</a:t>
            </a:r>
            <a:r>
              <a:rPr sz="2000" kern="0" spc="15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a:t>
            </a:r>
            <a:r>
              <a:rPr sz="2000" kern="0" spc="14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R</a:t>
            </a:r>
            <a:r>
              <a:rPr sz="2000" kern="0" spc="12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 0.1</a:t>
            </a:r>
            <a:r>
              <a:rPr sz="2000" kern="0" spc="11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newx(1)</a:t>
            </a:r>
            <a:r>
              <a:rPr sz="2000" kern="0" spc="9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 oldx(1)</a:t>
            </a:r>
            <a:r>
              <a:rPr sz="2000" kern="0" spc="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I</a:t>
            </a:r>
            <a:r>
              <a:rPr sz="2000" kern="0" spc="14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a:t>
            </a:r>
            <a:r>
              <a:rPr sz="2000" kern="0" spc="19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1</a:t>
            </a:r>
            <a:r>
              <a:rPr sz="2000" kern="0" spc="17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 j</a:t>
            </a:r>
            <a:r>
              <a:rPr sz="2000" kern="0" spc="10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 2</a:t>
            </a:r>
            <a:r>
              <a:rPr sz="2000" kern="0" spc="17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 Cs</a:t>
            </a:r>
            <a:r>
              <a:rPr sz="2000" kern="0" spc="11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 0.2</a:t>
            </a:r>
            <a:r>
              <a:rPr sz="2000" kern="0" spc="15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a:t>
            </a:r>
            <a:r>
              <a:rPr sz="2000" kern="0" spc="14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R</a:t>
            </a:r>
            <a:r>
              <a:rPr sz="2000" kern="0" spc="11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a:t>
            </a:r>
            <a:r>
              <a:rPr sz="2000" kern="0" spc="7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0.5</a:t>
            </a:r>
            <a:r>
              <a:rPr sz="2000" kern="0" spc="1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a:t>
            </a:r>
            <a:r>
              <a:rPr sz="2000" kern="0" spc="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I = 2</a:t>
            </a:r>
            <a:r>
              <a:rPr sz="2000" kern="0" spc="16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 j =</a:t>
            </a:r>
            <a:r>
              <a:rPr sz="2000" kern="0" spc="5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2</a:t>
            </a:r>
            <a:r>
              <a:rPr sz="2000" kern="0" spc="16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a:t>
            </a:r>
            <a:r>
              <a:rPr sz="2000" kern="0" spc="10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Cs</a:t>
            </a:r>
            <a:r>
              <a:rPr sz="2000" kern="0" spc="10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a:t>
            </a:r>
            <a:r>
              <a:rPr sz="2000" kern="0" spc="8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0.3</a:t>
            </a:r>
            <a:r>
              <a:rPr sz="2000" kern="0" spc="15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a:t>
            </a:r>
            <a:r>
              <a:rPr sz="2000" kern="0" spc="14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R</a:t>
            </a:r>
            <a:r>
              <a:rPr sz="2000" kern="0" spc="11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a:t>
            </a:r>
            <a:r>
              <a:rPr sz="2000" kern="0" spc="7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0.</a:t>
            </a:r>
            <a:r>
              <a:rPr sz="2000" kern="0" spc="-40" dirty="0">
                <a:solidFill>
                  <a:srgbClr val="5F7797">
                    <a:alpha val="100000"/>
                  </a:srgbClr>
                </a:solidFill>
                <a:latin typeface="Arial" panose="020B0604020202020204"/>
                <a:ea typeface="Arial" panose="020B0604020202020204"/>
                <a:cs typeface="Arial" panose="020B0604020202020204"/>
              </a:rPr>
              <a:t>5</a:t>
            </a:r>
            <a:r>
              <a:rPr sz="2000" kern="0" spc="1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a:t>
            </a:r>
            <a:r>
              <a:rPr sz="2000" kern="0" spc="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I</a:t>
            </a:r>
            <a:r>
              <a:rPr sz="2000" kern="0" spc="9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 3</a:t>
            </a:r>
            <a:r>
              <a:rPr sz="2000" kern="0" spc="17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 j</a:t>
            </a:r>
            <a:r>
              <a:rPr sz="2000" kern="0" spc="110" dirty="0">
                <a:solidFill>
                  <a:srgbClr val="5F7797">
                    <a:alpha val="100000"/>
                  </a:srgbClr>
                </a:solidFill>
                <a:latin typeface="Arial" panose="020B0604020202020204"/>
                <a:ea typeface="Arial" panose="020B0604020202020204"/>
                <a:cs typeface="Arial" panose="020B0604020202020204"/>
              </a:rPr>
              <a:t> </a:t>
            </a:r>
            <a:r>
              <a:rPr sz="2000" kern="0" spc="-40" dirty="0">
                <a:solidFill>
                  <a:srgbClr val="5F7797">
                    <a:alpha val="100000"/>
                  </a:srgbClr>
                </a:solidFill>
                <a:latin typeface="Arial" panose="020B0604020202020204"/>
                <a:ea typeface="Arial" panose="020B0604020202020204"/>
                <a:cs typeface="Arial" panose="020B0604020202020204"/>
              </a:rPr>
              <a:t>= 2</a:t>
            </a:r>
            <a:r>
              <a:rPr sz="2000" kern="0" spc="16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 Cs</a:t>
            </a:r>
            <a:r>
              <a:rPr sz="2000" kern="0" spc="11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a:t>
            </a:r>
            <a:r>
              <a:rPr sz="2000" kern="0" spc="7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0.7</a:t>
            </a:r>
            <a:r>
              <a:rPr sz="2000" kern="0" spc="15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a:t>
            </a:r>
            <a:r>
              <a:rPr sz="2000" kern="0" spc="14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R</a:t>
            </a:r>
            <a:r>
              <a:rPr sz="2000" kern="0" spc="12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a:t>
            </a:r>
            <a:r>
              <a:rPr sz="2000" kern="0" spc="7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0.5</a:t>
            </a:r>
            <a:r>
              <a:rPr sz="2000" kern="0" spc="12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newx(2)</a:t>
            </a:r>
            <a:r>
              <a:rPr sz="2000" kern="0" spc="8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a:t>
            </a:r>
            <a:r>
              <a:rPr sz="2000" kern="0" spc="60" dirty="0">
                <a:solidFill>
                  <a:srgbClr val="5F7797">
                    <a:alpha val="100000"/>
                  </a:srgbClr>
                </a:solidFill>
                <a:latin typeface="Arial" panose="020B0604020202020204"/>
                <a:ea typeface="Arial" panose="020B0604020202020204"/>
                <a:cs typeface="Arial" panose="020B0604020202020204"/>
              </a:rPr>
              <a:t> </a:t>
            </a:r>
            <a:r>
              <a:rPr sz="2000" kern="0" spc="-50" dirty="0">
                <a:solidFill>
                  <a:srgbClr val="5F7797">
                    <a:alpha val="100000"/>
                  </a:srgbClr>
                </a:solidFill>
                <a:latin typeface="Arial" panose="020B0604020202020204"/>
                <a:ea typeface="Arial" panose="020B0604020202020204"/>
                <a:cs typeface="Arial" panose="020B0604020202020204"/>
              </a:rPr>
              <a:t>old(3)</a:t>
            </a:r>
            <a:endParaRPr sz="2000" dirty="0">
              <a:latin typeface="Arial" panose="020B0604020202020204"/>
              <a:ea typeface="Arial" panose="020B0604020202020204"/>
              <a:cs typeface="Arial" panose="020B0604020202020204"/>
            </a:endParaRPr>
          </a:p>
          <a:p>
            <a:pPr marL="2769235" algn="l" rtl="0" eaLnBrk="0">
              <a:lnSpc>
                <a:spcPts val="680"/>
              </a:lnSpc>
              <a:spcBef>
                <a:spcPts val="1720"/>
              </a:spcBef>
            </a:pPr>
            <a:r>
              <a:rPr sz="2000" kern="0" spc="-10" dirty="0">
                <a:solidFill>
                  <a:srgbClr val="5F7797">
                    <a:alpha val="100000"/>
                  </a:srgbClr>
                </a:solidFill>
                <a:latin typeface="Arial" panose="020B0604020202020204"/>
                <a:ea typeface="Arial" panose="020B0604020202020204"/>
                <a:cs typeface="Arial" panose="020B0604020202020204"/>
              </a:rPr>
              <a:t>.</a:t>
            </a:r>
            <a:endParaRPr sz="2000" dirty="0">
              <a:latin typeface="Arial" panose="020B0604020202020204"/>
              <a:ea typeface="Arial" panose="020B0604020202020204"/>
              <a:cs typeface="Arial" panose="020B0604020202020204"/>
            </a:endParaRPr>
          </a:p>
          <a:p>
            <a:pPr marL="2769235" algn="l" rtl="0" eaLnBrk="0">
              <a:lnSpc>
                <a:spcPts val="680"/>
              </a:lnSpc>
              <a:spcBef>
                <a:spcPts val="1720"/>
              </a:spcBef>
            </a:pPr>
            <a:r>
              <a:rPr sz="2000" kern="0" spc="-10" dirty="0">
                <a:solidFill>
                  <a:srgbClr val="5F7797">
                    <a:alpha val="100000"/>
                  </a:srgbClr>
                </a:solidFill>
                <a:latin typeface="Arial" panose="020B0604020202020204"/>
                <a:ea typeface="Arial" panose="020B0604020202020204"/>
                <a:cs typeface="Arial" panose="020B0604020202020204"/>
              </a:rPr>
              <a:t>.</a:t>
            </a:r>
            <a:endParaRPr sz="2000" dirty="0">
              <a:latin typeface="Arial" panose="020B0604020202020204"/>
              <a:ea typeface="Arial" panose="020B0604020202020204"/>
              <a:cs typeface="Arial" panose="020B0604020202020204"/>
            </a:endParaRPr>
          </a:p>
          <a:p>
            <a:pPr marL="2769235" algn="l" rtl="0" eaLnBrk="0">
              <a:lnSpc>
                <a:spcPts val="680"/>
              </a:lnSpc>
              <a:spcBef>
                <a:spcPts val="1720"/>
              </a:spcBef>
            </a:pPr>
            <a:r>
              <a:rPr sz="2000" kern="0" spc="-10" dirty="0">
                <a:solidFill>
                  <a:srgbClr val="5F7797">
                    <a:alpha val="100000"/>
                  </a:srgbClr>
                </a:solidFill>
                <a:latin typeface="Arial" panose="020B0604020202020204"/>
                <a:ea typeface="Arial" panose="020B0604020202020204"/>
                <a:cs typeface="Arial" panose="020B0604020202020204"/>
              </a:rPr>
              <a:t>.</a:t>
            </a:r>
            <a:endParaRPr sz="2000" dirty="0">
              <a:latin typeface="Arial" panose="020B0604020202020204"/>
              <a:ea typeface="Arial" panose="020B0604020202020204"/>
              <a:cs typeface="Arial" panose="020B0604020202020204"/>
            </a:endParaRPr>
          </a:p>
          <a:p>
            <a:pPr marL="12700" algn="l" rtl="0" eaLnBrk="0">
              <a:lnSpc>
                <a:spcPct val="99000"/>
              </a:lnSpc>
              <a:spcBef>
                <a:spcPts val="270"/>
              </a:spcBef>
            </a:pP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相当于把原来乱序的判断做一个顺序的调整，</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这</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样可以使得</a:t>
            </a:r>
            <a:endParaRPr sz="2000" dirty="0">
              <a:latin typeface="微软雅黑" panose="020B0503020204020204" charset="-122"/>
              <a:ea typeface="微软雅黑" panose="020B0503020204020204" charset="-122"/>
              <a:cs typeface="微软雅黑" panose="020B0503020204020204" charset="-122"/>
            </a:endParaRPr>
          </a:p>
          <a:p>
            <a:pPr marL="1659890" algn="l" rtl="0" eaLnBrk="0">
              <a:lnSpc>
                <a:spcPct val="80000"/>
              </a:lnSpc>
              <a:spcBef>
                <a:spcPts val="260"/>
              </a:spcBef>
            </a:pPr>
            <a:r>
              <a:rPr sz="2000" kern="0" spc="-10" dirty="0">
                <a:solidFill>
                  <a:srgbClr val="5F7797">
                    <a:alpha val="100000"/>
                  </a:srgbClr>
                </a:solidFill>
                <a:latin typeface="Arial" panose="020B0604020202020204"/>
                <a:ea typeface="Arial" panose="020B0604020202020204"/>
                <a:cs typeface="Arial" panose="020B0604020202020204"/>
              </a:rPr>
              <a:t>R&lt; 0.7     0.</a:t>
            </a:r>
            <a:r>
              <a:rPr sz="2000" kern="0" spc="-20" dirty="0">
                <a:solidFill>
                  <a:srgbClr val="5F7797">
                    <a:alpha val="100000"/>
                  </a:srgbClr>
                </a:solidFill>
                <a:latin typeface="Arial" panose="020B0604020202020204"/>
                <a:ea typeface="Arial" panose="020B0604020202020204"/>
                <a:cs typeface="Arial" panose="020B0604020202020204"/>
              </a:rPr>
              <a:t>3&lt;R&lt;0.7</a:t>
            </a:r>
            <a:endParaRPr sz="2000" dirty="0">
              <a:latin typeface="Arial" panose="020B0604020202020204"/>
              <a:ea typeface="Arial" panose="020B0604020202020204"/>
              <a:cs typeface="Arial" panose="020B0604020202020204"/>
            </a:endParaRPr>
          </a:p>
        </p:txBody>
      </p:sp>
      <p:pic>
        <p:nvPicPr>
          <p:cNvPr id="404" name="picture 404"/>
          <p:cNvPicPr>
            <a:picLocks noChangeAspect="1"/>
          </p:cNvPicPr>
          <p:nvPr/>
        </p:nvPicPr>
        <p:blipFill>
          <a:blip r:embed="rId3"/>
          <a:stretch>
            <a:fillRect/>
          </a:stretch>
        </p:blipFill>
        <p:spPr>
          <a:xfrm rot="21600000">
            <a:off x="2710913" y="6321307"/>
            <a:ext cx="248399" cy="159831"/>
          </a:xfrm>
          <a:prstGeom prst="rect">
            <a:avLst/>
          </a:prstGeom>
        </p:spPr>
      </p:pic>
      <p:sp>
        <p:nvSpPr>
          <p:cNvPr id="406" name="textbox 406"/>
          <p:cNvSpPr/>
          <p:nvPr/>
        </p:nvSpPr>
        <p:spPr>
          <a:xfrm>
            <a:off x="6350006" y="3501121"/>
            <a:ext cx="3971925" cy="308927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a:p>
            <a:pPr marL="22225" indent="-9525" algn="l" rtl="0" eaLnBrk="0">
              <a:lnSpc>
                <a:spcPct val="98000"/>
              </a:lnSpc>
            </a:pPr>
            <a:r>
              <a:rPr sz="2000" kern="0" spc="0" dirty="0">
                <a:solidFill>
                  <a:srgbClr val="5F7797">
                    <a:alpha val="100000"/>
                  </a:srgbClr>
                </a:solidFill>
                <a:latin typeface="Cambria Math" panose="02040503050406030204"/>
                <a:ea typeface="Cambria Math" panose="02040503050406030204"/>
                <a:cs typeface="Cambria Math" panose="02040503050406030204"/>
              </a:rPr>
              <a:t>p</a:t>
            </a:r>
            <a:r>
              <a:rPr sz="2200" kern="0" spc="0" baseline="-5000" dirty="0">
                <a:solidFill>
                  <a:srgbClr val="5F7797">
                    <a:alpha val="100000"/>
                  </a:srgbClr>
                </a:solidFill>
                <a:latin typeface="Cambria Math" panose="02040503050406030204"/>
                <a:ea typeface="Cambria Math" panose="02040503050406030204"/>
                <a:cs typeface="Cambria Math" panose="02040503050406030204"/>
              </a:rPr>
              <a:t>i</a:t>
            </a:r>
            <a:r>
              <a:rPr sz="1400" kern="0" spc="80" dirty="0">
                <a:solidFill>
                  <a:srgbClr val="5F7797">
                    <a:alpha val="100000"/>
                  </a:srgbClr>
                </a:solidFill>
                <a:latin typeface="Cambria Math" panose="02040503050406030204"/>
                <a:ea typeface="Cambria Math" panose="02040503050406030204"/>
                <a:cs typeface="Cambria Math" panose="02040503050406030204"/>
              </a:rPr>
              <a:t>   </a:t>
            </a:r>
            <a:r>
              <a:rPr sz="2000" kern="0" spc="80" dirty="0">
                <a:solidFill>
                  <a:srgbClr val="5F7797">
                    <a:alpha val="100000"/>
                  </a:srgbClr>
                </a:solidFill>
                <a:latin typeface="Arial" panose="020B0604020202020204"/>
                <a:ea typeface="Arial" panose="020B0604020202020204"/>
                <a:cs typeface="Arial" panose="020B0604020202020204"/>
              </a:rPr>
              <a:t>= </a:t>
            </a:r>
            <a:r>
              <a:rPr sz="2000" kern="0" spc="80" dirty="0">
                <a:solidFill>
                  <a:srgbClr val="5F7797">
                    <a:alpha val="100000"/>
                  </a:srgbClr>
                </a:solidFill>
                <a:latin typeface="Cambria Math" panose="02040503050406030204"/>
                <a:ea typeface="Cambria Math" panose="02040503050406030204"/>
                <a:cs typeface="Cambria Math" panose="02040503050406030204"/>
              </a:rPr>
              <a:t>f(</a:t>
            </a:r>
            <a:r>
              <a:rPr sz="2000" kern="0" spc="0" dirty="0">
                <a:solidFill>
                  <a:srgbClr val="5F7797">
                    <a:alpha val="100000"/>
                  </a:srgbClr>
                </a:solidFill>
                <a:latin typeface="Cambria Math" panose="02040503050406030204"/>
                <a:ea typeface="Cambria Math" panose="02040503050406030204"/>
                <a:cs typeface="Cambria Math" panose="02040503050406030204"/>
              </a:rPr>
              <a:t>x</a:t>
            </a:r>
            <a:r>
              <a:rPr sz="1400" kern="0" spc="0" dirty="0">
                <a:solidFill>
                  <a:srgbClr val="5F7797">
                    <a:alpha val="100000"/>
                  </a:srgbClr>
                </a:solidFill>
                <a:latin typeface="Cambria Math" panose="02040503050406030204"/>
                <a:ea typeface="Cambria Math" panose="02040503050406030204"/>
                <a:cs typeface="Cambria Math" panose="02040503050406030204"/>
              </a:rPr>
              <a:t>i</a:t>
            </a:r>
            <a:r>
              <a:rPr sz="2000" kern="0" spc="80" dirty="0">
                <a:solidFill>
                  <a:srgbClr val="5F7797">
                    <a:alpha val="100000"/>
                  </a:srgbClr>
                </a:solidFill>
                <a:latin typeface="Cambria Math" panose="02040503050406030204"/>
                <a:ea typeface="Cambria Math" panose="02040503050406030204"/>
                <a:cs typeface="Cambria Math" panose="02040503050406030204"/>
              </a:rPr>
              <a:t>)/Σ</a:t>
            </a:r>
            <a:r>
              <a:rPr sz="2000" kern="0" spc="-120" dirty="0">
                <a:solidFill>
                  <a:srgbClr val="5F7797">
                    <a:alpha val="100000"/>
                  </a:srgbClr>
                </a:solidFill>
                <a:latin typeface="Cambria Math" panose="02040503050406030204"/>
                <a:ea typeface="Cambria Math" panose="02040503050406030204"/>
                <a:cs typeface="Cambria Math" panose="02040503050406030204"/>
              </a:rPr>
              <a:t> </a:t>
            </a:r>
            <a:r>
              <a:rPr sz="2000" kern="0" spc="80" dirty="0">
                <a:solidFill>
                  <a:srgbClr val="5F7797">
                    <a:alpha val="100000"/>
                  </a:srgbClr>
                </a:solidFill>
                <a:latin typeface="Cambria Math" panose="02040503050406030204"/>
                <a:ea typeface="Cambria Math" panose="02040503050406030204"/>
                <a:cs typeface="Cambria Math" panose="02040503050406030204"/>
              </a:rPr>
              <a:t>f</a:t>
            </a:r>
            <a:r>
              <a:rPr sz="2000" kern="0" spc="70" dirty="0">
                <a:solidFill>
                  <a:srgbClr val="5F7797">
                    <a:alpha val="100000"/>
                  </a:srgbClr>
                </a:solidFill>
                <a:latin typeface="Cambria Math" panose="02040503050406030204"/>
                <a:ea typeface="Cambria Math" panose="02040503050406030204"/>
                <a:cs typeface="Cambria Math" panose="02040503050406030204"/>
              </a:rPr>
              <a:t>(</a:t>
            </a:r>
            <a:r>
              <a:rPr sz="2000" kern="0" spc="0" dirty="0">
                <a:solidFill>
                  <a:srgbClr val="5F7797">
                    <a:alpha val="100000"/>
                  </a:srgbClr>
                </a:solidFill>
                <a:latin typeface="Cambria Math" panose="02040503050406030204"/>
                <a:ea typeface="Cambria Math" panose="02040503050406030204"/>
                <a:cs typeface="Cambria Math" panose="02040503050406030204"/>
              </a:rPr>
              <a:t>x</a:t>
            </a:r>
            <a:r>
              <a:rPr sz="1400" kern="0" spc="0" dirty="0">
                <a:solidFill>
                  <a:srgbClr val="5F7797">
                    <a:alpha val="100000"/>
                  </a:srgbClr>
                </a:solidFill>
                <a:latin typeface="Cambria Math" panose="02040503050406030204"/>
                <a:ea typeface="Cambria Math" panose="02040503050406030204"/>
                <a:cs typeface="Cambria Math" panose="02040503050406030204"/>
              </a:rPr>
              <a:t>i</a:t>
            </a:r>
            <a:r>
              <a:rPr sz="2000" kern="0" spc="70" dirty="0">
                <a:solidFill>
                  <a:srgbClr val="5F7797">
                    <a:alpha val="100000"/>
                  </a:srgbClr>
                </a:solidFill>
                <a:latin typeface="Cambria Math" panose="02040503050406030204"/>
                <a:ea typeface="Cambria Math" panose="02040503050406030204"/>
                <a:cs typeface="Cambria Math" panose="02040503050406030204"/>
              </a:rPr>
              <a:t>) </a:t>
            </a:r>
            <a:r>
              <a:rPr sz="2000" kern="0" spc="70" dirty="0">
                <a:solidFill>
                  <a:srgbClr val="5F7797">
                    <a:alpha val="100000"/>
                  </a:srgbClr>
                </a:solidFill>
                <a:latin typeface="Arial" panose="020B0604020202020204"/>
                <a:ea typeface="Arial" panose="020B0604020202020204"/>
                <a:cs typeface="Arial" panose="020B0604020202020204"/>
              </a:rPr>
              <a:t>// 0.2 0.1 0.4 0.3</a:t>
            </a:r>
            <a:r>
              <a:rPr sz="2000" kern="0" spc="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Arial" panose="020B0604020202020204"/>
                <a:ea typeface="Arial" panose="020B0604020202020204"/>
                <a:cs typeface="Arial" panose="020B0604020202020204"/>
              </a:rPr>
              <a:t>Cs = cumsum(</a:t>
            </a:r>
            <a:r>
              <a:rPr sz="2000" kern="0" spc="-10" dirty="0">
                <a:solidFill>
                  <a:srgbClr val="5F7797">
                    <a:alpha val="100000"/>
                  </a:srgbClr>
                </a:solidFill>
                <a:latin typeface="Cambria Math" panose="02040503050406030204"/>
                <a:ea typeface="Cambria Math" panose="02040503050406030204"/>
                <a:cs typeface="Cambria Math" panose="02040503050406030204"/>
              </a:rPr>
              <a:t>p</a:t>
            </a:r>
            <a:r>
              <a:rPr sz="1400" kern="0" spc="-10" dirty="0">
                <a:solidFill>
                  <a:srgbClr val="5F7797">
                    <a:alpha val="100000"/>
                  </a:srgbClr>
                </a:solidFill>
                <a:latin typeface="Cambria Math" panose="02040503050406030204"/>
                <a:ea typeface="Cambria Math" panose="02040503050406030204"/>
                <a:cs typeface="Cambria Math" panose="02040503050406030204"/>
              </a:rPr>
              <a:t>i</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r>
              <a:rPr sz="2000" kern="0" spc="-47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20" dirty="0">
                <a:solidFill>
                  <a:srgbClr val="5F7797">
                    <a:alpha val="100000"/>
                  </a:srgbClr>
                </a:solidFill>
                <a:latin typeface="Arial" panose="020B0604020202020204"/>
                <a:ea typeface="Arial" panose="020B0604020202020204"/>
                <a:cs typeface="Arial" panose="020B0604020202020204"/>
              </a:rPr>
              <a:t>// 0.2</a:t>
            </a:r>
            <a:r>
              <a:rPr sz="2000" kern="0" spc="7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0.3</a:t>
            </a:r>
            <a:r>
              <a:rPr sz="2000" kern="0" spc="7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0.7</a:t>
            </a:r>
            <a:r>
              <a:rPr sz="2000" kern="0" spc="21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1.0</a:t>
            </a:r>
            <a:r>
              <a:rPr sz="2000" kern="0" spc="0" dirty="0">
                <a:solidFill>
                  <a:srgbClr val="5F7797">
                    <a:alpha val="100000"/>
                  </a:srgbClr>
                </a:solidFill>
                <a:latin typeface="Arial" panose="020B0604020202020204"/>
                <a:ea typeface="Arial" panose="020B0604020202020204"/>
                <a:cs typeface="Arial" panose="020B0604020202020204"/>
              </a:rPr>
              <a:t> </a:t>
            </a:r>
            <a:r>
              <a:rPr sz="1900" kern="0" spc="-50" dirty="0">
                <a:solidFill>
                  <a:srgbClr val="5F7797">
                    <a:alpha val="100000"/>
                  </a:srgbClr>
                </a:solidFill>
                <a:latin typeface="Arial" panose="020B0604020202020204"/>
                <a:ea typeface="Arial" panose="020B0604020202020204"/>
                <a:cs typeface="Arial" panose="020B0604020202020204"/>
              </a:rPr>
              <a:t>i</a:t>
            </a:r>
            <a:r>
              <a:rPr sz="1900" kern="0" spc="130" dirty="0">
                <a:solidFill>
                  <a:srgbClr val="5F7797">
                    <a:alpha val="100000"/>
                  </a:srgbClr>
                </a:solidFill>
                <a:latin typeface="Arial" panose="020B0604020202020204"/>
                <a:ea typeface="Arial" panose="020B0604020202020204"/>
                <a:cs typeface="Arial" panose="020B0604020202020204"/>
              </a:rPr>
              <a:t> </a:t>
            </a:r>
            <a:r>
              <a:rPr sz="1900" kern="0" spc="-50" dirty="0">
                <a:solidFill>
                  <a:srgbClr val="5F7797">
                    <a:alpha val="100000"/>
                  </a:srgbClr>
                </a:solidFill>
                <a:latin typeface="Arial" panose="020B0604020202020204"/>
                <a:ea typeface="Arial" panose="020B0604020202020204"/>
                <a:cs typeface="Arial" panose="020B0604020202020204"/>
              </a:rPr>
              <a:t>=</a:t>
            </a:r>
            <a:r>
              <a:rPr sz="1900" kern="0" spc="230" dirty="0">
                <a:solidFill>
                  <a:srgbClr val="5F7797">
                    <a:alpha val="100000"/>
                  </a:srgbClr>
                </a:solidFill>
                <a:latin typeface="Arial" panose="020B0604020202020204"/>
                <a:ea typeface="Arial" panose="020B0604020202020204"/>
                <a:cs typeface="Arial" panose="020B0604020202020204"/>
              </a:rPr>
              <a:t> </a:t>
            </a:r>
            <a:r>
              <a:rPr sz="1900" kern="0" spc="-50" dirty="0">
                <a:solidFill>
                  <a:srgbClr val="5F7797">
                    <a:alpha val="100000"/>
                  </a:srgbClr>
                </a:solidFill>
                <a:latin typeface="Arial" panose="020B0604020202020204"/>
                <a:ea typeface="Arial" panose="020B0604020202020204"/>
                <a:cs typeface="Arial" panose="020B0604020202020204"/>
              </a:rPr>
              <a:t>1</a:t>
            </a:r>
            <a:r>
              <a:rPr sz="1900" kern="0" spc="200" dirty="0">
                <a:solidFill>
                  <a:srgbClr val="5F7797">
                    <a:alpha val="100000"/>
                  </a:srgbClr>
                </a:solidFill>
                <a:latin typeface="Arial" panose="020B0604020202020204"/>
                <a:ea typeface="Arial" panose="020B0604020202020204"/>
                <a:cs typeface="Arial" panose="020B0604020202020204"/>
              </a:rPr>
              <a:t> </a:t>
            </a:r>
            <a:r>
              <a:rPr sz="1900" kern="0" spc="-50" dirty="0">
                <a:solidFill>
                  <a:srgbClr val="5F7797">
                    <a:alpha val="100000"/>
                  </a:srgbClr>
                </a:solidFill>
                <a:latin typeface="Arial" panose="020B0604020202020204"/>
                <a:ea typeface="Arial" panose="020B0604020202020204"/>
                <a:cs typeface="Arial" panose="020B0604020202020204"/>
              </a:rPr>
              <a:t>,</a:t>
            </a:r>
            <a:r>
              <a:rPr sz="1900" kern="0" spc="-90" dirty="0">
                <a:solidFill>
                  <a:srgbClr val="5F7797">
                    <a:alpha val="100000"/>
                  </a:srgbClr>
                </a:solidFill>
                <a:latin typeface="Arial" panose="020B0604020202020204"/>
                <a:ea typeface="Arial" panose="020B0604020202020204"/>
                <a:cs typeface="Arial" panose="020B0604020202020204"/>
              </a:rPr>
              <a:t> </a:t>
            </a:r>
            <a:r>
              <a:rPr sz="1900" kern="0" spc="-50" dirty="0">
                <a:solidFill>
                  <a:srgbClr val="5F7797">
                    <a:alpha val="100000"/>
                  </a:srgbClr>
                </a:solidFill>
                <a:latin typeface="Arial" panose="020B0604020202020204"/>
                <a:ea typeface="Arial" panose="020B0604020202020204"/>
                <a:cs typeface="Arial" panose="020B0604020202020204"/>
              </a:rPr>
              <a:t>j</a:t>
            </a:r>
            <a:r>
              <a:rPr sz="1900" kern="0" spc="140" dirty="0">
                <a:solidFill>
                  <a:srgbClr val="5F7797">
                    <a:alpha val="100000"/>
                  </a:srgbClr>
                </a:solidFill>
                <a:latin typeface="Arial" panose="020B0604020202020204"/>
                <a:ea typeface="Arial" panose="020B0604020202020204"/>
                <a:cs typeface="Arial" panose="020B0604020202020204"/>
              </a:rPr>
              <a:t> </a:t>
            </a:r>
            <a:r>
              <a:rPr sz="1900" kern="0" spc="-50" dirty="0">
                <a:solidFill>
                  <a:srgbClr val="5F7797">
                    <a:alpha val="100000"/>
                  </a:srgbClr>
                </a:solidFill>
                <a:latin typeface="Arial" panose="020B0604020202020204"/>
                <a:ea typeface="Arial" panose="020B0604020202020204"/>
                <a:cs typeface="Arial" panose="020B0604020202020204"/>
              </a:rPr>
              <a:t>=</a:t>
            </a:r>
            <a:r>
              <a:rPr sz="1900" kern="0" spc="220" dirty="0">
                <a:solidFill>
                  <a:srgbClr val="5F7797">
                    <a:alpha val="100000"/>
                  </a:srgbClr>
                </a:solidFill>
                <a:latin typeface="Arial" panose="020B0604020202020204"/>
                <a:ea typeface="Arial" panose="020B0604020202020204"/>
                <a:cs typeface="Arial" panose="020B0604020202020204"/>
              </a:rPr>
              <a:t> </a:t>
            </a:r>
            <a:r>
              <a:rPr sz="1900" kern="0" spc="-50" dirty="0">
                <a:solidFill>
                  <a:srgbClr val="5F7797">
                    <a:alpha val="100000"/>
                  </a:srgbClr>
                </a:solidFill>
                <a:latin typeface="Arial" panose="020B0604020202020204"/>
                <a:ea typeface="Arial" panose="020B0604020202020204"/>
                <a:cs typeface="Arial" panose="020B0604020202020204"/>
              </a:rPr>
              <a:t>1</a:t>
            </a:r>
            <a:endParaRPr sz="1900" dirty="0">
              <a:latin typeface="Arial" panose="020B0604020202020204"/>
              <a:ea typeface="Arial" panose="020B0604020202020204"/>
              <a:cs typeface="Arial" panose="020B0604020202020204"/>
            </a:endParaRPr>
          </a:p>
          <a:p>
            <a:pPr marL="12700" indent="16510" algn="l" rtl="0" eaLnBrk="0">
              <a:lnSpc>
                <a:spcPct val="90000"/>
              </a:lnSpc>
              <a:spcBef>
                <a:spcPts val="485"/>
              </a:spcBef>
            </a:pPr>
            <a:r>
              <a:rPr sz="2000" kern="0" spc="-20" dirty="0">
                <a:solidFill>
                  <a:srgbClr val="5F7797">
                    <a:alpha val="100000"/>
                  </a:srgbClr>
                </a:solidFill>
                <a:latin typeface="Arial" panose="020B0604020202020204"/>
                <a:ea typeface="Arial" panose="020B0604020202020204"/>
                <a:cs typeface="Arial" panose="020B0604020202020204"/>
              </a:rPr>
              <a:t>R = sort(</a:t>
            </a:r>
            <a:r>
              <a:rPr sz="2000" kern="0" spc="10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rand(4)</a:t>
            </a:r>
            <a:r>
              <a:rPr sz="2000" kern="0" spc="8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 //</a:t>
            </a:r>
            <a:r>
              <a:rPr sz="2000" kern="0" spc="6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0.1</a:t>
            </a:r>
            <a:r>
              <a:rPr sz="2000" kern="0" spc="7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0.5</a:t>
            </a:r>
            <a:r>
              <a:rPr sz="2000" kern="0" spc="8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0.6</a:t>
            </a:r>
            <a:r>
              <a:rPr sz="2000" kern="0" spc="7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0.8</a:t>
            </a:r>
            <a:r>
              <a:rPr sz="2000" kern="0" spc="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Arial" panose="020B0604020202020204"/>
                <a:ea typeface="Arial" panose="020B0604020202020204"/>
                <a:cs typeface="Arial" panose="020B0604020202020204"/>
              </a:rPr>
              <a:t>While</a:t>
            </a:r>
            <a:r>
              <a:rPr sz="2000" kern="0" spc="48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Arial" panose="020B0604020202020204"/>
                <a:ea typeface="Arial" panose="020B0604020202020204"/>
                <a:cs typeface="Arial" panose="020B0604020202020204"/>
              </a:rPr>
              <a:t>j</a:t>
            </a:r>
            <a:r>
              <a:rPr sz="2000" kern="0" spc="11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Arial" panose="020B0604020202020204"/>
                <a:ea typeface="Arial" panose="020B0604020202020204"/>
                <a:cs typeface="Arial" panose="020B0604020202020204"/>
              </a:rPr>
              <a:t>&lt;=</a:t>
            </a:r>
            <a:r>
              <a:rPr sz="2000" kern="0" spc="100" dirty="0">
                <a:solidFill>
                  <a:srgbClr val="5F7797">
                    <a:alpha val="100000"/>
                  </a:srgbClr>
                </a:solidFill>
                <a:latin typeface="Arial" panose="020B0604020202020204"/>
                <a:ea typeface="Arial" panose="020B0604020202020204"/>
                <a:cs typeface="Arial" panose="020B0604020202020204"/>
              </a:rPr>
              <a:t> </a:t>
            </a:r>
            <a:r>
              <a:rPr sz="2000" kern="0" spc="-10" dirty="0">
                <a:solidFill>
                  <a:srgbClr val="5F7797">
                    <a:alpha val="100000"/>
                  </a:srgbClr>
                </a:solidFill>
                <a:latin typeface="Arial" panose="020B0604020202020204"/>
                <a:ea typeface="Arial" panose="020B0604020202020204"/>
                <a:cs typeface="Arial" panose="020B0604020202020204"/>
              </a:rPr>
              <a:t>n</a:t>
            </a:r>
            <a:endParaRPr sz="2000" dirty="0">
              <a:latin typeface="Arial" panose="020B0604020202020204"/>
              <a:ea typeface="Arial" panose="020B0604020202020204"/>
              <a:cs typeface="Arial" panose="020B0604020202020204"/>
            </a:endParaRPr>
          </a:p>
          <a:p>
            <a:pPr marL="940435" algn="l" rtl="0" eaLnBrk="0">
              <a:lnSpc>
                <a:spcPct val="91000"/>
              </a:lnSpc>
              <a:spcBef>
                <a:spcPts val="290"/>
              </a:spcBef>
            </a:pPr>
            <a:r>
              <a:rPr sz="2000" kern="0" spc="-30" dirty="0">
                <a:solidFill>
                  <a:srgbClr val="5F7797">
                    <a:alpha val="100000"/>
                  </a:srgbClr>
                </a:solidFill>
                <a:latin typeface="Arial" panose="020B0604020202020204"/>
                <a:ea typeface="Arial" panose="020B0604020202020204"/>
                <a:cs typeface="Arial" panose="020B0604020202020204"/>
              </a:rPr>
              <a:t>if R</a:t>
            </a: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r>
              <a:rPr sz="2000" kern="0" spc="-30" dirty="0">
                <a:solidFill>
                  <a:srgbClr val="5F7797">
                    <a:alpha val="100000"/>
                  </a:srgbClr>
                </a:solidFill>
                <a:latin typeface="Arial" panose="020B0604020202020204"/>
                <a:ea typeface="Arial" panose="020B0604020202020204"/>
                <a:cs typeface="Arial" panose="020B0604020202020204"/>
              </a:rPr>
              <a:t>j</a:t>
            </a: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r>
              <a:rPr sz="2000" kern="0" spc="110" dirty="0">
                <a:solidFill>
                  <a:srgbClr val="5F7797">
                    <a:alpha val="100000"/>
                  </a:srgbClr>
                </a:solidFill>
                <a:latin typeface="微软雅黑" panose="020B0503020204020204" charset="-122"/>
                <a:ea typeface="微软雅黑" panose="020B0503020204020204" charset="-122"/>
                <a:cs typeface="微软雅黑" panose="020B0503020204020204" charset="-122"/>
              </a:rPr>
              <a:t> </a:t>
            </a:r>
            <a:r>
              <a:rPr sz="2000" kern="0" spc="-30" dirty="0">
                <a:solidFill>
                  <a:srgbClr val="5F7797">
                    <a:alpha val="100000"/>
                  </a:srgbClr>
                </a:solidFill>
                <a:latin typeface="Arial" panose="020B0604020202020204"/>
                <a:ea typeface="Arial" panose="020B0604020202020204"/>
                <a:cs typeface="Arial" panose="020B0604020202020204"/>
              </a:rPr>
              <a:t>&lt;</a:t>
            </a:r>
            <a:r>
              <a:rPr sz="2000" kern="0" spc="80" dirty="0">
                <a:solidFill>
                  <a:srgbClr val="5F7797">
                    <a:alpha val="100000"/>
                  </a:srgbClr>
                </a:solidFill>
                <a:latin typeface="Arial" panose="020B0604020202020204"/>
                <a:ea typeface="Arial" panose="020B0604020202020204"/>
                <a:cs typeface="Arial" panose="020B0604020202020204"/>
              </a:rPr>
              <a:t> </a:t>
            </a:r>
            <a:r>
              <a:rPr sz="2000" kern="0" spc="-30" dirty="0">
                <a:solidFill>
                  <a:srgbClr val="5F7797">
                    <a:alpha val="100000"/>
                  </a:srgbClr>
                </a:solidFill>
                <a:latin typeface="Arial" panose="020B0604020202020204"/>
                <a:ea typeface="Arial" panose="020B0604020202020204"/>
                <a:cs typeface="Arial" panose="020B0604020202020204"/>
              </a:rPr>
              <a:t>Cs(i)</a:t>
            </a:r>
            <a:endParaRPr sz="2000" dirty="0">
              <a:latin typeface="Arial" panose="020B0604020202020204"/>
              <a:ea typeface="Arial" panose="020B0604020202020204"/>
              <a:cs typeface="Arial" panose="020B0604020202020204"/>
            </a:endParaRPr>
          </a:p>
          <a:p>
            <a:pPr marL="1826895" indent="27940" algn="l" rtl="0" eaLnBrk="0">
              <a:lnSpc>
                <a:spcPct val="90000"/>
              </a:lnSpc>
              <a:spcBef>
                <a:spcPts val="405"/>
              </a:spcBef>
            </a:pPr>
            <a:r>
              <a:rPr sz="2000" kern="0" spc="-10" dirty="0">
                <a:solidFill>
                  <a:srgbClr val="5F7797">
                    <a:alpha val="100000"/>
                  </a:srgbClr>
                </a:solidFill>
                <a:latin typeface="Arial" panose="020B0604020202020204"/>
                <a:ea typeface="Arial" panose="020B0604020202020204"/>
                <a:cs typeface="Arial" panose="020B0604020202020204"/>
              </a:rPr>
              <a:t>newx(j) =</a:t>
            </a:r>
            <a:r>
              <a:rPr sz="2000" kern="0" spc="6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oldx(i)</a:t>
            </a:r>
            <a:r>
              <a:rPr sz="2000" kern="0" spc="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j</a:t>
            </a:r>
            <a:r>
              <a:rPr sz="2000" kern="0" spc="14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a:t>
            </a:r>
            <a:r>
              <a:rPr sz="2000" kern="0" spc="-10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j</a:t>
            </a:r>
            <a:r>
              <a:rPr sz="2000" kern="0" spc="10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a:t>
            </a:r>
            <a:r>
              <a:rPr sz="2000" kern="0" spc="210" dirty="0">
                <a:solidFill>
                  <a:srgbClr val="5F7797">
                    <a:alpha val="100000"/>
                  </a:srgbClr>
                </a:solidFill>
                <a:latin typeface="Arial" panose="020B0604020202020204"/>
                <a:ea typeface="Arial" panose="020B0604020202020204"/>
                <a:cs typeface="Arial" panose="020B0604020202020204"/>
              </a:rPr>
              <a:t> </a:t>
            </a:r>
            <a:r>
              <a:rPr sz="2000" kern="0" spc="-20" dirty="0">
                <a:solidFill>
                  <a:srgbClr val="5F7797">
                    <a:alpha val="100000"/>
                  </a:srgbClr>
                </a:solidFill>
                <a:latin typeface="Arial" panose="020B0604020202020204"/>
                <a:ea typeface="Arial" panose="020B0604020202020204"/>
                <a:cs typeface="Arial" panose="020B0604020202020204"/>
              </a:rPr>
              <a:t>1</a:t>
            </a:r>
            <a:endParaRPr sz="2000" dirty="0">
              <a:latin typeface="Arial" panose="020B0604020202020204"/>
              <a:ea typeface="Arial" panose="020B0604020202020204"/>
              <a:cs typeface="Arial" panose="020B0604020202020204"/>
            </a:endParaRPr>
          </a:p>
          <a:p>
            <a:pPr marL="933450" algn="l" rtl="0" eaLnBrk="0">
              <a:lnSpc>
                <a:spcPct val="97000"/>
              </a:lnSpc>
              <a:spcBef>
                <a:spcPts val="470"/>
              </a:spcBef>
            </a:pPr>
            <a:r>
              <a:rPr sz="2000" kern="0" spc="-20" dirty="0">
                <a:solidFill>
                  <a:srgbClr val="5F7797">
                    <a:alpha val="100000"/>
                  </a:srgbClr>
                </a:solidFill>
                <a:latin typeface="Arial" panose="020B0604020202020204"/>
                <a:ea typeface="Arial" panose="020B0604020202020204"/>
                <a:cs typeface="Arial" panose="020B0604020202020204"/>
              </a:rPr>
              <a:t>else</a:t>
            </a:r>
            <a:endParaRPr sz="2000" dirty="0">
              <a:latin typeface="Arial" panose="020B0604020202020204"/>
              <a:ea typeface="Arial" panose="020B0604020202020204"/>
              <a:cs typeface="Arial" panose="020B0604020202020204"/>
            </a:endParaRPr>
          </a:p>
          <a:p>
            <a:pPr marL="1855470" algn="l" rtl="0" eaLnBrk="0">
              <a:lnSpc>
                <a:spcPts val="2335"/>
              </a:lnSpc>
              <a:spcBef>
                <a:spcPts val="65"/>
              </a:spcBef>
            </a:pPr>
            <a:r>
              <a:rPr sz="1900" kern="0" spc="-60" dirty="0">
                <a:solidFill>
                  <a:srgbClr val="5F7797">
                    <a:alpha val="100000"/>
                  </a:srgbClr>
                </a:solidFill>
                <a:latin typeface="Arial" panose="020B0604020202020204"/>
                <a:ea typeface="Arial" panose="020B0604020202020204"/>
                <a:cs typeface="Arial" panose="020B0604020202020204"/>
              </a:rPr>
              <a:t>i</a:t>
            </a:r>
            <a:r>
              <a:rPr sz="1900" kern="0" spc="130" dirty="0">
                <a:solidFill>
                  <a:srgbClr val="5F7797">
                    <a:alpha val="100000"/>
                  </a:srgbClr>
                </a:solidFill>
                <a:latin typeface="Arial" panose="020B0604020202020204"/>
                <a:ea typeface="Arial" panose="020B0604020202020204"/>
                <a:cs typeface="Arial" panose="020B0604020202020204"/>
              </a:rPr>
              <a:t> </a:t>
            </a:r>
            <a:r>
              <a:rPr sz="1900" kern="0" spc="-60" dirty="0">
                <a:solidFill>
                  <a:srgbClr val="5F7797">
                    <a:alpha val="100000"/>
                  </a:srgbClr>
                </a:solidFill>
                <a:latin typeface="Arial" panose="020B0604020202020204"/>
                <a:ea typeface="Arial" panose="020B0604020202020204"/>
                <a:cs typeface="Arial" panose="020B0604020202020204"/>
              </a:rPr>
              <a:t>=</a:t>
            </a:r>
            <a:r>
              <a:rPr sz="1900" kern="0" spc="150" dirty="0">
                <a:solidFill>
                  <a:srgbClr val="5F7797">
                    <a:alpha val="100000"/>
                  </a:srgbClr>
                </a:solidFill>
                <a:latin typeface="Arial" panose="020B0604020202020204"/>
                <a:ea typeface="Arial" panose="020B0604020202020204"/>
                <a:cs typeface="Arial" panose="020B0604020202020204"/>
              </a:rPr>
              <a:t> </a:t>
            </a:r>
            <a:r>
              <a:rPr sz="1900" kern="0" spc="-60" dirty="0">
                <a:solidFill>
                  <a:srgbClr val="5F7797">
                    <a:alpha val="100000"/>
                  </a:srgbClr>
                </a:solidFill>
                <a:latin typeface="Arial" panose="020B0604020202020204"/>
                <a:ea typeface="Arial" panose="020B0604020202020204"/>
                <a:cs typeface="Arial" panose="020B0604020202020204"/>
              </a:rPr>
              <a:t>i</a:t>
            </a:r>
            <a:r>
              <a:rPr sz="1900" kern="0" spc="130" dirty="0">
                <a:solidFill>
                  <a:srgbClr val="5F7797">
                    <a:alpha val="100000"/>
                  </a:srgbClr>
                </a:solidFill>
                <a:latin typeface="Arial" panose="020B0604020202020204"/>
                <a:ea typeface="Arial" panose="020B0604020202020204"/>
                <a:cs typeface="Arial" panose="020B0604020202020204"/>
              </a:rPr>
              <a:t> </a:t>
            </a:r>
            <a:r>
              <a:rPr sz="1900" kern="0" spc="-60" dirty="0">
                <a:solidFill>
                  <a:srgbClr val="5F7797">
                    <a:alpha val="100000"/>
                  </a:srgbClr>
                </a:solidFill>
                <a:latin typeface="Arial" panose="020B0604020202020204"/>
                <a:ea typeface="Arial" panose="020B0604020202020204"/>
                <a:cs typeface="Arial" panose="020B0604020202020204"/>
              </a:rPr>
              <a:t>+</a:t>
            </a:r>
            <a:r>
              <a:rPr sz="1900" kern="0" spc="230" dirty="0">
                <a:solidFill>
                  <a:srgbClr val="5F7797">
                    <a:alpha val="100000"/>
                  </a:srgbClr>
                </a:solidFill>
                <a:latin typeface="Arial" panose="020B0604020202020204"/>
                <a:ea typeface="Arial" panose="020B0604020202020204"/>
                <a:cs typeface="Arial" panose="020B0604020202020204"/>
              </a:rPr>
              <a:t> </a:t>
            </a:r>
            <a:r>
              <a:rPr sz="1900" kern="0" spc="-60" dirty="0">
                <a:solidFill>
                  <a:srgbClr val="5F7797">
                    <a:alpha val="100000"/>
                  </a:srgbClr>
                </a:solidFill>
                <a:latin typeface="Arial" panose="020B0604020202020204"/>
                <a:ea typeface="Arial" panose="020B0604020202020204"/>
                <a:cs typeface="Arial" panose="020B0604020202020204"/>
              </a:rPr>
              <a:t>1</a:t>
            </a:r>
            <a:endParaRPr sz="1900" dirty="0">
              <a:latin typeface="Arial" panose="020B0604020202020204"/>
              <a:ea typeface="Arial" panose="020B0604020202020204"/>
              <a:cs typeface="Arial" panose="020B0604020202020204"/>
            </a:endParaRPr>
          </a:p>
        </p:txBody>
      </p:sp>
      <p:sp>
        <p:nvSpPr>
          <p:cNvPr id="408" name="textbox 408"/>
          <p:cNvSpPr/>
          <p:nvPr/>
        </p:nvSpPr>
        <p:spPr>
          <a:xfrm>
            <a:off x="276402" y="178383"/>
            <a:ext cx="6913880" cy="91566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5000"/>
              </a:lnSpc>
            </a:pPr>
            <a:endParaRPr sz="1600" dirty="0">
              <a:latin typeface="Arial" panose="020B0604020202020204"/>
              <a:ea typeface="Arial" panose="020B0604020202020204"/>
              <a:cs typeface="Arial" panose="020B0604020202020204"/>
            </a:endParaRPr>
          </a:p>
          <a:p>
            <a:pPr algn="r" rtl="0" eaLnBrk="0">
              <a:lnSpc>
                <a:spcPct val="97000"/>
              </a:lnSpc>
            </a:pPr>
            <a:r>
              <a:rPr sz="3000" b="1" kern="0" spc="-20" dirty="0">
                <a:solidFill>
                  <a:srgbClr val="5F7797">
                    <a:alpha val="100000"/>
                  </a:srgbClr>
                </a:solidFill>
                <a:latin typeface="Arial" panose="020B0604020202020204"/>
                <a:ea typeface="Arial" panose="020B0604020202020204"/>
                <a:cs typeface="Arial" panose="020B0604020202020204"/>
              </a:rPr>
              <a:t>2.2 </a:t>
            </a:r>
            <a:r>
              <a:rPr sz="3000" b="1"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算法实现</a:t>
            </a:r>
            <a:endParaRPr sz="3000" dirty="0">
              <a:latin typeface="微软雅黑" panose="020B0503020204020204" charset="-122"/>
              <a:ea typeface="微软雅黑" panose="020B0503020204020204" charset="-122"/>
              <a:cs typeface="微软雅黑" panose="020B0503020204020204" charset="-122"/>
            </a:endParaRPr>
          </a:p>
        </p:txBody>
      </p:sp>
      <p:grpSp>
        <p:nvGrpSpPr>
          <p:cNvPr id="38" name="group 38"/>
          <p:cNvGrpSpPr/>
          <p:nvPr/>
        </p:nvGrpSpPr>
        <p:grpSpPr>
          <a:xfrm rot="21600000">
            <a:off x="1331722" y="1112266"/>
            <a:ext cx="2208783" cy="2133464"/>
            <a:chOff x="0" y="0"/>
            <a:chExt cx="2208783" cy="2133464"/>
          </a:xfrm>
        </p:grpSpPr>
        <p:grpSp>
          <p:nvGrpSpPr>
            <p:cNvPr id="40" name="group 40"/>
            <p:cNvGrpSpPr/>
            <p:nvPr/>
          </p:nvGrpSpPr>
          <p:grpSpPr>
            <a:xfrm rot="21600000">
              <a:off x="0" y="0"/>
              <a:ext cx="2208783" cy="2128011"/>
              <a:chOff x="0" y="0"/>
              <a:chExt cx="2208783" cy="2128011"/>
            </a:xfrm>
          </p:grpSpPr>
          <p:sp>
            <p:nvSpPr>
              <p:cNvPr id="410" name="path 410"/>
              <p:cNvSpPr/>
              <p:nvPr/>
            </p:nvSpPr>
            <p:spPr>
              <a:xfrm>
                <a:off x="6350" y="6350"/>
                <a:ext cx="2196083" cy="2115311"/>
              </a:xfrm>
              <a:custGeom>
                <a:avLst/>
                <a:gdLst/>
                <a:ahLst/>
                <a:cxnLst/>
                <a:rect l="0" t="0" r="0" b="0"/>
                <a:pathLst>
                  <a:path w="3458" h="3331">
                    <a:moveTo>
                      <a:pt x="0" y="1665"/>
                    </a:moveTo>
                    <a:cubicBezTo>
                      <a:pt x="0" y="745"/>
                      <a:pt x="774" y="0"/>
                      <a:pt x="1729" y="0"/>
                    </a:cubicBezTo>
                    <a:cubicBezTo>
                      <a:pt x="2684" y="0"/>
                      <a:pt x="3458" y="745"/>
                      <a:pt x="3458" y="1665"/>
                    </a:cubicBezTo>
                    <a:cubicBezTo>
                      <a:pt x="3458" y="2585"/>
                      <a:pt x="2684" y="3331"/>
                      <a:pt x="1729" y="3331"/>
                    </a:cubicBezTo>
                    <a:cubicBezTo>
                      <a:pt x="774" y="3331"/>
                      <a:pt x="0" y="2585"/>
                      <a:pt x="0" y="1665"/>
                    </a:cubicBezTo>
                  </a:path>
                </a:pathLst>
              </a:custGeom>
              <a:solidFill>
                <a:srgbClr val="F26E61">
                  <a:alpha val="100000"/>
                </a:srgbClr>
              </a:solidFill>
              <a:ln w="0" cap="flat">
                <a:noFill/>
                <a:prstDash val="solid"/>
                <a:miter lim="0"/>
              </a:ln>
            </p:spPr>
            <p:txBody>
              <a:bodyPr rtlCol="0"/>
              <a:lstStyle/>
              <a:p>
                <a:pPr algn="ctr"/>
                <a:endParaRPr lang="zh-CN" altLang="en-US"/>
              </a:p>
            </p:txBody>
          </p:sp>
          <p:sp>
            <p:nvSpPr>
              <p:cNvPr id="412" name="path 412"/>
              <p:cNvSpPr/>
              <p:nvPr/>
            </p:nvSpPr>
            <p:spPr>
              <a:xfrm>
                <a:off x="0" y="0"/>
                <a:ext cx="2208783" cy="2128011"/>
              </a:xfrm>
              <a:custGeom>
                <a:avLst/>
                <a:gdLst/>
                <a:ahLst/>
                <a:cxnLst/>
                <a:rect l="0" t="0" r="0" b="0"/>
                <a:pathLst>
                  <a:path w="3478" h="3351">
                    <a:moveTo>
                      <a:pt x="10" y="1675"/>
                    </a:moveTo>
                    <a:cubicBezTo>
                      <a:pt x="10" y="755"/>
                      <a:pt x="784" y="10"/>
                      <a:pt x="1739" y="10"/>
                    </a:cubicBezTo>
                    <a:cubicBezTo>
                      <a:pt x="2694" y="10"/>
                      <a:pt x="3468" y="755"/>
                      <a:pt x="3468" y="1675"/>
                    </a:cubicBezTo>
                    <a:cubicBezTo>
                      <a:pt x="3468" y="2595"/>
                      <a:pt x="2694" y="3341"/>
                      <a:pt x="1739" y="3341"/>
                    </a:cubicBezTo>
                    <a:cubicBezTo>
                      <a:pt x="784" y="3341"/>
                      <a:pt x="10" y="2595"/>
                      <a:pt x="10" y="1675"/>
                    </a:cubicBezTo>
                  </a:path>
                </a:pathLst>
              </a:custGeom>
              <a:noFill/>
              <a:ln w="12700" cap="flat">
                <a:solidFill>
                  <a:srgbClr val="B24F45"/>
                </a:solidFill>
                <a:prstDash val="solid"/>
                <a:miter lim="1000000"/>
              </a:ln>
            </p:spPr>
            <p:txBody>
              <a:bodyPr rtlCol="0"/>
              <a:lstStyle/>
              <a:p>
                <a:pPr algn="ctr"/>
                <a:endParaRPr lang="zh-CN" altLang="en-US"/>
              </a:p>
            </p:txBody>
          </p:sp>
          <p:sp>
            <p:nvSpPr>
              <p:cNvPr id="414" name="path 414"/>
              <p:cNvSpPr/>
              <p:nvPr/>
            </p:nvSpPr>
            <p:spPr>
              <a:xfrm>
                <a:off x="1117484" y="313057"/>
                <a:ext cx="795632" cy="728340"/>
              </a:xfrm>
              <a:custGeom>
                <a:avLst/>
                <a:gdLst/>
                <a:ahLst/>
                <a:cxnLst/>
                <a:rect l="0" t="0" r="0" b="0"/>
                <a:pathLst>
                  <a:path w="1252" h="1146">
                    <a:moveTo>
                      <a:pt x="20" y="1124"/>
                    </a:moveTo>
                    <a:lnTo>
                      <a:pt x="1232" y="22"/>
                    </a:lnTo>
                  </a:path>
                </a:pathLst>
              </a:custGeom>
              <a:noFill/>
              <a:ln w="38100" cap="flat">
                <a:solidFill>
                  <a:srgbClr val="FFFF00"/>
                </a:solidFill>
                <a:prstDash val="solid"/>
                <a:miter lim="1000000"/>
              </a:ln>
            </p:spPr>
            <p:txBody>
              <a:bodyPr rtlCol="0"/>
              <a:lstStyle/>
              <a:p>
                <a:pPr algn="ctr"/>
                <a:endParaRPr lang="zh-CN" altLang="en-US"/>
              </a:p>
            </p:txBody>
          </p:sp>
        </p:grpSp>
        <p:sp>
          <p:nvSpPr>
            <p:cNvPr id="416" name="textbox 416"/>
            <p:cNvSpPr/>
            <p:nvPr/>
          </p:nvSpPr>
          <p:spPr>
            <a:xfrm>
              <a:off x="1233373" y="307822"/>
              <a:ext cx="581659" cy="1093469"/>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80000"/>
                </a:lnSpc>
              </a:pPr>
              <a:r>
                <a:rPr sz="1800" kern="0" spc="-20" dirty="0">
                  <a:solidFill>
                    <a:srgbClr val="000000">
                      <a:alpha val="100000"/>
                    </a:srgbClr>
                  </a:solidFill>
                  <a:latin typeface="Arial" panose="020B0604020202020204"/>
                  <a:ea typeface="Arial" panose="020B0604020202020204"/>
                  <a:cs typeface="Arial" panose="020B0604020202020204"/>
                </a:rPr>
                <a:t>0.1</a:t>
              </a:r>
              <a:endParaRPr sz="18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14000"/>
                </a:lnSpc>
              </a:pPr>
              <a:endParaRPr sz="400" dirty="0">
                <a:latin typeface="Arial" panose="020B0604020202020204"/>
                <a:ea typeface="Arial" panose="020B0604020202020204"/>
                <a:cs typeface="Arial" panose="020B0604020202020204"/>
              </a:endParaRPr>
            </a:p>
            <a:p>
              <a:pPr algn="r" rtl="0" eaLnBrk="0">
                <a:lnSpc>
                  <a:spcPct val="80000"/>
                </a:lnSpc>
                <a:spcBef>
                  <a:spcPts val="5"/>
                </a:spcBef>
              </a:pPr>
              <a:r>
                <a:rPr sz="1800" kern="0" spc="-20" dirty="0">
                  <a:solidFill>
                    <a:srgbClr val="000000">
                      <a:alpha val="100000"/>
                    </a:srgbClr>
                  </a:solidFill>
                  <a:latin typeface="Arial" panose="020B0604020202020204"/>
                  <a:ea typeface="Arial" panose="020B0604020202020204"/>
                  <a:cs typeface="Arial" panose="020B0604020202020204"/>
                </a:rPr>
                <a:t>0.4</a:t>
              </a:r>
              <a:endParaRPr sz="1800" dirty="0">
                <a:latin typeface="Arial" panose="020B0604020202020204"/>
                <a:ea typeface="Arial" panose="020B0604020202020204"/>
                <a:cs typeface="Arial" panose="020B0604020202020204"/>
              </a:endParaRPr>
            </a:p>
          </p:txBody>
        </p:sp>
        <p:sp>
          <p:nvSpPr>
            <p:cNvPr id="418" name="path 418"/>
            <p:cNvSpPr/>
            <p:nvPr/>
          </p:nvSpPr>
          <p:spPr>
            <a:xfrm>
              <a:off x="73759" y="738532"/>
              <a:ext cx="1034343" cy="314269"/>
            </a:xfrm>
            <a:custGeom>
              <a:avLst/>
              <a:gdLst/>
              <a:ahLst/>
              <a:cxnLst/>
              <a:rect l="0" t="0" r="0" b="0"/>
              <a:pathLst>
                <a:path w="1628" h="494">
                  <a:moveTo>
                    <a:pt x="7" y="28"/>
                  </a:moveTo>
                  <a:lnTo>
                    <a:pt x="1621" y="465"/>
                  </a:lnTo>
                </a:path>
              </a:pathLst>
            </a:custGeom>
            <a:noFill/>
            <a:ln w="38100" cap="flat">
              <a:solidFill>
                <a:srgbClr val="FFFF00"/>
              </a:solidFill>
              <a:prstDash val="solid"/>
              <a:miter lim="1000000"/>
            </a:ln>
          </p:spPr>
          <p:txBody>
            <a:bodyPr rtlCol="0"/>
            <a:lstStyle/>
            <a:p>
              <a:pPr algn="ctr"/>
              <a:endParaRPr lang="zh-CN" altLang="en-US"/>
            </a:p>
          </p:txBody>
        </p:sp>
        <p:sp>
          <p:nvSpPr>
            <p:cNvPr id="420" name="path 420"/>
            <p:cNvSpPr/>
            <p:nvPr/>
          </p:nvSpPr>
          <p:spPr>
            <a:xfrm>
              <a:off x="1092963" y="17563"/>
              <a:ext cx="49654" cy="2115901"/>
            </a:xfrm>
            <a:custGeom>
              <a:avLst/>
              <a:gdLst/>
              <a:ahLst/>
              <a:cxnLst/>
              <a:rect l="0" t="0" r="0" b="0"/>
              <a:pathLst>
                <a:path w="78" h="3332">
                  <a:moveTo>
                    <a:pt x="34" y="3331"/>
                  </a:moveTo>
                  <a:lnTo>
                    <a:pt x="45" y="1603"/>
                  </a:lnTo>
                  <a:moveTo>
                    <a:pt x="48" y="0"/>
                  </a:moveTo>
                  <a:lnTo>
                    <a:pt x="29" y="1603"/>
                  </a:lnTo>
                </a:path>
              </a:pathLst>
            </a:custGeom>
            <a:noFill/>
            <a:ln w="38100" cap="flat">
              <a:solidFill>
                <a:srgbClr val="FFFF00"/>
              </a:solidFill>
              <a:prstDash val="solid"/>
              <a:miter lim="1000000"/>
            </a:ln>
          </p:spPr>
          <p:txBody>
            <a:bodyPr rtlCol="0"/>
            <a:lstStyle/>
            <a:p>
              <a:pPr algn="ctr"/>
              <a:endParaRPr lang="zh-CN" altLang="en-US"/>
            </a:p>
          </p:txBody>
        </p:sp>
      </p:grpSp>
      <p:grpSp>
        <p:nvGrpSpPr>
          <p:cNvPr id="42" name="group 42"/>
          <p:cNvGrpSpPr/>
          <p:nvPr/>
        </p:nvGrpSpPr>
        <p:grpSpPr>
          <a:xfrm rot="21600000">
            <a:off x="11045006" y="6024838"/>
            <a:ext cx="921774" cy="822622"/>
            <a:chOff x="0" y="0"/>
            <a:chExt cx="921774" cy="822622"/>
          </a:xfrm>
        </p:grpSpPr>
        <p:pic>
          <p:nvPicPr>
            <p:cNvPr id="422" name="picture 422"/>
            <p:cNvPicPr>
              <a:picLocks noChangeAspect="1"/>
            </p:cNvPicPr>
            <p:nvPr/>
          </p:nvPicPr>
          <p:blipFill>
            <a:blip r:embed="rId4"/>
            <a:stretch>
              <a:fillRect/>
            </a:stretch>
          </p:blipFill>
          <p:spPr>
            <a:xfrm rot="21600000">
              <a:off x="0" y="0"/>
              <a:ext cx="921774" cy="822622"/>
            </a:xfrm>
            <a:prstGeom prst="rect">
              <a:avLst/>
            </a:prstGeom>
          </p:spPr>
        </p:pic>
        <p:sp>
          <p:nvSpPr>
            <p:cNvPr id="424" name="textbox 424"/>
            <p:cNvSpPr/>
            <p:nvPr/>
          </p:nvSpPr>
          <p:spPr>
            <a:xfrm>
              <a:off x="-12700" y="-12700"/>
              <a:ext cx="947419" cy="906144"/>
            </a:xfrm>
            <a:prstGeom prst="rect">
              <a:avLst/>
            </a:prstGeom>
            <a:noFill/>
            <a:ln w="0" cap="flat">
              <a:no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377190" algn="l" rtl="0" eaLnBrk="0">
                <a:lnSpc>
                  <a:spcPct val="80000"/>
                </a:lnSpc>
                <a:spcBef>
                  <a:spcPts val="5"/>
                </a:spcBef>
              </a:pPr>
              <a:r>
                <a:rPr sz="2000" b="1" kern="0" spc="-90" dirty="0">
                  <a:solidFill>
                    <a:srgbClr val="5F7797">
                      <a:alpha val="100000"/>
                    </a:srgbClr>
                  </a:solidFill>
                  <a:latin typeface="Arial" panose="020B0604020202020204"/>
                  <a:ea typeface="Arial" panose="020B0604020202020204"/>
                  <a:cs typeface="Arial" panose="020B0604020202020204"/>
                </a:rPr>
                <a:t>16</a:t>
              </a:r>
              <a:endParaRPr sz="2000" dirty="0">
                <a:latin typeface="Arial" panose="020B0604020202020204"/>
                <a:ea typeface="Arial" panose="020B0604020202020204"/>
                <a:cs typeface="Arial" panose="020B0604020202020204"/>
              </a:endParaRPr>
            </a:p>
          </p:txBody>
        </p:sp>
      </p:grpSp>
      <p:pic>
        <p:nvPicPr>
          <p:cNvPr id="426" name="picture 426"/>
          <p:cNvPicPr>
            <a:picLocks noChangeAspect="1"/>
          </p:cNvPicPr>
          <p:nvPr/>
        </p:nvPicPr>
        <p:blipFill>
          <a:blip r:embed="rId5"/>
          <a:stretch>
            <a:fillRect/>
          </a:stretch>
        </p:blipFill>
        <p:spPr>
          <a:xfrm rot="21600000">
            <a:off x="6228460" y="2163317"/>
            <a:ext cx="4269358" cy="171450"/>
          </a:xfrm>
          <a:prstGeom prst="rect">
            <a:avLst/>
          </a:prstGeom>
        </p:spPr>
      </p:pic>
      <p:sp>
        <p:nvSpPr>
          <p:cNvPr id="428" name="textbox 428"/>
          <p:cNvSpPr/>
          <p:nvPr/>
        </p:nvSpPr>
        <p:spPr>
          <a:xfrm>
            <a:off x="7031938" y="1807184"/>
            <a:ext cx="3241675" cy="24510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80000"/>
              </a:lnSpc>
            </a:pPr>
            <a:r>
              <a:rPr sz="1800" kern="0" spc="-30" dirty="0">
                <a:solidFill>
                  <a:srgbClr val="000000">
                    <a:alpha val="100000"/>
                  </a:srgbClr>
                </a:solidFill>
                <a:latin typeface="Arial" panose="020B0604020202020204"/>
                <a:ea typeface="Arial" panose="020B0604020202020204"/>
                <a:cs typeface="Arial" panose="020B0604020202020204"/>
              </a:rPr>
              <a:t>0.2</a:t>
            </a:r>
            <a:r>
              <a:rPr sz="1800" kern="0" spc="43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Arial" panose="020B0604020202020204"/>
                <a:ea typeface="Arial" panose="020B0604020202020204"/>
                <a:cs typeface="Arial" panose="020B0604020202020204"/>
              </a:rPr>
              <a:t>0.3</a:t>
            </a:r>
            <a:r>
              <a:rPr sz="1800" kern="0" spc="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Arial" panose="020B0604020202020204"/>
                <a:ea typeface="Arial" panose="020B0604020202020204"/>
                <a:cs typeface="Arial" panose="020B0604020202020204"/>
              </a:rPr>
              <a:t>0.7</a:t>
            </a:r>
            <a:r>
              <a:rPr sz="1800" kern="0" spc="2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Arial" panose="020B0604020202020204"/>
                <a:ea typeface="Arial" panose="020B0604020202020204"/>
                <a:cs typeface="Arial" panose="020B0604020202020204"/>
              </a:rPr>
              <a:t>1.0</a:t>
            </a:r>
            <a:endParaRPr sz="1800" dirty="0">
              <a:latin typeface="Arial" panose="020B0604020202020204"/>
              <a:ea typeface="Arial" panose="020B0604020202020204"/>
              <a:cs typeface="Arial" panose="020B0604020202020204"/>
            </a:endParaRPr>
          </a:p>
        </p:txBody>
      </p:sp>
      <p:sp>
        <p:nvSpPr>
          <p:cNvPr id="430" name="textbox 430"/>
          <p:cNvSpPr/>
          <p:nvPr/>
        </p:nvSpPr>
        <p:spPr>
          <a:xfrm>
            <a:off x="6620840" y="2378430"/>
            <a:ext cx="3151504" cy="24447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0000"/>
              </a:lnSpc>
            </a:pPr>
            <a:r>
              <a:rPr sz="1800" kern="0" spc="-30" dirty="0">
                <a:solidFill>
                  <a:srgbClr val="000000">
                    <a:alpha val="100000"/>
                  </a:srgbClr>
                </a:solidFill>
                <a:latin typeface="Arial" panose="020B0604020202020204"/>
                <a:ea typeface="Arial" panose="020B0604020202020204"/>
                <a:cs typeface="Arial" panose="020B0604020202020204"/>
              </a:rPr>
              <a:t>0.2</a:t>
            </a:r>
            <a:r>
              <a:rPr sz="1800" kern="0" spc="4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Arial" panose="020B0604020202020204"/>
                <a:ea typeface="Arial" panose="020B0604020202020204"/>
                <a:cs typeface="Arial" panose="020B0604020202020204"/>
              </a:rPr>
              <a:t>0.1</a:t>
            </a:r>
            <a:r>
              <a:rPr sz="1800" kern="0" spc="2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Arial" panose="020B0604020202020204"/>
                <a:ea typeface="Arial" panose="020B0604020202020204"/>
                <a:cs typeface="Arial" panose="020B0604020202020204"/>
              </a:rPr>
              <a:t>0.4</a:t>
            </a:r>
            <a:r>
              <a:rPr sz="1800" kern="0" spc="10" dirty="0">
                <a:solidFill>
                  <a:srgbClr val="000000">
                    <a:alpha val="100000"/>
                  </a:srgbClr>
                </a:solidFill>
                <a:latin typeface="Arial" panose="020B0604020202020204"/>
                <a:ea typeface="Arial" panose="020B0604020202020204"/>
                <a:cs typeface="Arial" panose="020B0604020202020204"/>
              </a:rPr>
              <a:t>          </a:t>
            </a:r>
            <a:r>
              <a:rPr sz="1800" kern="0" spc="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Arial" panose="020B0604020202020204"/>
                <a:ea typeface="Arial" panose="020B0604020202020204"/>
                <a:cs typeface="Arial" panose="020B0604020202020204"/>
              </a:rPr>
              <a:t>0.3</a:t>
            </a:r>
            <a:endParaRPr sz="1800" dirty="0">
              <a:latin typeface="Arial" panose="020B0604020202020204"/>
              <a:ea typeface="Arial" panose="020B0604020202020204"/>
              <a:cs typeface="Arial" panose="020B0604020202020204"/>
            </a:endParaRPr>
          </a:p>
        </p:txBody>
      </p:sp>
      <p:pic>
        <p:nvPicPr>
          <p:cNvPr id="432" name="picture 432"/>
          <p:cNvPicPr>
            <a:picLocks noChangeAspect="1"/>
          </p:cNvPicPr>
          <p:nvPr/>
        </p:nvPicPr>
        <p:blipFill>
          <a:blip r:embed="rId6"/>
          <a:stretch>
            <a:fillRect/>
          </a:stretch>
        </p:blipFill>
        <p:spPr>
          <a:xfrm rot="21600000">
            <a:off x="3970020" y="2143886"/>
            <a:ext cx="1514474" cy="171450"/>
          </a:xfrm>
          <a:prstGeom prst="rect">
            <a:avLst/>
          </a:prstGeom>
        </p:spPr>
      </p:pic>
      <p:sp>
        <p:nvSpPr>
          <p:cNvPr id="434" name="path 434"/>
          <p:cNvSpPr/>
          <p:nvPr/>
        </p:nvSpPr>
        <p:spPr>
          <a:xfrm>
            <a:off x="4870703" y="1118616"/>
            <a:ext cx="2450592" cy="85343"/>
          </a:xfrm>
          <a:custGeom>
            <a:avLst/>
            <a:gdLst/>
            <a:ahLst/>
            <a:cxnLst/>
            <a:rect l="0" t="0" r="0" b="0"/>
            <a:pathLst>
              <a:path w="3859" h="134">
                <a:moveTo>
                  <a:pt x="102" y="23"/>
                </a:moveTo>
                <a:cubicBezTo>
                  <a:pt x="113" y="26"/>
                  <a:pt x="124" y="19"/>
                  <a:pt x="135" y="22"/>
                </a:cubicBezTo>
                <a:cubicBezTo>
                  <a:pt x="129" y="23"/>
                  <a:pt x="135" y="25"/>
                  <a:pt x="129" y="26"/>
                </a:cubicBezTo>
                <a:cubicBezTo>
                  <a:pt x="102" y="23"/>
                  <a:pt x="102" y="31"/>
                  <a:pt x="75" y="32"/>
                </a:cubicBezTo>
                <a:cubicBezTo>
                  <a:pt x="86" y="36"/>
                  <a:pt x="107" y="31"/>
                  <a:pt x="107" y="39"/>
                </a:cubicBezTo>
                <a:cubicBezTo>
                  <a:pt x="145" y="35"/>
                  <a:pt x="156" y="18"/>
                  <a:pt x="183" y="22"/>
                </a:cubicBezTo>
                <a:cubicBezTo>
                  <a:pt x="178" y="23"/>
                  <a:pt x="189" y="26"/>
                  <a:pt x="183" y="28"/>
                </a:cubicBezTo>
                <a:cubicBezTo>
                  <a:pt x="167" y="32"/>
                  <a:pt x="151" y="36"/>
                  <a:pt x="172" y="40"/>
                </a:cubicBezTo>
                <a:cubicBezTo>
                  <a:pt x="183" y="39"/>
                  <a:pt x="189" y="36"/>
                  <a:pt x="199" y="35"/>
                </a:cubicBezTo>
                <a:cubicBezTo>
                  <a:pt x="194" y="28"/>
                  <a:pt x="189" y="22"/>
                  <a:pt x="205" y="16"/>
                </a:cubicBezTo>
                <a:cubicBezTo>
                  <a:pt x="210" y="23"/>
                  <a:pt x="215" y="23"/>
                  <a:pt x="237" y="31"/>
                </a:cubicBezTo>
                <a:cubicBezTo>
                  <a:pt x="215" y="36"/>
                  <a:pt x="205" y="36"/>
                  <a:pt x="199" y="45"/>
                </a:cubicBezTo>
                <a:cubicBezTo>
                  <a:pt x="183" y="38"/>
                  <a:pt x="183" y="46"/>
                  <a:pt x="183" y="49"/>
                </a:cubicBezTo>
                <a:cubicBezTo>
                  <a:pt x="178" y="46"/>
                  <a:pt x="172" y="45"/>
                  <a:pt x="167" y="43"/>
                </a:cubicBezTo>
                <a:cubicBezTo>
                  <a:pt x="135" y="52"/>
                  <a:pt x="162" y="59"/>
                  <a:pt x="135" y="64"/>
                </a:cubicBezTo>
                <a:cubicBezTo>
                  <a:pt x="140" y="63"/>
                  <a:pt x="151" y="63"/>
                  <a:pt x="162" y="63"/>
                </a:cubicBezTo>
                <a:cubicBezTo>
                  <a:pt x="145" y="66"/>
                  <a:pt x="151" y="67"/>
                  <a:pt x="140" y="70"/>
                </a:cubicBezTo>
                <a:cubicBezTo>
                  <a:pt x="129" y="60"/>
                  <a:pt x="107" y="72"/>
                  <a:pt x="91" y="67"/>
                </a:cubicBezTo>
                <a:cubicBezTo>
                  <a:pt x="107" y="57"/>
                  <a:pt x="113" y="48"/>
                  <a:pt x="135" y="40"/>
                </a:cubicBezTo>
                <a:cubicBezTo>
                  <a:pt x="118" y="39"/>
                  <a:pt x="97" y="42"/>
                  <a:pt x="86" y="38"/>
                </a:cubicBezTo>
                <a:cubicBezTo>
                  <a:pt x="64" y="42"/>
                  <a:pt x="54" y="46"/>
                  <a:pt x="54" y="50"/>
                </a:cubicBezTo>
                <a:cubicBezTo>
                  <a:pt x="70" y="52"/>
                  <a:pt x="64" y="42"/>
                  <a:pt x="86" y="45"/>
                </a:cubicBezTo>
                <a:cubicBezTo>
                  <a:pt x="97" y="49"/>
                  <a:pt x="75" y="50"/>
                  <a:pt x="81" y="53"/>
                </a:cubicBezTo>
                <a:cubicBezTo>
                  <a:pt x="86" y="53"/>
                  <a:pt x="97" y="52"/>
                  <a:pt x="97" y="53"/>
                </a:cubicBezTo>
                <a:cubicBezTo>
                  <a:pt x="37" y="62"/>
                  <a:pt x="37" y="74"/>
                  <a:pt x="0" y="84"/>
                </a:cubicBezTo>
                <a:cubicBezTo>
                  <a:pt x="32" y="80"/>
                  <a:pt x="64" y="74"/>
                  <a:pt x="91" y="80"/>
                </a:cubicBezTo>
                <a:cubicBezTo>
                  <a:pt x="102" y="74"/>
                  <a:pt x="43" y="73"/>
                  <a:pt x="70" y="66"/>
                </a:cubicBezTo>
                <a:cubicBezTo>
                  <a:pt x="75" y="73"/>
                  <a:pt x="118" y="70"/>
                  <a:pt x="135" y="79"/>
                </a:cubicBezTo>
                <a:cubicBezTo>
                  <a:pt x="118" y="82"/>
                  <a:pt x="102" y="86"/>
                  <a:pt x="86" y="89"/>
                </a:cubicBezTo>
                <a:cubicBezTo>
                  <a:pt x="64" y="83"/>
                  <a:pt x="37" y="90"/>
                  <a:pt x="16" y="90"/>
                </a:cubicBezTo>
                <a:cubicBezTo>
                  <a:pt x="32" y="94"/>
                  <a:pt x="10" y="101"/>
                  <a:pt x="37" y="98"/>
                </a:cubicBezTo>
                <a:cubicBezTo>
                  <a:pt x="37" y="90"/>
                  <a:pt x="129" y="90"/>
                  <a:pt x="140" y="98"/>
                </a:cubicBezTo>
                <a:cubicBezTo>
                  <a:pt x="151" y="96"/>
                  <a:pt x="167" y="93"/>
                  <a:pt x="183" y="90"/>
                </a:cubicBezTo>
                <a:cubicBezTo>
                  <a:pt x="194" y="98"/>
                  <a:pt x="215" y="90"/>
                  <a:pt x="232" y="94"/>
                </a:cubicBezTo>
                <a:cubicBezTo>
                  <a:pt x="232" y="104"/>
                  <a:pt x="215" y="97"/>
                  <a:pt x="194" y="100"/>
                </a:cubicBezTo>
                <a:cubicBezTo>
                  <a:pt x="189" y="103"/>
                  <a:pt x="189" y="106"/>
                  <a:pt x="199" y="110"/>
                </a:cubicBezTo>
                <a:cubicBezTo>
                  <a:pt x="221" y="103"/>
                  <a:pt x="237" y="106"/>
                  <a:pt x="259" y="100"/>
                </a:cubicBezTo>
                <a:cubicBezTo>
                  <a:pt x="248" y="96"/>
                  <a:pt x="226" y="84"/>
                  <a:pt x="269" y="84"/>
                </a:cubicBezTo>
                <a:cubicBezTo>
                  <a:pt x="259" y="80"/>
                  <a:pt x="237" y="76"/>
                  <a:pt x="253" y="72"/>
                </a:cubicBezTo>
                <a:cubicBezTo>
                  <a:pt x="280" y="74"/>
                  <a:pt x="280" y="62"/>
                  <a:pt x="302" y="64"/>
                </a:cubicBezTo>
                <a:cubicBezTo>
                  <a:pt x="291" y="67"/>
                  <a:pt x="302" y="69"/>
                  <a:pt x="296" y="70"/>
                </a:cubicBezTo>
                <a:cubicBezTo>
                  <a:pt x="291" y="72"/>
                  <a:pt x="275" y="70"/>
                  <a:pt x="280" y="74"/>
                </a:cubicBezTo>
                <a:cubicBezTo>
                  <a:pt x="302" y="74"/>
                  <a:pt x="269" y="97"/>
                  <a:pt x="264" y="106"/>
                </a:cubicBezTo>
                <a:cubicBezTo>
                  <a:pt x="296" y="106"/>
                  <a:pt x="307" y="96"/>
                  <a:pt x="318" y="107"/>
                </a:cubicBezTo>
                <a:cubicBezTo>
                  <a:pt x="334" y="98"/>
                  <a:pt x="367" y="100"/>
                  <a:pt x="350" y="92"/>
                </a:cubicBezTo>
                <a:cubicBezTo>
                  <a:pt x="334" y="92"/>
                  <a:pt x="329" y="93"/>
                  <a:pt x="323" y="96"/>
                </a:cubicBezTo>
                <a:cubicBezTo>
                  <a:pt x="323" y="93"/>
                  <a:pt x="285" y="93"/>
                  <a:pt x="302" y="89"/>
                </a:cubicBezTo>
                <a:cubicBezTo>
                  <a:pt x="334" y="87"/>
                  <a:pt x="329" y="86"/>
                  <a:pt x="334" y="79"/>
                </a:cubicBezTo>
                <a:cubicBezTo>
                  <a:pt x="345" y="82"/>
                  <a:pt x="361" y="76"/>
                  <a:pt x="372" y="82"/>
                </a:cubicBezTo>
                <a:cubicBezTo>
                  <a:pt x="334" y="87"/>
                  <a:pt x="361" y="90"/>
                  <a:pt x="383" y="89"/>
                </a:cubicBezTo>
                <a:cubicBezTo>
                  <a:pt x="361" y="94"/>
                  <a:pt x="356" y="101"/>
                  <a:pt x="350" y="107"/>
                </a:cubicBezTo>
                <a:cubicBezTo>
                  <a:pt x="388" y="110"/>
                  <a:pt x="404" y="90"/>
                  <a:pt x="442" y="103"/>
                </a:cubicBezTo>
                <a:cubicBezTo>
                  <a:pt x="437" y="106"/>
                  <a:pt x="421" y="104"/>
                  <a:pt x="426" y="107"/>
                </a:cubicBezTo>
                <a:cubicBezTo>
                  <a:pt x="437" y="106"/>
                  <a:pt x="431" y="108"/>
                  <a:pt x="437" y="111"/>
                </a:cubicBezTo>
                <a:cubicBezTo>
                  <a:pt x="458" y="103"/>
                  <a:pt x="480" y="101"/>
                  <a:pt x="496" y="92"/>
                </a:cubicBezTo>
                <a:cubicBezTo>
                  <a:pt x="512" y="93"/>
                  <a:pt x="529" y="89"/>
                  <a:pt x="545" y="90"/>
                </a:cubicBezTo>
                <a:cubicBezTo>
                  <a:pt x="518" y="94"/>
                  <a:pt x="523" y="101"/>
                  <a:pt x="512" y="107"/>
                </a:cubicBezTo>
                <a:cubicBezTo>
                  <a:pt x="502" y="108"/>
                  <a:pt x="469" y="104"/>
                  <a:pt x="475" y="110"/>
                </a:cubicBezTo>
                <a:cubicBezTo>
                  <a:pt x="485" y="107"/>
                  <a:pt x="491" y="114"/>
                  <a:pt x="502" y="113"/>
                </a:cubicBezTo>
                <a:cubicBezTo>
                  <a:pt x="512" y="111"/>
                  <a:pt x="523" y="108"/>
                  <a:pt x="534" y="107"/>
                </a:cubicBezTo>
                <a:cubicBezTo>
                  <a:pt x="550" y="111"/>
                  <a:pt x="534" y="113"/>
                  <a:pt x="555" y="114"/>
                </a:cubicBezTo>
                <a:cubicBezTo>
                  <a:pt x="577" y="111"/>
                  <a:pt x="583" y="110"/>
                  <a:pt x="583" y="104"/>
                </a:cubicBezTo>
                <a:cubicBezTo>
                  <a:pt x="620" y="106"/>
                  <a:pt x="593" y="110"/>
                  <a:pt x="631" y="115"/>
                </a:cubicBezTo>
                <a:cubicBezTo>
                  <a:pt x="653" y="108"/>
                  <a:pt x="669" y="115"/>
                  <a:pt x="690" y="108"/>
                </a:cubicBezTo>
                <a:cubicBezTo>
                  <a:pt x="696" y="110"/>
                  <a:pt x="690" y="113"/>
                  <a:pt x="707" y="115"/>
                </a:cubicBezTo>
                <a:cubicBezTo>
                  <a:pt x="723" y="114"/>
                  <a:pt x="744" y="113"/>
                  <a:pt x="761" y="114"/>
                </a:cubicBezTo>
                <a:cubicBezTo>
                  <a:pt x="744" y="110"/>
                  <a:pt x="782" y="103"/>
                  <a:pt x="798" y="107"/>
                </a:cubicBezTo>
                <a:cubicBezTo>
                  <a:pt x="798" y="114"/>
                  <a:pt x="755" y="106"/>
                  <a:pt x="771" y="114"/>
                </a:cubicBezTo>
                <a:cubicBezTo>
                  <a:pt x="831" y="111"/>
                  <a:pt x="885" y="118"/>
                  <a:pt x="950" y="114"/>
                </a:cubicBezTo>
                <a:cubicBezTo>
                  <a:pt x="923" y="110"/>
                  <a:pt x="944" y="106"/>
                  <a:pt x="950" y="101"/>
                </a:cubicBezTo>
                <a:cubicBezTo>
                  <a:pt x="944" y="111"/>
                  <a:pt x="1009" y="127"/>
                  <a:pt x="1009" y="113"/>
                </a:cubicBezTo>
                <a:cubicBezTo>
                  <a:pt x="982" y="117"/>
                  <a:pt x="993" y="101"/>
                  <a:pt x="971" y="100"/>
                </a:cubicBezTo>
                <a:cubicBezTo>
                  <a:pt x="977" y="98"/>
                  <a:pt x="982" y="96"/>
                  <a:pt x="982" y="94"/>
                </a:cubicBezTo>
                <a:cubicBezTo>
                  <a:pt x="982" y="100"/>
                  <a:pt x="993" y="98"/>
                  <a:pt x="1009" y="100"/>
                </a:cubicBezTo>
                <a:cubicBezTo>
                  <a:pt x="977" y="106"/>
                  <a:pt x="1020" y="111"/>
                  <a:pt x="1036" y="108"/>
                </a:cubicBezTo>
                <a:cubicBezTo>
                  <a:pt x="1025" y="111"/>
                  <a:pt x="1020" y="114"/>
                  <a:pt x="1036" y="117"/>
                </a:cubicBezTo>
                <a:cubicBezTo>
                  <a:pt x="1041" y="117"/>
                  <a:pt x="1047" y="115"/>
                  <a:pt x="1052" y="117"/>
                </a:cubicBezTo>
                <a:cubicBezTo>
                  <a:pt x="1057" y="106"/>
                  <a:pt x="1101" y="107"/>
                  <a:pt x="1095" y="92"/>
                </a:cubicBezTo>
                <a:cubicBezTo>
                  <a:pt x="1095" y="93"/>
                  <a:pt x="1101" y="94"/>
                  <a:pt x="1106" y="93"/>
                </a:cubicBezTo>
                <a:cubicBezTo>
                  <a:pt x="1101" y="96"/>
                  <a:pt x="1101" y="100"/>
                  <a:pt x="1122" y="104"/>
                </a:cubicBezTo>
                <a:cubicBezTo>
                  <a:pt x="1138" y="101"/>
                  <a:pt x="1192" y="101"/>
                  <a:pt x="1176" y="108"/>
                </a:cubicBezTo>
                <a:cubicBezTo>
                  <a:pt x="1155" y="101"/>
                  <a:pt x="1127" y="110"/>
                  <a:pt x="1084" y="107"/>
                </a:cubicBezTo>
                <a:cubicBezTo>
                  <a:pt x="1074" y="110"/>
                  <a:pt x="1079" y="113"/>
                  <a:pt x="1074" y="114"/>
                </a:cubicBezTo>
                <a:cubicBezTo>
                  <a:pt x="1106" y="121"/>
                  <a:pt x="1144" y="115"/>
                  <a:pt x="1176" y="118"/>
                </a:cubicBezTo>
                <a:cubicBezTo>
                  <a:pt x="1171" y="117"/>
                  <a:pt x="1165" y="115"/>
                  <a:pt x="1176" y="113"/>
                </a:cubicBezTo>
                <a:cubicBezTo>
                  <a:pt x="1225" y="108"/>
                  <a:pt x="1214" y="128"/>
                  <a:pt x="1214" y="128"/>
                </a:cubicBezTo>
                <a:cubicBezTo>
                  <a:pt x="1230" y="124"/>
                  <a:pt x="1263" y="120"/>
                  <a:pt x="1225" y="120"/>
                </a:cubicBezTo>
                <a:cubicBezTo>
                  <a:pt x="1230" y="114"/>
                  <a:pt x="1257" y="110"/>
                  <a:pt x="1268" y="121"/>
                </a:cubicBezTo>
                <a:cubicBezTo>
                  <a:pt x="1327" y="117"/>
                  <a:pt x="1365" y="124"/>
                  <a:pt x="1419" y="115"/>
                </a:cubicBezTo>
                <a:cubicBezTo>
                  <a:pt x="1425" y="122"/>
                  <a:pt x="1473" y="121"/>
                  <a:pt x="1500" y="120"/>
                </a:cubicBezTo>
                <a:cubicBezTo>
                  <a:pt x="1505" y="111"/>
                  <a:pt x="1516" y="114"/>
                  <a:pt x="1505" y="110"/>
                </a:cubicBezTo>
                <a:cubicBezTo>
                  <a:pt x="1516" y="108"/>
                  <a:pt x="1522" y="106"/>
                  <a:pt x="1532" y="104"/>
                </a:cubicBezTo>
                <a:cubicBezTo>
                  <a:pt x="1532" y="108"/>
                  <a:pt x="1543" y="111"/>
                  <a:pt x="1559" y="107"/>
                </a:cubicBezTo>
                <a:cubicBezTo>
                  <a:pt x="1559" y="101"/>
                  <a:pt x="1549" y="104"/>
                  <a:pt x="1532" y="101"/>
                </a:cubicBezTo>
                <a:cubicBezTo>
                  <a:pt x="1543" y="98"/>
                  <a:pt x="1538" y="96"/>
                  <a:pt x="1554" y="93"/>
                </a:cubicBezTo>
                <a:cubicBezTo>
                  <a:pt x="1554" y="101"/>
                  <a:pt x="1586" y="113"/>
                  <a:pt x="1543" y="121"/>
                </a:cubicBezTo>
                <a:cubicBezTo>
                  <a:pt x="1559" y="128"/>
                  <a:pt x="1559" y="114"/>
                  <a:pt x="1575" y="124"/>
                </a:cubicBezTo>
                <a:cubicBezTo>
                  <a:pt x="1597" y="122"/>
                  <a:pt x="1597" y="114"/>
                  <a:pt x="1608" y="117"/>
                </a:cubicBezTo>
                <a:cubicBezTo>
                  <a:pt x="1619" y="128"/>
                  <a:pt x="1624" y="115"/>
                  <a:pt x="1657" y="117"/>
                </a:cubicBezTo>
                <a:cubicBezTo>
                  <a:pt x="1662" y="120"/>
                  <a:pt x="1651" y="121"/>
                  <a:pt x="1646" y="122"/>
                </a:cubicBezTo>
                <a:cubicBezTo>
                  <a:pt x="1700" y="131"/>
                  <a:pt x="1662" y="108"/>
                  <a:pt x="1705" y="104"/>
                </a:cubicBezTo>
                <a:cubicBezTo>
                  <a:pt x="1667" y="94"/>
                  <a:pt x="1667" y="121"/>
                  <a:pt x="1624" y="111"/>
                </a:cubicBezTo>
                <a:cubicBezTo>
                  <a:pt x="1667" y="113"/>
                  <a:pt x="1657" y="96"/>
                  <a:pt x="1700" y="98"/>
                </a:cubicBezTo>
                <a:cubicBezTo>
                  <a:pt x="1705" y="93"/>
                  <a:pt x="1711" y="87"/>
                  <a:pt x="1727" y="82"/>
                </a:cubicBezTo>
                <a:cubicBezTo>
                  <a:pt x="1743" y="87"/>
                  <a:pt x="1705" y="94"/>
                  <a:pt x="1743" y="93"/>
                </a:cubicBezTo>
                <a:cubicBezTo>
                  <a:pt x="1727" y="98"/>
                  <a:pt x="1716" y="93"/>
                  <a:pt x="1705" y="94"/>
                </a:cubicBezTo>
                <a:cubicBezTo>
                  <a:pt x="1748" y="106"/>
                  <a:pt x="1667" y="114"/>
                  <a:pt x="1705" y="125"/>
                </a:cubicBezTo>
                <a:cubicBezTo>
                  <a:pt x="1727" y="121"/>
                  <a:pt x="1743" y="115"/>
                  <a:pt x="1732" y="110"/>
                </a:cubicBezTo>
                <a:cubicBezTo>
                  <a:pt x="1754" y="104"/>
                  <a:pt x="1770" y="107"/>
                  <a:pt x="1786" y="108"/>
                </a:cubicBezTo>
                <a:cubicBezTo>
                  <a:pt x="1759" y="111"/>
                  <a:pt x="1781" y="115"/>
                  <a:pt x="1759" y="120"/>
                </a:cubicBezTo>
                <a:cubicBezTo>
                  <a:pt x="1754" y="117"/>
                  <a:pt x="1748" y="114"/>
                  <a:pt x="1743" y="115"/>
                </a:cubicBezTo>
                <a:cubicBezTo>
                  <a:pt x="1759" y="122"/>
                  <a:pt x="1737" y="118"/>
                  <a:pt x="1743" y="125"/>
                </a:cubicBezTo>
                <a:cubicBezTo>
                  <a:pt x="1765" y="124"/>
                  <a:pt x="1797" y="125"/>
                  <a:pt x="1802" y="121"/>
                </a:cubicBezTo>
                <a:cubicBezTo>
                  <a:pt x="1797" y="117"/>
                  <a:pt x="1786" y="118"/>
                  <a:pt x="1775" y="118"/>
                </a:cubicBezTo>
                <a:cubicBezTo>
                  <a:pt x="1808" y="118"/>
                  <a:pt x="1792" y="110"/>
                  <a:pt x="1808" y="113"/>
                </a:cubicBezTo>
                <a:cubicBezTo>
                  <a:pt x="1813" y="115"/>
                  <a:pt x="1813" y="120"/>
                  <a:pt x="1813" y="124"/>
                </a:cubicBezTo>
                <a:cubicBezTo>
                  <a:pt x="1937" y="122"/>
                  <a:pt x="2061" y="127"/>
                  <a:pt x="2185" y="124"/>
                </a:cubicBezTo>
                <a:cubicBezTo>
                  <a:pt x="2159" y="115"/>
                  <a:pt x="2202" y="111"/>
                  <a:pt x="2213" y="111"/>
                </a:cubicBezTo>
                <a:cubicBezTo>
                  <a:pt x="2218" y="118"/>
                  <a:pt x="2196" y="118"/>
                  <a:pt x="2185" y="124"/>
                </a:cubicBezTo>
                <a:cubicBezTo>
                  <a:pt x="2202" y="131"/>
                  <a:pt x="2223" y="124"/>
                  <a:pt x="2234" y="120"/>
                </a:cubicBezTo>
                <a:cubicBezTo>
                  <a:pt x="2256" y="121"/>
                  <a:pt x="2240" y="127"/>
                  <a:pt x="2261" y="120"/>
                </a:cubicBezTo>
                <a:cubicBezTo>
                  <a:pt x="2261" y="131"/>
                  <a:pt x="2310" y="120"/>
                  <a:pt x="2331" y="127"/>
                </a:cubicBezTo>
                <a:cubicBezTo>
                  <a:pt x="2331" y="125"/>
                  <a:pt x="2364" y="122"/>
                  <a:pt x="2369" y="117"/>
                </a:cubicBezTo>
                <a:cubicBezTo>
                  <a:pt x="2374" y="120"/>
                  <a:pt x="2385" y="120"/>
                  <a:pt x="2391" y="121"/>
                </a:cubicBezTo>
                <a:cubicBezTo>
                  <a:pt x="2385" y="124"/>
                  <a:pt x="2358" y="120"/>
                  <a:pt x="2364" y="125"/>
                </a:cubicBezTo>
                <a:cubicBezTo>
                  <a:pt x="2380" y="124"/>
                  <a:pt x="2369" y="128"/>
                  <a:pt x="2380" y="131"/>
                </a:cubicBezTo>
                <a:cubicBezTo>
                  <a:pt x="2417" y="124"/>
                  <a:pt x="2482" y="134"/>
                  <a:pt x="2504" y="125"/>
                </a:cubicBezTo>
                <a:cubicBezTo>
                  <a:pt x="2493" y="120"/>
                  <a:pt x="2417" y="125"/>
                  <a:pt x="2407" y="117"/>
                </a:cubicBezTo>
                <a:cubicBezTo>
                  <a:pt x="2450" y="122"/>
                  <a:pt x="2499" y="118"/>
                  <a:pt x="2547" y="117"/>
                </a:cubicBezTo>
                <a:cubicBezTo>
                  <a:pt x="2536" y="118"/>
                  <a:pt x="2531" y="120"/>
                  <a:pt x="2520" y="122"/>
                </a:cubicBezTo>
                <a:cubicBezTo>
                  <a:pt x="2531" y="125"/>
                  <a:pt x="2542" y="128"/>
                  <a:pt x="2547" y="131"/>
                </a:cubicBezTo>
                <a:cubicBezTo>
                  <a:pt x="2580" y="128"/>
                  <a:pt x="2547" y="121"/>
                  <a:pt x="2569" y="118"/>
                </a:cubicBezTo>
                <a:cubicBezTo>
                  <a:pt x="2574" y="120"/>
                  <a:pt x="2563" y="121"/>
                  <a:pt x="2574" y="124"/>
                </a:cubicBezTo>
                <a:cubicBezTo>
                  <a:pt x="2617" y="117"/>
                  <a:pt x="2585" y="101"/>
                  <a:pt x="2617" y="100"/>
                </a:cubicBezTo>
                <a:cubicBezTo>
                  <a:pt x="2601" y="107"/>
                  <a:pt x="2623" y="117"/>
                  <a:pt x="2585" y="124"/>
                </a:cubicBezTo>
                <a:cubicBezTo>
                  <a:pt x="2617" y="134"/>
                  <a:pt x="2623" y="120"/>
                  <a:pt x="2650" y="131"/>
                </a:cubicBezTo>
                <a:cubicBezTo>
                  <a:pt x="2666" y="127"/>
                  <a:pt x="2677" y="130"/>
                  <a:pt x="2693" y="124"/>
                </a:cubicBezTo>
                <a:cubicBezTo>
                  <a:pt x="2698" y="131"/>
                  <a:pt x="2758" y="134"/>
                  <a:pt x="2769" y="125"/>
                </a:cubicBezTo>
                <a:cubicBezTo>
                  <a:pt x="2790" y="130"/>
                  <a:pt x="2828" y="134"/>
                  <a:pt x="2849" y="124"/>
                </a:cubicBezTo>
                <a:cubicBezTo>
                  <a:pt x="2855" y="131"/>
                  <a:pt x="2892" y="131"/>
                  <a:pt x="2892" y="122"/>
                </a:cubicBezTo>
                <a:cubicBezTo>
                  <a:pt x="2903" y="125"/>
                  <a:pt x="2909" y="128"/>
                  <a:pt x="2909" y="130"/>
                </a:cubicBezTo>
                <a:cubicBezTo>
                  <a:pt x="2941" y="118"/>
                  <a:pt x="3065" y="128"/>
                  <a:pt x="3038" y="108"/>
                </a:cubicBezTo>
                <a:cubicBezTo>
                  <a:pt x="3049" y="107"/>
                  <a:pt x="3055" y="111"/>
                  <a:pt x="3060" y="114"/>
                </a:cubicBezTo>
                <a:cubicBezTo>
                  <a:pt x="3076" y="111"/>
                  <a:pt x="3065" y="108"/>
                  <a:pt x="3071" y="107"/>
                </a:cubicBezTo>
                <a:cubicBezTo>
                  <a:pt x="3082" y="107"/>
                  <a:pt x="3098" y="103"/>
                  <a:pt x="3109" y="107"/>
                </a:cubicBezTo>
                <a:cubicBezTo>
                  <a:pt x="3087" y="111"/>
                  <a:pt x="3076" y="114"/>
                  <a:pt x="3082" y="122"/>
                </a:cubicBezTo>
                <a:cubicBezTo>
                  <a:pt x="3060" y="121"/>
                  <a:pt x="3038" y="127"/>
                  <a:pt x="3022" y="127"/>
                </a:cubicBezTo>
                <a:cubicBezTo>
                  <a:pt x="3082" y="131"/>
                  <a:pt x="3190" y="132"/>
                  <a:pt x="3254" y="118"/>
                </a:cubicBezTo>
                <a:cubicBezTo>
                  <a:pt x="3265" y="127"/>
                  <a:pt x="3287" y="111"/>
                  <a:pt x="3303" y="115"/>
                </a:cubicBezTo>
                <a:cubicBezTo>
                  <a:pt x="3281" y="120"/>
                  <a:pt x="3260" y="124"/>
                  <a:pt x="3260" y="130"/>
                </a:cubicBezTo>
                <a:cubicBezTo>
                  <a:pt x="3270" y="128"/>
                  <a:pt x="3287" y="125"/>
                  <a:pt x="3297" y="130"/>
                </a:cubicBezTo>
                <a:cubicBezTo>
                  <a:pt x="3335" y="122"/>
                  <a:pt x="3319" y="108"/>
                  <a:pt x="3362" y="110"/>
                </a:cubicBezTo>
                <a:cubicBezTo>
                  <a:pt x="3368" y="104"/>
                  <a:pt x="3357" y="90"/>
                  <a:pt x="3400" y="90"/>
                </a:cubicBezTo>
                <a:cubicBezTo>
                  <a:pt x="3378" y="106"/>
                  <a:pt x="3405" y="115"/>
                  <a:pt x="3324" y="127"/>
                </a:cubicBezTo>
                <a:cubicBezTo>
                  <a:pt x="3362" y="134"/>
                  <a:pt x="3422" y="125"/>
                  <a:pt x="3449" y="115"/>
                </a:cubicBezTo>
                <a:cubicBezTo>
                  <a:pt x="3438" y="110"/>
                  <a:pt x="3422" y="115"/>
                  <a:pt x="3416" y="110"/>
                </a:cubicBezTo>
                <a:cubicBezTo>
                  <a:pt x="3422" y="110"/>
                  <a:pt x="3416" y="107"/>
                  <a:pt x="3422" y="107"/>
                </a:cubicBezTo>
                <a:cubicBezTo>
                  <a:pt x="3459" y="108"/>
                  <a:pt x="3513" y="107"/>
                  <a:pt x="3535" y="96"/>
                </a:cubicBezTo>
                <a:cubicBezTo>
                  <a:pt x="3557" y="100"/>
                  <a:pt x="3540" y="104"/>
                  <a:pt x="3524" y="108"/>
                </a:cubicBezTo>
                <a:cubicBezTo>
                  <a:pt x="3519" y="106"/>
                  <a:pt x="3524" y="103"/>
                  <a:pt x="3508" y="106"/>
                </a:cubicBezTo>
                <a:cubicBezTo>
                  <a:pt x="3497" y="114"/>
                  <a:pt x="3519" y="110"/>
                  <a:pt x="3535" y="114"/>
                </a:cubicBezTo>
                <a:cubicBezTo>
                  <a:pt x="3519" y="115"/>
                  <a:pt x="3508" y="122"/>
                  <a:pt x="3497" y="118"/>
                </a:cubicBezTo>
                <a:cubicBezTo>
                  <a:pt x="3481" y="115"/>
                  <a:pt x="3502" y="113"/>
                  <a:pt x="3492" y="110"/>
                </a:cubicBezTo>
                <a:cubicBezTo>
                  <a:pt x="3432" y="111"/>
                  <a:pt x="3476" y="121"/>
                  <a:pt x="3449" y="128"/>
                </a:cubicBezTo>
                <a:cubicBezTo>
                  <a:pt x="3481" y="131"/>
                  <a:pt x="3535" y="117"/>
                  <a:pt x="3557" y="110"/>
                </a:cubicBezTo>
                <a:cubicBezTo>
                  <a:pt x="3567" y="111"/>
                  <a:pt x="3573" y="110"/>
                  <a:pt x="3584" y="114"/>
                </a:cubicBezTo>
                <a:cubicBezTo>
                  <a:pt x="3600" y="103"/>
                  <a:pt x="3632" y="94"/>
                  <a:pt x="3664" y="87"/>
                </a:cubicBezTo>
                <a:cubicBezTo>
                  <a:pt x="3648" y="80"/>
                  <a:pt x="3638" y="86"/>
                  <a:pt x="3627" y="90"/>
                </a:cubicBezTo>
                <a:cubicBezTo>
                  <a:pt x="3594" y="80"/>
                  <a:pt x="3632" y="73"/>
                  <a:pt x="3664" y="70"/>
                </a:cubicBezTo>
                <a:cubicBezTo>
                  <a:pt x="3675" y="76"/>
                  <a:pt x="3632" y="73"/>
                  <a:pt x="3659" y="82"/>
                </a:cubicBezTo>
                <a:cubicBezTo>
                  <a:pt x="3670" y="79"/>
                  <a:pt x="3675" y="80"/>
                  <a:pt x="3686" y="77"/>
                </a:cubicBezTo>
                <a:cubicBezTo>
                  <a:pt x="3675" y="64"/>
                  <a:pt x="3735" y="55"/>
                  <a:pt x="3702" y="40"/>
                </a:cubicBezTo>
                <a:cubicBezTo>
                  <a:pt x="3718" y="38"/>
                  <a:pt x="3729" y="38"/>
                  <a:pt x="3735" y="42"/>
                </a:cubicBezTo>
                <a:cubicBezTo>
                  <a:pt x="3713" y="45"/>
                  <a:pt x="3740" y="49"/>
                  <a:pt x="3751" y="49"/>
                </a:cubicBezTo>
                <a:cubicBezTo>
                  <a:pt x="3735" y="52"/>
                  <a:pt x="3718" y="55"/>
                  <a:pt x="3729" y="59"/>
                </a:cubicBezTo>
                <a:cubicBezTo>
                  <a:pt x="3756" y="57"/>
                  <a:pt x="3762" y="50"/>
                  <a:pt x="3794" y="45"/>
                </a:cubicBezTo>
                <a:cubicBezTo>
                  <a:pt x="3805" y="48"/>
                  <a:pt x="3810" y="50"/>
                  <a:pt x="3821" y="50"/>
                </a:cubicBezTo>
                <a:cubicBezTo>
                  <a:pt x="3837" y="46"/>
                  <a:pt x="3853" y="49"/>
                  <a:pt x="3859" y="43"/>
                </a:cubicBezTo>
                <a:cubicBezTo>
                  <a:pt x="3848" y="35"/>
                  <a:pt x="3832" y="46"/>
                  <a:pt x="3826" y="42"/>
                </a:cubicBezTo>
                <a:cubicBezTo>
                  <a:pt x="3832" y="39"/>
                  <a:pt x="3848" y="36"/>
                  <a:pt x="3842" y="32"/>
                </a:cubicBezTo>
                <a:cubicBezTo>
                  <a:pt x="3805" y="33"/>
                  <a:pt x="3772" y="45"/>
                  <a:pt x="3740" y="43"/>
                </a:cubicBezTo>
                <a:cubicBezTo>
                  <a:pt x="3762" y="35"/>
                  <a:pt x="3718" y="36"/>
                  <a:pt x="3702" y="33"/>
                </a:cubicBezTo>
                <a:cubicBezTo>
                  <a:pt x="3708" y="32"/>
                  <a:pt x="3713" y="31"/>
                  <a:pt x="3708" y="29"/>
                </a:cubicBezTo>
                <a:cubicBezTo>
                  <a:pt x="3681" y="38"/>
                  <a:pt x="3697" y="48"/>
                  <a:pt x="3691" y="56"/>
                </a:cubicBezTo>
                <a:cubicBezTo>
                  <a:pt x="3670" y="57"/>
                  <a:pt x="3648" y="70"/>
                  <a:pt x="3616" y="60"/>
                </a:cubicBezTo>
                <a:cubicBezTo>
                  <a:pt x="3638" y="57"/>
                  <a:pt x="3616" y="53"/>
                  <a:pt x="3611" y="49"/>
                </a:cubicBezTo>
                <a:cubicBezTo>
                  <a:pt x="3578" y="56"/>
                  <a:pt x="3589" y="64"/>
                  <a:pt x="3584" y="73"/>
                </a:cubicBezTo>
                <a:cubicBezTo>
                  <a:pt x="3600" y="72"/>
                  <a:pt x="3594" y="63"/>
                  <a:pt x="3616" y="66"/>
                </a:cubicBezTo>
                <a:cubicBezTo>
                  <a:pt x="3621" y="73"/>
                  <a:pt x="3600" y="72"/>
                  <a:pt x="3578" y="77"/>
                </a:cubicBezTo>
                <a:cubicBezTo>
                  <a:pt x="3578" y="82"/>
                  <a:pt x="3611" y="79"/>
                  <a:pt x="3594" y="83"/>
                </a:cubicBezTo>
                <a:cubicBezTo>
                  <a:pt x="3540" y="90"/>
                  <a:pt x="3513" y="96"/>
                  <a:pt x="3465" y="101"/>
                </a:cubicBezTo>
                <a:cubicBezTo>
                  <a:pt x="3465" y="98"/>
                  <a:pt x="3481" y="94"/>
                  <a:pt x="3481" y="92"/>
                </a:cubicBezTo>
                <a:cubicBezTo>
                  <a:pt x="3508" y="90"/>
                  <a:pt x="3578" y="84"/>
                  <a:pt x="3573" y="79"/>
                </a:cubicBezTo>
                <a:cubicBezTo>
                  <a:pt x="3535" y="77"/>
                  <a:pt x="3530" y="83"/>
                  <a:pt x="3492" y="82"/>
                </a:cubicBezTo>
                <a:cubicBezTo>
                  <a:pt x="3508" y="73"/>
                  <a:pt x="3530" y="77"/>
                  <a:pt x="3557" y="73"/>
                </a:cubicBezTo>
                <a:cubicBezTo>
                  <a:pt x="3584" y="66"/>
                  <a:pt x="3573" y="53"/>
                  <a:pt x="3562" y="49"/>
                </a:cubicBezTo>
                <a:cubicBezTo>
                  <a:pt x="3573" y="49"/>
                  <a:pt x="3584" y="48"/>
                  <a:pt x="3600" y="45"/>
                </a:cubicBezTo>
                <a:cubicBezTo>
                  <a:pt x="3605" y="49"/>
                  <a:pt x="3616" y="49"/>
                  <a:pt x="3632" y="46"/>
                </a:cubicBezTo>
                <a:cubicBezTo>
                  <a:pt x="3621" y="40"/>
                  <a:pt x="3578" y="46"/>
                  <a:pt x="3584" y="39"/>
                </a:cubicBezTo>
                <a:cubicBezTo>
                  <a:pt x="3600" y="40"/>
                  <a:pt x="3621" y="43"/>
                  <a:pt x="3638" y="42"/>
                </a:cubicBezTo>
                <a:cubicBezTo>
                  <a:pt x="3632" y="38"/>
                  <a:pt x="3627" y="33"/>
                  <a:pt x="3632" y="29"/>
                </a:cubicBezTo>
                <a:cubicBezTo>
                  <a:pt x="3611" y="36"/>
                  <a:pt x="3594" y="32"/>
                  <a:pt x="3578" y="31"/>
                </a:cubicBezTo>
                <a:cubicBezTo>
                  <a:pt x="3562" y="33"/>
                  <a:pt x="3573" y="36"/>
                  <a:pt x="3551" y="39"/>
                </a:cubicBezTo>
                <a:cubicBezTo>
                  <a:pt x="3557" y="40"/>
                  <a:pt x="3567" y="42"/>
                  <a:pt x="3573" y="42"/>
                </a:cubicBezTo>
                <a:cubicBezTo>
                  <a:pt x="3540" y="42"/>
                  <a:pt x="3562" y="50"/>
                  <a:pt x="3540" y="55"/>
                </a:cubicBezTo>
                <a:cubicBezTo>
                  <a:pt x="3519" y="46"/>
                  <a:pt x="3546" y="48"/>
                  <a:pt x="3513" y="42"/>
                </a:cubicBezTo>
                <a:cubicBezTo>
                  <a:pt x="3481" y="45"/>
                  <a:pt x="3443" y="46"/>
                  <a:pt x="3432" y="35"/>
                </a:cubicBezTo>
                <a:cubicBezTo>
                  <a:pt x="3427" y="36"/>
                  <a:pt x="3416" y="36"/>
                  <a:pt x="3411" y="38"/>
                </a:cubicBezTo>
                <a:cubicBezTo>
                  <a:pt x="3405" y="43"/>
                  <a:pt x="3427" y="45"/>
                  <a:pt x="3427" y="49"/>
                </a:cubicBezTo>
                <a:cubicBezTo>
                  <a:pt x="3395" y="46"/>
                  <a:pt x="3351" y="63"/>
                  <a:pt x="3297" y="55"/>
                </a:cubicBezTo>
                <a:cubicBezTo>
                  <a:pt x="3324" y="57"/>
                  <a:pt x="3330" y="42"/>
                  <a:pt x="3362" y="45"/>
                </a:cubicBezTo>
                <a:cubicBezTo>
                  <a:pt x="3357" y="46"/>
                  <a:pt x="3346" y="48"/>
                  <a:pt x="3351" y="49"/>
                </a:cubicBezTo>
                <a:cubicBezTo>
                  <a:pt x="3362" y="48"/>
                  <a:pt x="3368" y="52"/>
                  <a:pt x="3384" y="48"/>
                </a:cubicBezTo>
                <a:cubicBezTo>
                  <a:pt x="3373" y="31"/>
                  <a:pt x="3459" y="33"/>
                  <a:pt x="3459" y="28"/>
                </a:cubicBezTo>
                <a:cubicBezTo>
                  <a:pt x="3416" y="33"/>
                  <a:pt x="3373" y="26"/>
                  <a:pt x="3330" y="31"/>
                </a:cubicBezTo>
                <a:cubicBezTo>
                  <a:pt x="3335" y="32"/>
                  <a:pt x="3324" y="33"/>
                  <a:pt x="3319" y="35"/>
                </a:cubicBezTo>
                <a:cubicBezTo>
                  <a:pt x="3324" y="38"/>
                  <a:pt x="3330" y="39"/>
                  <a:pt x="3324" y="42"/>
                </a:cubicBezTo>
                <a:cubicBezTo>
                  <a:pt x="3303" y="43"/>
                  <a:pt x="3297" y="52"/>
                  <a:pt x="3292" y="49"/>
                </a:cubicBezTo>
                <a:cubicBezTo>
                  <a:pt x="3292" y="46"/>
                  <a:pt x="3308" y="43"/>
                  <a:pt x="3292" y="40"/>
                </a:cubicBezTo>
                <a:cubicBezTo>
                  <a:pt x="3287" y="40"/>
                  <a:pt x="3281" y="43"/>
                  <a:pt x="3276" y="42"/>
                </a:cubicBezTo>
                <a:cubicBezTo>
                  <a:pt x="3254" y="46"/>
                  <a:pt x="3260" y="55"/>
                  <a:pt x="3227" y="52"/>
                </a:cubicBezTo>
                <a:cubicBezTo>
                  <a:pt x="3222" y="48"/>
                  <a:pt x="3260" y="46"/>
                  <a:pt x="3249" y="42"/>
                </a:cubicBezTo>
                <a:cubicBezTo>
                  <a:pt x="3227" y="48"/>
                  <a:pt x="3216" y="39"/>
                  <a:pt x="3200" y="45"/>
                </a:cubicBezTo>
                <a:cubicBezTo>
                  <a:pt x="3211" y="49"/>
                  <a:pt x="3222" y="52"/>
                  <a:pt x="3200" y="55"/>
                </a:cubicBezTo>
                <a:cubicBezTo>
                  <a:pt x="3206" y="42"/>
                  <a:pt x="3162" y="53"/>
                  <a:pt x="3195" y="40"/>
                </a:cubicBezTo>
                <a:cubicBezTo>
                  <a:pt x="3227" y="45"/>
                  <a:pt x="3270" y="32"/>
                  <a:pt x="3303" y="40"/>
                </a:cubicBezTo>
                <a:cubicBezTo>
                  <a:pt x="3324" y="39"/>
                  <a:pt x="3297" y="28"/>
                  <a:pt x="3292" y="31"/>
                </a:cubicBezTo>
                <a:cubicBezTo>
                  <a:pt x="3292" y="33"/>
                  <a:pt x="3254" y="33"/>
                  <a:pt x="3249" y="36"/>
                </a:cubicBezTo>
                <a:cubicBezTo>
                  <a:pt x="3238" y="33"/>
                  <a:pt x="3249" y="32"/>
                  <a:pt x="3249" y="29"/>
                </a:cubicBezTo>
                <a:cubicBezTo>
                  <a:pt x="3243" y="29"/>
                  <a:pt x="3243" y="31"/>
                  <a:pt x="3238" y="29"/>
                </a:cubicBezTo>
                <a:cubicBezTo>
                  <a:pt x="3232" y="29"/>
                  <a:pt x="3227" y="29"/>
                  <a:pt x="3222" y="29"/>
                </a:cubicBezTo>
                <a:cubicBezTo>
                  <a:pt x="3227" y="32"/>
                  <a:pt x="3243" y="35"/>
                  <a:pt x="3232" y="38"/>
                </a:cubicBezTo>
                <a:cubicBezTo>
                  <a:pt x="3227" y="35"/>
                  <a:pt x="3222" y="38"/>
                  <a:pt x="3211" y="36"/>
                </a:cubicBezTo>
                <a:cubicBezTo>
                  <a:pt x="3200" y="33"/>
                  <a:pt x="3211" y="32"/>
                  <a:pt x="3200" y="29"/>
                </a:cubicBezTo>
                <a:cubicBezTo>
                  <a:pt x="3179" y="28"/>
                  <a:pt x="3190" y="32"/>
                  <a:pt x="3168" y="35"/>
                </a:cubicBezTo>
                <a:cubicBezTo>
                  <a:pt x="3179" y="26"/>
                  <a:pt x="3076" y="29"/>
                  <a:pt x="3125" y="33"/>
                </a:cubicBezTo>
                <a:cubicBezTo>
                  <a:pt x="3119" y="35"/>
                  <a:pt x="3109" y="38"/>
                  <a:pt x="3103" y="39"/>
                </a:cubicBezTo>
                <a:cubicBezTo>
                  <a:pt x="3087" y="31"/>
                  <a:pt x="3060" y="38"/>
                  <a:pt x="3044" y="35"/>
                </a:cubicBezTo>
                <a:cubicBezTo>
                  <a:pt x="3038" y="33"/>
                  <a:pt x="3049" y="32"/>
                  <a:pt x="3044" y="29"/>
                </a:cubicBezTo>
                <a:cubicBezTo>
                  <a:pt x="3028" y="29"/>
                  <a:pt x="3011" y="36"/>
                  <a:pt x="2995" y="29"/>
                </a:cubicBezTo>
                <a:cubicBezTo>
                  <a:pt x="2974" y="31"/>
                  <a:pt x="2984" y="39"/>
                  <a:pt x="2968" y="36"/>
                </a:cubicBezTo>
                <a:cubicBezTo>
                  <a:pt x="2974" y="25"/>
                  <a:pt x="2876" y="25"/>
                  <a:pt x="2849" y="36"/>
                </a:cubicBezTo>
                <a:cubicBezTo>
                  <a:pt x="2822" y="38"/>
                  <a:pt x="2855" y="28"/>
                  <a:pt x="2833" y="31"/>
                </a:cubicBezTo>
                <a:cubicBezTo>
                  <a:pt x="2844" y="33"/>
                  <a:pt x="2806" y="36"/>
                  <a:pt x="2806" y="33"/>
                </a:cubicBezTo>
                <a:cubicBezTo>
                  <a:pt x="2812" y="31"/>
                  <a:pt x="2801" y="28"/>
                  <a:pt x="2801" y="26"/>
                </a:cubicBezTo>
                <a:cubicBezTo>
                  <a:pt x="2774" y="28"/>
                  <a:pt x="2812" y="32"/>
                  <a:pt x="2785" y="35"/>
                </a:cubicBezTo>
                <a:cubicBezTo>
                  <a:pt x="2785" y="32"/>
                  <a:pt x="2774" y="33"/>
                  <a:pt x="2774" y="32"/>
                </a:cubicBezTo>
                <a:cubicBezTo>
                  <a:pt x="2795" y="31"/>
                  <a:pt x="2774" y="22"/>
                  <a:pt x="2779" y="28"/>
                </a:cubicBezTo>
                <a:cubicBezTo>
                  <a:pt x="2763" y="29"/>
                  <a:pt x="2769" y="38"/>
                  <a:pt x="2747" y="35"/>
                </a:cubicBezTo>
                <a:cubicBezTo>
                  <a:pt x="2742" y="31"/>
                  <a:pt x="2763" y="25"/>
                  <a:pt x="2736" y="23"/>
                </a:cubicBezTo>
                <a:cubicBezTo>
                  <a:pt x="2731" y="32"/>
                  <a:pt x="2688" y="40"/>
                  <a:pt x="2671" y="32"/>
                </a:cubicBezTo>
                <a:cubicBezTo>
                  <a:pt x="2661" y="36"/>
                  <a:pt x="2661" y="48"/>
                  <a:pt x="2634" y="42"/>
                </a:cubicBezTo>
                <a:cubicBezTo>
                  <a:pt x="2644" y="40"/>
                  <a:pt x="2650" y="39"/>
                  <a:pt x="2639" y="36"/>
                </a:cubicBezTo>
                <a:cubicBezTo>
                  <a:pt x="2634" y="38"/>
                  <a:pt x="2628" y="39"/>
                  <a:pt x="2623" y="38"/>
                </a:cubicBezTo>
                <a:cubicBezTo>
                  <a:pt x="2628" y="25"/>
                  <a:pt x="2698" y="35"/>
                  <a:pt x="2698" y="23"/>
                </a:cubicBezTo>
                <a:cubicBezTo>
                  <a:pt x="2666" y="28"/>
                  <a:pt x="2639" y="22"/>
                  <a:pt x="2612" y="28"/>
                </a:cubicBezTo>
                <a:cubicBezTo>
                  <a:pt x="2601" y="29"/>
                  <a:pt x="2607" y="32"/>
                  <a:pt x="2601" y="33"/>
                </a:cubicBezTo>
                <a:cubicBezTo>
                  <a:pt x="2580" y="28"/>
                  <a:pt x="2574" y="48"/>
                  <a:pt x="2542" y="36"/>
                </a:cubicBezTo>
                <a:cubicBezTo>
                  <a:pt x="2580" y="36"/>
                  <a:pt x="2563" y="29"/>
                  <a:pt x="2601" y="26"/>
                </a:cubicBezTo>
                <a:cubicBezTo>
                  <a:pt x="2563" y="21"/>
                  <a:pt x="2525" y="28"/>
                  <a:pt x="2488" y="26"/>
                </a:cubicBezTo>
                <a:cubicBezTo>
                  <a:pt x="2499" y="33"/>
                  <a:pt x="2515" y="23"/>
                  <a:pt x="2520" y="31"/>
                </a:cubicBezTo>
                <a:cubicBezTo>
                  <a:pt x="2515" y="31"/>
                  <a:pt x="2515" y="33"/>
                  <a:pt x="2515" y="33"/>
                </a:cubicBezTo>
                <a:cubicBezTo>
                  <a:pt x="2493" y="29"/>
                  <a:pt x="2455" y="32"/>
                  <a:pt x="2472" y="22"/>
                </a:cubicBezTo>
                <a:cubicBezTo>
                  <a:pt x="2466" y="23"/>
                  <a:pt x="2461" y="23"/>
                  <a:pt x="2461" y="22"/>
                </a:cubicBezTo>
                <a:cubicBezTo>
                  <a:pt x="2450" y="23"/>
                  <a:pt x="2445" y="22"/>
                  <a:pt x="2439" y="23"/>
                </a:cubicBezTo>
                <a:cubicBezTo>
                  <a:pt x="2450" y="26"/>
                  <a:pt x="2445" y="28"/>
                  <a:pt x="2434" y="31"/>
                </a:cubicBezTo>
                <a:cubicBezTo>
                  <a:pt x="2455" y="33"/>
                  <a:pt x="2455" y="36"/>
                  <a:pt x="2428" y="42"/>
                </a:cubicBezTo>
                <a:cubicBezTo>
                  <a:pt x="2428" y="38"/>
                  <a:pt x="2423" y="36"/>
                  <a:pt x="2407" y="35"/>
                </a:cubicBezTo>
                <a:cubicBezTo>
                  <a:pt x="2434" y="33"/>
                  <a:pt x="2417" y="29"/>
                  <a:pt x="2423" y="26"/>
                </a:cubicBezTo>
                <a:cubicBezTo>
                  <a:pt x="2407" y="22"/>
                  <a:pt x="2396" y="18"/>
                  <a:pt x="2374" y="23"/>
                </a:cubicBezTo>
                <a:cubicBezTo>
                  <a:pt x="2385" y="31"/>
                  <a:pt x="2396" y="26"/>
                  <a:pt x="2407" y="28"/>
                </a:cubicBezTo>
                <a:cubicBezTo>
                  <a:pt x="2380" y="29"/>
                  <a:pt x="2417" y="33"/>
                  <a:pt x="2391" y="36"/>
                </a:cubicBezTo>
                <a:cubicBezTo>
                  <a:pt x="2391" y="32"/>
                  <a:pt x="2396" y="26"/>
                  <a:pt x="2374" y="29"/>
                </a:cubicBezTo>
                <a:cubicBezTo>
                  <a:pt x="2380" y="35"/>
                  <a:pt x="2337" y="32"/>
                  <a:pt x="2342" y="39"/>
                </a:cubicBezTo>
                <a:cubicBezTo>
                  <a:pt x="2315" y="29"/>
                  <a:pt x="2315" y="45"/>
                  <a:pt x="2294" y="39"/>
                </a:cubicBezTo>
                <a:cubicBezTo>
                  <a:pt x="2304" y="35"/>
                  <a:pt x="2283" y="31"/>
                  <a:pt x="2299" y="28"/>
                </a:cubicBezTo>
                <a:cubicBezTo>
                  <a:pt x="2294" y="31"/>
                  <a:pt x="2304" y="35"/>
                  <a:pt x="2321" y="35"/>
                </a:cubicBezTo>
                <a:cubicBezTo>
                  <a:pt x="2337" y="28"/>
                  <a:pt x="2347" y="33"/>
                  <a:pt x="2369" y="25"/>
                </a:cubicBezTo>
                <a:cubicBezTo>
                  <a:pt x="2326" y="22"/>
                  <a:pt x="2277" y="22"/>
                  <a:pt x="2250" y="26"/>
                </a:cubicBezTo>
                <a:cubicBezTo>
                  <a:pt x="2229" y="16"/>
                  <a:pt x="2142" y="16"/>
                  <a:pt x="2126" y="32"/>
                </a:cubicBezTo>
                <a:cubicBezTo>
                  <a:pt x="2126" y="23"/>
                  <a:pt x="2110" y="32"/>
                  <a:pt x="2099" y="29"/>
                </a:cubicBezTo>
                <a:cubicBezTo>
                  <a:pt x="2083" y="23"/>
                  <a:pt x="2121" y="25"/>
                  <a:pt x="2115" y="21"/>
                </a:cubicBezTo>
                <a:cubicBezTo>
                  <a:pt x="2083" y="21"/>
                  <a:pt x="2077" y="33"/>
                  <a:pt x="2045" y="31"/>
                </a:cubicBezTo>
                <a:cubicBezTo>
                  <a:pt x="2045" y="26"/>
                  <a:pt x="2067" y="28"/>
                  <a:pt x="2067" y="21"/>
                </a:cubicBezTo>
                <a:cubicBezTo>
                  <a:pt x="2056" y="23"/>
                  <a:pt x="2045" y="22"/>
                  <a:pt x="2034" y="25"/>
                </a:cubicBezTo>
                <a:cubicBezTo>
                  <a:pt x="2040" y="28"/>
                  <a:pt x="2051" y="38"/>
                  <a:pt x="2024" y="35"/>
                </a:cubicBezTo>
                <a:cubicBezTo>
                  <a:pt x="2024" y="29"/>
                  <a:pt x="2040" y="23"/>
                  <a:pt x="2018" y="18"/>
                </a:cubicBezTo>
                <a:cubicBezTo>
                  <a:pt x="1997" y="22"/>
                  <a:pt x="1986" y="18"/>
                  <a:pt x="1964" y="21"/>
                </a:cubicBezTo>
                <a:cubicBezTo>
                  <a:pt x="1975" y="29"/>
                  <a:pt x="2018" y="19"/>
                  <a:pt x="2007" y="28"/>
                </a:cubicBezTo>
                <a:cubicBezTo>
                  <a:pt x="1997" y="26"/>
                  <a:pt x="1927" y="32"/>
                  <a:pt x="1970" y="32"/>
                </a:cubicBezTo>
                <a:cubicBezTo>
                  <a:pt x="1948" y="35"/>
                  <a:pt x="1953" y="45"/>
                  <a:pt x="1927" y="40"/>
                </a:cubicBezTo>
                <a:cubicBezTo>
                  <a:pt x="1959" y="35"/>
                  <a:pt x="1905" y="28"/>
                  <a:pt x="1959" y="22"/>
                </a:cubicBezTo>
                <a:cubicBezTo>
                  <a:pt x="1932" y="16"/>
                  <a:pt x="1900" y="21"/>
                  <a:pt x="1867" y="21"/>
                </a:cubicBezTo>
                <a:cubicBezTo>
                  <a:pt x="1883" y="26"/>
                  <a:pt x="1900" y="25"/>
                  <a:pt x="1921" y="28"/>
                </a:cubicBezTo>
                <a:cubicBezTo>
                  <a:pt x="1900" y="28"/>
                  <a:pt x="1910" y="29"/>
                  <a:pt x="1894" y="33"/>
                </a:cubicBezTo>
                <a:cubicBezTo>
                  <a:pt x="1900" y="23"/>
                  <a:pt x="1873" y="35"/>
                  <a:pt x="1862" y="32"/>
                </a:cubicBezTo>
                <a:cubicBezTo>
                  <a:pt x="1840" y="26"/>
                  <a:pt x="1867" y="23"/>
                  <a:pt x="1851" y="19"/>
                </a:cubicBezTo>
                <a:cubicBezTo>
                  <a:pt x="1824" y="18"/>
                  <a:pt x="1829" y="28"/>
                  <a:pt x="1802" y="26"/>
                </a:cubicBezTo>
                <a:cubicBezTo>
                  <a:pt x="1797" y="23"/>
                  <a:pt x="1808" y="21"/>
                  <a:pt x="1802" y="18"/>
                </a:cubicBezTo>
                <a:cubicBezTo>
                  <a:pt x="1786" y="26"/>
                  <a:pt x="1759" y="26"/>
                  <a:pt x="1748" y="16"/>
                </a:cubicBezTo>
                <a:cubicBezTo>
                  <a:pt x="1711" y="21"/>
                  <a:pt x="1711" y="16"/>
                  <a:pt x="1678" y="26"/>
                </a:cubicBezTo>
                <a:cubicBezTo>
                  <a:pt x="1678" y="21"/>
                  <a:pt x="1640" y="19"/>
                  <a:pt x="1624" y="16"/>
                </a:cubicBezTo>
                <a:cubicBezTo>
                  <a:pt x="1592" y="22"/>
                  <a:pt x="1597" y="26"/>
                  <a:pt x="1575" y="26"/>
                </a:cubicBezTo>
                <a:cubicBezTo>
                  <a:pt x="1603" y="21"/>
                  <a:pt x="1549" y="19"/>
                  <a:pt x="1559" y="15"/>
                </a:cubicBezTo>
                <a:cubicBezTo>
                  <a:pt x="1532" y="18"/>
                  <a:pt x="1511" y="23"/>
                  <a:pt x="1489" y="15"/>
                </a:cubicBezTo>
                <a:cubicBezTo>
                  <a:pt x="1468" y="21"/>
                  <a:pt x="1441" y="25"/>
                  <a:pt x="1419" y="18"/>
                </a:cubicBezTo>
                <a:cubicBezTo>
                  <a:pt x="1403" y="21"/>
                  <a:pt x="1392" y="23"/>
                  <a:pt x="1376" y="26"/>
                </a:cubicBezTo>
                <a:cubicBezTo>
                  <a:pt x="1365" y="19"/>
                  <a:pt x="1344" y="25"/>
                  <a:pt x="1333" y="21"/>
                </a:cubicBezTo>
                <a:cubicBezTo>
                  <a:pt x="1349" y="18"/>
                  <a:pt x="1381" y="22"/>
                  <a:pt x="1371" y="15"/>
                </a:cubicBezTo>
                <a:cubicBezTo>
                  <a:pt x="1333" y="14"/>
                  <a:pt x="1290" y="23"/>
                  <a:pt x="1252" y="14"/>
                </a:cubicBezTo>
                <a:cubicBezTo>
                  <a:pt x="1225" y="21"/>
                  <a:pt x="1214" y="25"/>
                  <a:pt x="1187" y="19"/>
                </a:cubicBezTo>
                <a:cubicBezTo>
                  <a:pt x="1203" y="18"/>
                  <a:pt x="1235" y="18"/>
                  <a:pt x="1225" y="11"/>
                </a:cubicBezTo>
                <a:cubicBezTo>
                  <a:pt x="1209" y="14"/>
                  <a:pt x="1187" y="12"/>
                  <a:pt x="1171" y="15"/>
                </a:cubicBezTo>
                <a:cubicBezTo>
                  <a:pt x="1171" y="23"/>
                  <a:pt x="1192" y="25"/>
                  <a:pt x="1198" y="28"/>
                </a:cubicBezTo>
                <a:cubicBezTo>
                  <a:pt x="1176" y="23"/>
                  <a:pt x="1149" y="32"/>
                  <a:pt x="1133" y="25"/>
                </a:cubicBezTo>
                <a:cubicBezTo>
                  <a:pt x="1144" y="23"/>
                  <a:pt x="1155" y="26"/>
                  <a:pt x="1171" y="22"/>
                </a:cubicBezTo>
                <a:cubicBezTo>
                  <a:pt x="1149" y="16"/>
                  <a:pt x="1155" y="14"/>
                  <a:pt x="1133" y="10"/>
                </a:cubicBezTo>
                <a:cubicBezTo>
                  <a:pt x="1117" y="14"/>
                  <a:pt x="1084" y="12"/>
                  <a:pt x="1052" y="14"/>
                </a:cubicBezTo>
                <a:cubicBezTo>
                  <a:pt x="1047" y="21"/>
                  <a:pt x="1031" y="28"/>
                  <a:pt x="993" y="28"/>
                </a:cubicBezTo>
                <a:cubicBezTo>
                  <a:pt x="1009" y="25"/>
                  <a:pt x="998" y="23"/>
                  <a:pt x="1014" y="23"/>
                </a:cubicBezTo>
                <a:cubicBezTo>
                  <a:pt x="1009" y="18"/>
                  <a:pt x="993" y="18"/>
                  <a:pt x="982" y="18"/>
                </a:cubicBezTo>
                <a:cubicBezTo>
                  <a:pt x="982" y="16"/>
                  <a:pt x="987" y="16"/>
                  <a:pt x="982" y="15"/>
                </a:cubicBezTo>
                <a:cubicBezTo>
                  <a:pt x="1004" y="15"/>
                  <a:pt x="1036" y="22"/>
                  <a:pt x="1041" y="12"/>
                </a:cubicBezTo>
                <a:cubicBezTo>
                  <a:pt x="1009" y="8"/>
                  <a:pt x="987" y="14"/>
                  <a:pt x="966" y="10"/>
                </a:cubicBezTo>
                <a:cubicBezTo>
                  <a:pt x="950" y="16"/>
                  <a:pt x="912" y="18"/>
                  <a:pt x="890" y="16"/>
                </a:cubicBezTo>
                <a:cubicBezTo>
                  <a:pt x="906" y="19"/>
                  <a:pt x="885" y="22"/>
                  <a:pt x="885" y="25"/>
                </a:cubicBezTo>
                <a:cubicBezTo>
                  <a:pt x="869" y="12"/>
                  <a:pt x="912" y="16"/>
                  <a:pt x="923" y="10"/>
                </a:cubicBezTo>
                <a:cubicBezTo>
                  <a:pt x="869" y="11"/>
                  <a:pt x="842" y="4"/>
                  <a:pt x="831" y="18"/>
                </a:cubicBezTo>
                <a:cubicBezTo>
                  <a:pt x="831" y="15"/>
                  <a:pt x="831" y="12"/>
                  <a:pt x="825" y="10"/>
                </a:cubicBezTo>
                <a:cubicBezTo>
                  <a:pt x="804" y="16"/>
                  <a:pt x="787" y="8"/>
                  <a:pt x="771" y="6"/>
                </a:cubicBezTo>
                <a:cubicBezTo>
                  <a:pt x="750" y="8"/>
                  <a:pt x="744" y="18"/>
                  <a:pt x="734" y="15"/>
                </a:cubicBezTo>
                <a:cubicBezTo>
                  <a:pt x="723" y="12"/>
                  <a:pt x="739" y="5"/>
                  <a:pt x="717" y="8"/>
                </a:cubicBezTo>
                <a:cubicBezTo>
                  <a:pt x="717" y="10"/>
                  <a:pt x="712" y="18"/>
                  <a:pt x="696" y="15"/>
                </a:cubicBezTo>
                <a:cubicBezTo>
                  <a:pt x="690" y="12"/>
                  <a:pt x="712" y="10"/>
                  <a:pt x="690" y="5"/>
                </a:cubicBezTo>
                <a:cubicBezTo>
                  <a:pt x="680" y="15"/>
                  <a:pt x="647" y="15"/>
                  <a:pt x="631" y="25"/>
                </a:cubicBezTo>
                <a:cubicBezTo>
                  <a:pt x="631" y="21"/>
                  <a:pt x="626" y="23"/>
                  <a:pt x="615" y="19"/>
                </a:cubicBezTo>
                <a:cubicBezTo>
                  <a:pt x="642" y="15"/>
                  <a:pt x="631" y="12"/>
                  <a:pt x="658" y="11"/>
                </a:cubicBezTo>
                <a:cubicBezTo>
                  <a:pt x="637" y="10"/>
                  <a:pt x="593" y="0"/>
                  <a:pt x="583" y="10"/>
                </a:cubicBezTo>
                <a:cubicBezTo>
                  <a:pt x="593" y="8"/>
                  <a:pt x="599" y="11"/>
                  <a:pt x="593" y="12"/>
                </a:cubicBezTo>
                <a:cubicBezTo>
                  <a:pt x="555" y="11"/>
                  <a:pt x="550" y="23"/>
                  <a:pt x="529" y="29"/>
                </a:cubicBezTo>
                <a:cubicBezTo>
                  <a:pt x="485" y="18"/>
                  <a:pt x="566" y="16"/>
                  <a:pt x="561" y="8"/>
                </a:cubicBezTo>
                <a:cubicBezTo>
                  <a:pt x="512" y="2"/>
                  <a:pt x="421" y="16"/>
                  <a:pt x="453" y="31"/>
                </a:cubicBezTo>
                <a:cubicBezTo>
                  <a:pt x="431" y="29"/>
                  <a:pt x="404" y="33"/>
                  <a:pt x="383" y="28"/>
                </a:cubicBezTo>
                <a:cubicBezTo>
                  <a:pt x="431" y="21"/>
                  <a:pt x="453" y="18"/>
                  <a:pt x="453" y="5"/>
                </a:cubicBezTo>
                <a:cubicBezTo>
                  <a:pt x="404" y="6"/>
                  <a:pt x="415" y="15"/>
                  <a:pt x="367" y="21"/>
                </a:cubicBezTo>
                <a:cubicBezTo>
                  <a:pt x="356" y="18"/>
                  <a:pt x="350" y="19"/>
                  <a:pt x="340" y="16"/>
                </a:cubicBezTo>
                <a:cubicBezTo>
                  <a:pt x="372" y="18"/>
                  <a:pt x="350" y="6"/>
                  <a:pt x="377" y="8"/>
                </a:cubicBezTo>
                <a:cubicBezTo>
                  <a:pt x="329" y="5"/>
                  <a:pt x="280" y="10"/>
                  <a:pt x="237" y="6"/>
                </a:cubicBezTo>
                <a:cubicBezTo>
                  <a:pt x="215" y="21"/>
                  <a:pt x="107" y="10"/>
                  <a:pt x="102" y="23"/>
                </a:cubicBezTo>
                <a:moveTo>
                  <a:pt x="3600" y="87"/>
                </a:moveTo>
                <a:cubicBezTo>
                  <a:pt x="3600" y="90"/>
                  <a:pt x="3600" y="92"/>
                  <a:pt x="3611" y="94"/>
                </a:cubicBezTo>
                <a:cubicBezTo>
                  <a:pt x="3600" y="94"/>
                  <a:pt x="3594" y="96"/>
                  <a:pt x="3589" y="97"/>
                </a:cubicBezTo>
                <a:cubicBezTo>
                  <a:pt x="3584" y="96"/>
                  <a:pt x="3578" y="94"/>
                  <a:pt x="3573" y="96"/>
                </a:cubicBezTo>
                <a:cubicBezTo>
                  <a:pt x="3562" y="93"/>
                  <a:pt x="3594" y="90"/>
                  <a:pt x="3600" y="87"/>
                </a:cubicBezTo>
                <a:moveTo>
                  <a:pt x="2126" y="124"/>
                </a:moveTo>
                <a:cubicBezTo>
                  <a:pt x="2115" y="118"/>
                  <a:pt x="2094" y="124"/>
                  <a:pt x="2094" y="117"/>
                </a:cubicBezTo>
                <a:cubicBezTo>
                  <a:pt x="2132" y="121"/>
                  <a:pt x="2159" y="115"/>
                  <a:pt x="2175" y="108"/>
                </a:cubicBezTo>
                <a:cubicBezTo>
                  <a:pt x="2180" y="115"/>
                  <a:pt x="2153" y="120"/>
                  <a:pt x="2126" y="124"/>
                </a:cubicBezTo>
                <a:moveTo>
                  <a:pt x="2229" y="108"/>
                </a:moveTo>
                <a:cubicBezTo>
                  <a:pt x="2223" y="103"/>
                  <a:pt x="2261" y="98"/>
                  <a:pt x="2272" y="104"/>
                </a:cubicBezTo>
                <a:cubicBezTo>
                  <a:pt x="2277" y="103"/>
                  <a:pt x="2272" y="101"/>
                  <a:pt x="2267" y="100"/>
                </a:cubicBezTo>
                <a:cubicBezTo>
                  <a:pt x="2283" y="94"/>
                  <a:pt x="2288" y="100"/>
                  <a:pt x="2304" y="97"/>
                </a:cubicBezTo>
                <a:cubicBezTo>
                  <a:pt x="2299" y="101"/>
                  <a:pt x="2277" y="103"/>
                  <a:pt x="2261" y="110"/>
                </a:cubicBezTo>
                <a:cubicBezTo>
                  <a:pt x="2250" y="108"/>
                  <a:pt x="2240" y="104"/>
                  <a:pt x="2229" y="108"/>
                </a:cubicBezTo>
                <a:moveTo>
                  <a:pt x="2299" y="93"/>
                </a:moveTo>
                <a:cubicBezTo>
                  <a:pt x="2310" y="92"/>
                  <a:pt x="2315" y="90"/>
                  <a:pt x="2326" y="89"/>
                </a:cubicBezTo>
                <a:cubicBezTo>
                  <a:pt x="2337" y="96"/>
                  <a:pt x="2304" y="94"/>
                  <a:pt x="2342" y="100"/>
                </a:cubicBezTo>
                <a:cubicBezTo>
                  <a:pt x="2342" y="100"/>
                  <a:pt x="2347" y="98"/>
                  <a:pt x="2353" y="98"/>
                </a:cubicBezTo>
                <a:cubicBezTo>
                  <a:pt x="2364" y="103"/>
                  <a:pt x="2337" y="98"/>
                  <a:pt x="2326" y="103"/>
                </a:cubicBezTo>
                <a:cubicBezTo>
                  <a:pt x="2331" y="98"/>
                  <a:pt x="2310" y="97"/>
                  <a:pt x="2315" y="103"/>
                </a:cubicBezTo>
                <a:cubicBezTo>
                  <a:pt x="2310" y="107"/>
                  <a:pt x="2310" y="96"/>
                  <a:pt x="2299" y="93"/>
                </a:cubicBezTo>
                <a:moveTo>
                  <a:pt x="2267" y="118"/>
                </a:moveTo>
                <a:cubicBezTo>
                  <a:pt x="2256" y="114"/>
                  <a:pt x="2277" y="110"/>
                  <a:pt x="2294" y="110"/>
                </a:cubicBezTo>
                <a:cubicBezTo>
                  <a:pt x="2304" y="114"/>
                  <a:pt x="2277" y="118"/>
                  <a:pt x="2267" y="118"/>
                </a:cubicBezTo>
                <a:moveTo>
                  <a:pt x="2342" y="115"/>
                </a:moveTo>
                <a:cubicBezTo>
                  <a:pt x="2342" y="113"/>
                  <a:pt x="2342" y="111"/>
                  <a:pt x="2337" y="108"/>
                </a:cubicBezTo>
                <a:cubicBezTo>
                  <a:pt x="2353" y="104"/>
                  <a:pt x="2364" y="107"/>
                  <a:pt x="2374" y="106"/>
                </a:cubicBezTo>
                <a:cubicBezTo>
                  <a:pt x="2385" y="110"/>
                  <a:pt x="2353" y="111"/>
                  <a:pt x="2342" y="115"/>
                </a:cubicBezTo>
                <a:moveTo>
                  <a:pt x="2472" y="79"/>
                </a:moveTo>
                <a:cubicBezTo>
                  <a:pt x="2461" y="73"/>
                  <a:pt x="2493" y="76"/>
                  <a:pt x="2499" y="76"/>
                </a:cubicBezTo>
                <a:cubicBezTo>
                  <a:pt x="2499" y="79"/>
                  <a:pt x="2493" y="82"/>
                  <a:pt x="2499" y="86"/>
                </a:cubicBezTo>
                <a:cubicBezTo>
                  <a:pt x="2493" y="94"/>
                  <a:pt x="2493" y="70"/>
                  <a:pt x="2472" y="79"/>
                </a:cubicBezTo>
                <a:moveTo>
                  <a:pt x="2536" y="64"/>
                </a:moveTo>
                <a:cubicBezTo>
                  <a:pt x="2553" y="70"/>
                  <a:pt x="2542" y="76"/>
                  <a:pt x="2536" y="80"/>
                </a:cubicBezTo>
                <a:cubicBezTo>
                  <a:pt x="2520" y="74"/>
                  <a:pt x="2509" y="69"/>
                  <a:pt x="2536" y="64"/>
                </a:cubicBezTo>
                <a:moveTo>
                  <a:pt x="2472" y="114"/>
                </a:moveTo>
                <a:cubicBezTo>
                  <a:pt x="2466" y="113"/>
                  <a:pt x="2488" y="107"/>
                  <a:pt x="2461" y="111"/>
                </a:cubicBezTo>
                <a:cubicBezTo>
                  <a:pt x="2461" y="103"/>
                  <a:pt x="2428" y="110"/>
                  <a:pt x="2445" y="103"/>
                </a:cubicBezTo>
                <a:cubicBezTo>
                  <a:pt x="2493" y="101"/>
                  <a:pt x="2482" y="104"/>
                  <a:pt x="2520" y="101"/>
                </a:cubicBezTo>
                <a:cubicBezTo>
                  <a:pt x="2531" y="100"/>
                  <a:pt x="2520" y="106"/>
                  <a:pt x="2536" y="104"/>
                </a:cubicBezTo>
                <a:cubicBezTo>
                  <a:pt x="2531" y="113"/>
                  <a:pt x="2477" y="101"/>
                  <a:pt x="2472" y="114"/>
                </a:cubicBezTo>
                <a:moveTo>
                  <a:pt x="2553" y="87"/>
                </a:moveTo>
                <a:cubicBezTo>
                  <a:pt x="2558" y="89"/>
                  <a:pt x="2553" y="90"/>
                  <a:pt x="2547" y="92"/>
                </a:cubicBezTo>
                <a:cubicBezTo>
                  <a:pt x="2553" y="92"/>
                  <a:pt x="2558" y="93"/>
                  <a:pt x="2569" y="94"/>
                </a:cubicBezTo>
                <a:cubicBezTo>
                  <a:pt x="2542" y="101"/>
                  <a:pt x="2520" y="90"/>
                  <a:pt x="2553" y="87"/>
                </a:cubicBezTo>
                <a:moveTo>
                  <a:pt x="2569" y="110"/>
                </a:moveTo>
                <a:cubicBezTo>
                  <a:pt x="2563" y="111"/>
                  <a:pt x="2547" y="110"/>
                  <a:pt x="2553" y="113"/>
                </a:cubicBezTo>
                <a:cubicBezTo>
                  <a:pt x="2531" y="117"/>
                  <a:pt x="2542" y="104"/>
                  <a:pt x="2553" y="110"/>
                </a:cubicBezTo>
                <a:cubicBezTo>
                  <a:pt x="2553" y="107"/>
                  <a:pt x="2553" y="94"/>
                  <a:pt x="2580" y="103"/>
                </a:cubicBezTo>
                <a:cubicBezTo>
                  <a:pt x="2574" y="104"/>
                  <a:pt x="2574" y="103"/>
                  <a:pt x="2569" y="101"/>
                </a:cubicBezTo>
                <a:cubicBezTo>
                  <a:pt x="2569" y="104"/>
                  <a:pt x="2569" y="107"/>
                  <a:pt x="2569" y="110"/>
                </a:cubicBezTo>
                <a:moveTo>
                  <a:pt x="2623" y="97"/>
                </a:moveTo>
                <a:cubicBezTo>
                  <a:pt x="2628" y="94"/>
                  <a:pt x="2639" y="93"/>
                  <a:pt x="2634" y="92"/>
                </a:cubicBezTo>
                <a:cubicBezTo>
                  <a:pt x="2661" y="87"/>
                  <a:pt x="2644" y="101"/>
                  <a:pt x="2666" y="97"/>
                </a:cubicBezTo>
                <a:cubicBezTo>
                  <a:pt x="2671" y="101"/>
                  <a:pt x="2628" y="103"/>
                  <a:pt x="2623" y="97"/>
                </a:cubicBezTo>
                <a:moveTo>
                  <a:pt x="2715" y="90"/>
                </a:moveTo>
                <a:cubicBezTo>
                  <a:pt x="2704" y="86"/>
                  <a:pt x="2698" y="82"/>
                  <a:pt x="2715" y="79"/>
                </a:cubicBezTo>
                <a:cubicBezTo>
                  <a:pt x="2731" y="83"/>
                  <a:pt x="2742" y="87"/>
                  <a:pt x="2715" y="90"/>
                </a:cubicBezTo>
                <a:moveTo>
                  <a:pt x="2849" y="62"/>
                </a:moveTo>
                <a:cubicBezTo>
                  <a:pt x="2855" y="70"/>
                  <a:pt x="2817" y="66"/>
                  <a:pt x="2806" y="66"/>
                </a:cubicBezTo>
                <a:cubicBezTo>
                  <a:pt x="2801" y="60"/>
                  <a:pt x="2839" y="64"/>
                  <a:pt x="2849" y="62"/>
                </a:cubicBezTo>
                <a:moveTo>
                  <a:pt x="2785" y="76"/>
                </a:moveTo>
                <a:cubicBezTo>
                  <a:pt x="2790" y="72"/>
                  <a:pt x="2822" y="73"/>
                  <a:pt x="2844" y="69"/>
                </a:cubicBezTo>
                <a:cubicBezTo>
                  <a:pt x="2855" y="76"/>
                  <a:pt x="2822" y="73"/>
                  <a:pt x="2806" y="79"/>
                </a:cubicBezTo>
                <a:cubicBezTo>
                  <a:pt x="2795" y="77"/>
                  <a:pt x="2790" y="74"/>
                  <a:pt x="2785" y="76"/>
                </a:cubicBezTo>
                <a:moveTo>
                  <a:pt x="2790" y="100"/>
                </a:moveTo>
                <a:cubicBezTo>
                  <a:pt x="2769" y="100"/>
                  <a:pt x="2779" y="103"/>
                  <a:pt x="2763" y="106"/>
                </a:cubicBezTo>
                <a:cubicBezTo>
                  <a:pt x="2758" y="104"/>
                  <a:pt x="2758" y="103"/>
                  <a:pt x="2752" y="100"/>
                </a:cubicBezTo>
                <a:cubicBezTo>
                  <a:pt x="2779" y="101"/>
                  <a:pt x="2752" y="94"/>
                  <a:pt x="2779" y="92"/>
                </a:cubicBezTo>
                <a:cubicBezTo>
                  <a:pt x="2774" y="92"/>
                  <a:pt x="2763" y="89"/>
                  <a:pt x="2758" y="86"/>
                </a:cubicBezTo>
                <a:cubicBezTo>
                  <a:pt x="2763" y="86"/>
                  <a:pt x="2774" y="86"/>
                  <a:pt x="2769" y="84"/>
                </a:cubicBezTo>
                <a:cubicBezTo>
                  <a:pt x="2779" y="83"/>
                  <a:pt x="2785" y="86"/>
                  <a:pt x="2790" y="84"/>
                </a:cubicBezTo>
                <a:cubicBezTo>
                  <a:pt x="2795" y="87"/>
                  <a:pt x="2785" y="87"/>
                  <a:pt x="2785" y="86"/>
                </a:cubicBezTo>
                <a:cubicBezTo>
                  <a:pt x="2795" y="92"/>
                  <a:pt x="2774" y="96"/>
                  <a:pt x="2790" y="100"/>
                </a:cubicBezTo>
                <a:moveTo>
                  <a:pt x="2720" y="107"/>
                </a:moveTo>
                <a:cubicBezTo>
                  <a:pt x="2682" y="113"/>
                  <a:pt x="2661" y="108"/>
                  <a:pt x="2634" y="114"/>
                </a:cubicBezTo>
                <a:cubicBezTo>
                  <a:pt x="2634" y="106"/>
                  <a:pt x="2693" y="104"/>
                  <a:pt x="2720" y="107"/>
                </a:cubicBezTo>
                <a:moveTo>
                  <a:pt x="2634" y="124"/>
                </a:moveTo>
                <a:cubicBezTo>
                  <a:pt x="2623" y="121"/>
                  <a:pt x="2639" y="120"/>
                  <a:pt x="2634" y="117"/>
                </a:cubicBezTo>
                <a:cubicBezTo>
                  <a:pt x="2655" y="118"/>
                  <a:pt x="2671" y="121"/>
                  <a:pt x="2693" y="120"/>
                </a:cubicBezTo>
                <a:cubicBezTo>
                  <a:pt x="2693" y="130"/>
                  <a:pt x="2655" y="118"/>
                  <a:pt x="2634" y="124"/>
                </a:cubicBezTo>
                <a:moveTo>
                  <a:pt x="2806" y="87"/>
                </a:moveTo>
                <a:cubicBezTo>
                  <a:pt x="2795" y="77"/>
                  <a:pt x="2822" y="86"/>
                  <a:pt x="2844" y="79"/>
                </a:cubicBezTo>
                <a:cubicBezTo>
                  <a:pt x="2844" y="84"/>
                  <a:pt x="2844" y="87"/>
                  <a:pt x="2866" y="90"/>
                </a:cubicBezTo>
                <a:cubicBezTo>
                  <a:pt x="2882" y="87"/>
                  <a:pt x="2887" y="84"/>
                  <a:pt x="2882" y="82"/>
                </a:cubicBezTo>
                <a:cubicBezTo>
                  <a:pt x="2903" y="80"/>
                  <a:pt x="2892" y="87"/>
                  <a:pt x="2892" y="90"/>
                </a:cubicBezTo>
                <a:cubicBezTo>
                  <a:pt x="2839" y="96"/>
                  <a:pt x="2849" y="86"/>
                  <a:pt x="2806" y="87"/>
                </a:cubicBezTo>
                <a:moveTo>
                  <a:pt x="2974" y="57"/>
                </a:moveTo>
                <a:cubicBezTo>
                  <a:pt x="2974" y="62"/>
                  <a:pt x="2963" y="64"/>
                  <a:pt x="2947" y="67"/>
                </a:cubicBezTo>
                <a:cubicBezTo>
                  <a:pt x="2941" y="66"/>
                  <a:pt x="2936" y="64"/>
                  <a:pt x="2930" y="63"/>
                </a:cubicBezTo>
                <a:cubicBezTo>
                  <a:pt x="2947" y="59"/>
                  <a:pt x="2957" y="62"/>
                  <a:pt x="2974" y="57"/>
                </a:cubicBezTo>
                <a:moveTo>
                  <a:pt x="3060" y="60"/>
                </a:moveTo>
                <a:cubicBezTo>
                  <a:pt x="3044" y="63"/>
                  <a:pt x="3028" y="64"/>
                  <a:pt x="3017" y="59"/>
                </a:cubicBezTo>
                <a:cubicBezTo>
                  <a:pt x="3033" y="55"/>
                  <a:pt x="3049" y="55"/>
                  <a:pt x="3060" y="60"/>
                </a:cubicBezTo>
                <a:moveTo>
                  <a:pt x="2742" y="120"/>
                </a:moveTo>
                <a:cubicBezTo>
                  <a:pt x="2752" y="111"/>
                  <a:pt x="2790" y="110"/>
                  <a:pt x="2806" y="103"/>
                </a:cubicBezTo>
                <a:cubicBezTo>
                  <a:pt x="2828" y="113"/>
                  <a:pt x="2763" y="111"/>
                  <a:pt x="2785" y="118"/>
                </a:cubicBezTo>
                <a:cubicBezTo>
                  <a:pt x="2769" y="124"/>
                  <a:pt x="2758" y="118"/>
                  <a:pt x="2742" y="120"/>
                </a:cubicBezTo>
                <a:moveTo>
                  <a:pt x="2925" y="84"/>
                </a:moveTo>
                <a:cubicBezTo>
                  <a:pt x="2963" y="80"/>
                  <a:pt x="2947" y="74"/>
                  <a:pt x="2974" y="70"/>
                </a:cubicBezTo>
                <a:cubicBezTo>
                  <a:pt x="2990" y="74"/>
                  <a:pt x="3011" y="74"/>
                  <a:pt x="3033" y="67"/>
                </a:cubicBezTo>
                <a:cubicBezTo>
                  <a:pt x="3055" y="80"/>
                  <a:pt x="3001" y="72"/>
                  <a:pt x="2974" y="77"/>
                </a:cubicBezTo>
                <a:cubicBezTo>
                  <a:pt x="2963" y="80"/>
                  <a:pt x="3001" y="80"/>
                  <a:pt x="3006" y="82"/>
                </a:cubicBezTo>
                <a:cubicBezTo>
                  <a:pt x="2995" y="86"/>
                  <a:pt x="3028" y="92"/>
                  <a:pt x="3001" y="96"/>
                </a:cubicBezTo>
                <a:cubicBezTo>
                  <a:pt x="2995" y="82"/>
                  <a:pt x="2963" y="86"/>
                  <a:pt x="2925" y="84"/>
                </a:cubicBezTo>
                <a:moveTo>
                  <a:pt x="3022" y="87"/>
                </a:moveTo>
                <a:cubicBezTo>
                  <a:pt x="3033" y="87"/>
                  <a:pt x="3038" y="86"/>
                  <a:pt x="3044" y="84"/>
                </a:cubicBezTo>
                <a:cubicBezTo>
                  <a:pt x="3055" y="89"/>
                  <a:pt x="3060" y="86"/>
                  <a:pt x="3060" y="90"/>
                </a:cubicBezTo>
                <a:cubicBezTo>
                  <a:pt x="3049" y="92"/>
                  <a:pt x="3033" y="92"/>
                  <a:pt x="3022" y="87"/>
                </a:cubicBezTo>
                <a:moveTo>
                  <a:pt x="2849" y="121"/>
                </a:moveTo>
                <a:cubicBezTo>
                  <a:pt x="2844" y="114"/>
                  <a:pt x="2839" y="117"/>
                  <a:pt x="2833" y="111"/>
                </a:cubicBezTo>
                <a:cubicBezTo>
                  <a:pt x="2871" y="115"/>
                  <a:pt x="2909" y="100"/>
                  <a:pt x="2941" y="93"/>
                </a:cubicBezTo>
                <a:cubicBezTo>
                  <a:pt x="2957" y="101"/>
                  <a:pt x="2903" y="103"/>
                  <a:pt x="2898" y="108"/>
                </a:cubicBezTo>
                <a:cubicBezTo>
                  <a:pt x="2909" y="113"/>
                  <a:pt x="2914" y="111"/>
                  <a:pt x="2925" y="113"/>
                </a:cubicBezTo>
                <a:cubicBezTo>
                  <a:pt x="2952" y="108"/>
                  <a:pt x="2952" y="104"/>
                  <a:pt x="2968" y="98"/>
                </a:cubicBezTo>
                <a:cubicBezTo>
                  <a:pt x="2995" y="106"/>
                  <a:pt x="2947" y="108"/>
                  <a:pt x="2979" y="115"/>
                </a:cubicBezTo>
                <a:cubicBezTo>
                  <a:pt x="2930" y="113"/>
                  <a:pt x="2903" y="120"/>
                  <a:pt x="2849" y="121"/>
                </a:cubicBezTo>
                <a:moveTo>
                  <a:pt x="2984" y="104"/>
                </a:moveTo>
                <a:cubicBezTo>
                  <a:pt x="3011" y="97"/>
                  <a:pt x="3017" y="100"/>
                  <a:pt x="3038" y="93"/>
                </a:cubicBezTo>
                <a:cubicBezTo>
                  <a:pt x="3049" y="96"/>
                  <a:pt x="3038" y="97"/>
                  <a:pt x="3028" y="100"/>
                </a:cubicBezTo>
                <a:cubicBezTo>
                  <a:pt x="3033" y="101"/>
                  <a:pt x="3038" y="100"/>
                  <a:pt x="3038" y="100"/>
                </a:cubicBezTo>
                <a:cubicBezTo>
                  <a:pt x="3038" y="101"/>
                  <a:pt x="2995" y="103"/>
                  <a:pt x="2995" y="111"/>
                </a:cubicBezTo>
                <a:cubicBezTo>
                  <a:pt x="2974" y="114"/>
                  <a:pt x="3006" y="106"/>
                  <a:pt x="2984" y="104"/>
                </a:cubicBezTo>
                <a:moveTo>
                  <a:pt x="3060" y="93"/>
                </a:moveTo>
                <a:cubicBezTo>
                  <a:pt x="3082" y="87"/>
                  <a:pt x="3109" y="89"/>
                  <a:pt x="3114" y="77"/>
                </a:cubicBezTo>
                <a:cubicBezTo>
                  <a:pt x="3119" y="83"/>
                  <a:pt x="3136" y="79"/>
                  <a:pt x="3146" y="79"/>
                </a:cubicBezTo>
                <a:cubicBezTo>
                  <a:pt x="3136" y="84"/>
                  <a:pt x="3103" y="96"/>
                  <a:pt x="3060" y="93"/>
                </a:cubicBezTo>
                <a:moveTo>
                  <a:pt x="3168" y="120"/>
                </a:moveTo>
                <a:cubicBezTo>
                  <a:pt x="3146" y="115"/>
                  <a:pt x="3173" y="113"/>
                  <a:pt x="3168" y="110"/>
                </a:cubicBezTo>
                <a:cubicBezTo>
                  <a:pt x="3152" y="107"/>
                  <a:pt x="3168" y="115"/>
                  <a:pt x="3141" y="117"/>
                </a:cubicBezTo>
                <a:cubicBezTo>
                  <a:pt x="3125" y="113"/>
                  <a:pt x="3136" y="110"/>
                  <a:pt x="3146" y="106"/>
                </a:cubicBezTo>
                <a:cubicBezTo>
                  <a:pt x="3168" y="107"/>
                  <a:pt x="3184" y="111"/>
                  <a:pt x="3206" y="115"/>
                </a:cubicBezTo>
                <a:cubicBezTo>
                  <a:pt x="3200" y="120"/>
                  <a:pt x="3184" y="118"/>
                  <a:pt x="3168" y="120"/>
                </a:cubicBezTo>
                <a:moveTo>
                  <a:pt x="3297" y="83"/>
                </a:moveTo>
                <a:cubicBezTo>
                  <a:pt x="3303" y="89"/>
                  <a:pt x="3297" y="94"/>
                  <a:pt x="3270" y="98"/>
                </a:cubicBezTo>
                <a:cubicBezTo>
                  <a:pt x="3265" y="94"/>
                  <a:pt x="3254" y="93"/>
                  <a:pt x="3238" y="94"/>
                </a:cubicBezTo>
                <a:cubicBezTo>
                  <a:pt x="3238" y="93"/>
                  <a:pt x="3281" y="89"/>
                  <a:pt x="3297" y="83"/>
                </a:cubicBezTo>
                <a:moveTo>
                  <a:pt x="3200" y="111"/>
                </a:moveTo>
                <a:cubicBezTo>
                  <a:pt x="3195" y="108"/>
                  <a:pt x="3206" y="106"/>
                  <a:pt x="3200" y="103"/>
                </a:cubicBezTo>
                <a:cubicBezTo>
                  <a:pt x="3211" y="101"/>
                  <a:pt x="3222" y="103"/>
                  <a:pt x="3227" y="107"/>
                </a:cubicBezTo>
                <a:cubicBezTo>
                  <a:pt x="3216" y="111"/>
                  <a:pt x="3211" y="110"/>
                  <a:pt x="3200" y="111"/>
                </a:cubicBezTo>
                <a:moveTo>
                  <a:pt x="3303" y="97"/>
                </a:moveTo>
                <a:cubicBezTo>
                  <a:pt x="3308" y="92"/>
                  <a:pt x="3324" y="87"/>
                  <a:pt x="3319" y="82"/>
                </a:cubicBezTo>
                <a:cubicBezTo>
                  <a:pt x="3324" y="80"/>
                  <a:pt x="3324" y="83"/>
                  <a:pt x="3324" y="83"/>
                </a:cubicBezTo>
                <a:cubicBezTo>
                  <a:pt x="3341" y="86"/>
                  <a:pt x="3362" y="82"/>
                  <a:pt x="3373" y="87"/>
                </a:cubicBezTo>
                <a:cubicBezTo>
                  <a:pt x="3346" y="87"/>
                  <a:pt x="3330" y="96"/>
                  <a:pt x="3303" y="97"/>
                </a:cubicBezTo>
                <a:moveTo>
                  <a:pt x="3346" y="104"/>
                </a:moveTo>
                <a:cubicBezTo>
                  <a:pt x="3324" y="110"/>
                  <a:pt x="3314" y="103"/>
                  <a:pt x="3292" y="110"/>
                </a:cubicBezTo>
                <a:cubicBezTo>
                  <a:pt x="3287" y="107"/>
                  <a:pt x="3287" y="104"/>
                  <a:pt x="3292" y="103"/>
                </a:cubicBezTo>
                <a:cubicBezTo>
                  <a:pt x="3308" y="101"/>
                  <a:pt x="3330" y="100"/>
                  <a:pt x="3346" y="104"/>
                </a:cubicBezTo>
                <a:moveTo>
                  <a:pt x="3465" y="87"/>
                </a:moveTo>
                <a:cubicBezTo>
                  <a:pt x="3449" y="89"/>
                  <a:pt x="3432" y="87"/>
                  <a:pt x="3416" y="92"/>
                </a:cubicBezTo>
                <a:cubicBezTo>
                  <a:pt x="3411" y="89"/>
                  <a:pt x="3422" y="87"/>
                  <a:pt x="3416" y="84"/>
                </a:cubicBezTo>
                <a:cubicBezTo>
                  <a:pt x="3432" y="82"/>
                  <a:pt x="3449" y="82"/>
                  <a:pt x="3465" y="87"/>
                </a:cubicBezTo>
                <a:moveTo>
                  <a:pt x="3557" y="57"/>
                </a:moveTo>
                <a:cubicBezTo>
                  <a:pt x="3524" y="59"/>
                  <a:pt x="3551" y="64"/>
                  <a:pt x="3524" y="69"/>
                </a:cubicBezTo>
                <a:cubicBezTo>
                  <a:pt x="3519" y="69"/>
                  <a:pt x="3513" y="67"/>
                  <a:pt x="3502" y="69"/>
                </a:cubicBezTo>
                <a:cubicBezTo>
                  <a:pt x="3497" y="62"/>
                  <a:pt x="3530" y="48"/>
                  <a:pt x="3557" y="57"/>
                </a:cubicBezTo>
                <a:moveTo>
                  <a:pt x="3486" y="49"/>
                </a:moveTo>
                <a:cubicBezTo>
                  <a:pt x="3486" y="55"/>
                  <a:pt x="3470" y="59"/>
                  <a:pt x="3449" y="63"/>
                </a:cubicBezTo>
                <a:cubicBezTo>
                  <a:pt x="3443" y="62"/>
                  <a:pt x="3449" y="60"/>
                  <a:pt x="3454" y="59"/>
                </a:cubicBezTo>
                <a:cubicBezTo>
                  <a:pt x="3459" y="56"/>
                  <a:pt x="3449" y="57"/>
                  <a:pt x="3443" y="53"/>
                </a:cubicBezTo>
                <a:cubicBezTo>
                  <a:pt x="3454" y="52"/>
                  <a:pt x="3449" y="49"/>
                  <a:pt x="3459" y="48"/>
                </a:cubicBezTo>
                <a:cubicBezTo>
                  <a:pt x="3470" y="48"/>
                  <a:pt x="3476" y="50"/>
                  <a:pt x="3486" y="49"/>
                </a:cubicBezTo>
                <a:moveTo>
                  <a:pt x="3470" y="60"/>
                </a:moveTo>
                <a:cubicBezTo>
                  <a:pt x="3470" y="73"/>
                  <a:pt x="3411" y="80"/>
                  <a:pt x="3357" y="79"/>
                </a:cubicBezTo>
                <a:cubicBezTo>
                  <a:pt x="3357" y="72"/>
                  <a:pt x="3405" y="77"/>
                  <a:pt x="3416" y="69"/>
                </a:cubicBezTo>
                <a:cubicBezTo>
                  <a:pt x="3411" y="66"/>
                  <a:pt x="3400" y="66"/>
                  <a:pt x="3389" y="66"/>
                </a:cubicBezTo>
                <a:cubicBezTo>
                  <a:pt x="3389" y="63"/>
                  <a:pt x="3395" y="60"/>
                  <a:pt x="3411" y="57"/>
                </a:cubicBezTo>
                <a:cubicBezTo>
                  <a:pt x="3416" y="64"/>
                  <a:pt x="3443" y="67"/>
                  <a:pt x="3470" y="60"/>
                </a:cubicBezTo>
                <a:moveTo>
                  <a:pt x="3351" y="59"/>
                </a:moveTo>
                <a:cubicBezTo>
                  <a:pt x="3384" y="64"/>
                  <a:pt x="3335" y="66"/>
                  <a:pt x="3357" y="72"/>
                </a:cubicBezTo>
                <a:cubicBezTo>
                  <a:pt x="3346" y="73"/>
                  <a:pt x="3330" y="72"/>
                  <a:pt x="3335" y="74"/>
                </a:cubicBezTo>
                <a:cubicBezTo>
                  <a:pt x="3330" y="76"/>
                  <a:pt x="3324" y="73"/>
                  <a:pt x="3319" y="72"/>
                </a:cubicBezTo>
                <a:cubicBezTo>
                  <a:pt x="3346" y="67"/>
                  <a:pt x="3319" y="63"/>
                  <a:pt x="3351" y="59"/>
                </a:cubicBezTo>
                <a:moveTo>
                  <a:pt x="3292" y="73"/>
                </a:moveTo>
                <a:cubicBezTo>
                  <a:pt x="3303" y="79"/>
                  <a:pt x="3265" y="79"/>
                  <a:pt x="3260" y="82"/>
                </a:cubicBezTo>
                <a:cubicBezTo>
                  <a:pt x="3238" y="73"/>
                  <a:pt x="3287" y="76"/>
                  <a:pt x="3292" y="73"/>
                </a:cubicBezTo>
                <a:moveTo>
                  <a:pt x="3206" y="94"/>
                </a:moveTo>
                <a:cubicBezTo>
                  <a:pt x="3211" y="93"/>
                  <a:pt x="3173" y="92"/>
                  <a:pt x="3168" y="103"/>
                </a:cubicBezTo>
                <a:cubicBezTo>
                  <a:pt x="3119" y="96"/>
                  <a:pt x="3227" y="80"/>
                  <a:pt x="3238" y="70"/>
                </a:cubicBezTo>
                <a:cubicBezTo>
                  <a:pt x="3249" y="79"/>
                  <a:pt x="3222" y="86"/>
                  <a:pt x="3206" y="94"/>
                </a:cubicBezTo>
                <a:moveTo>
                  <a:pt x="3281" y="66"/>
                </a:moveTo>
                <a:cubicBezTo>
                  <a:pt x="3276" y="72"/>
                  <a:pt x="3249" y="66"/>
                  <a:pt x="3260" y="70"/>
                </a:cubicBezTo>
                <a:cubicBezTo>
                  <a:pt x="3238" y="74"/>
                  <a:pt x="3254" y="60"/>
                  <a:pt x="3227" y="64"/>
                </a:cubicBezTo>
                <a:cubicBezTo>
                  <a:pt x="3216" y="60"/>
                  <a:pt x="3243" y="64"/>
                  <a:pt x="3254" y="59"/>
                </a:cubicBezTo>
                <a:cubicBezTo>
                  <a:pt x="3260" y="64"/>
                  <a:pt x="3270" y="62"/>
                  <a:pt x="3281" y="66"/>
                </a:cubicBezTo>
                <a:moveTo>
                  <a:pt x="3281" y="63"/>
                </a:moveTo>
                <a:cubicBezTo>
                  <a:pt x="3270" y="56"/>
                  <a:pt x="3265" y="57"/>
                  <a:pt x="3260" y="52"/>
                </a:cubicBezTo>
                <a:cubicBezTo>
                  <a:pt x="3276" y="50"/>
                  <a:pt x="3308" y="59"/>
                  <a:pt x="3281" y="63"/>
                </a:cubicBezTo>
                <a:moveTo>
                  <a:pt x="3184" y="79"/>
                </a:moveTo>
                <a:cubicBezTo>
                  <a:pt x="3157" y="73"/>
                  <a:pt x="3190" y="69"/>
                  <a:pt x="3173" y="63"/>
                </a:cubicBezTo>
                <a:cubicBezTo>
                  <a:pt x="3206" y="60"/>
                  <a:pt x="3206" y="74"/>
                  <a:pt x="3184" y="79"/>
                </a:cubicBezTo>
                <a:moveTo>
                  <a:pt x="3103" y="72"/>
                </a:moveTo>
                <a:cubicBezTo>
                  <a:pt x="3087" y="60"/>
                  <a:pt x="3141" y="67"/>
                  <a:pt x="3157" y="60"/>
                </a:cubicBezTo>
                <a:cubicBezTo>
                  <a:pt x="3168" y="72"/>
                  <a:pt x="3109" y="60"/>
                  <a:pt x="3103" y="72"/>
                </a:cubicBezTo>
                <a:moveTo>
                  <a:pt x="3114" y="56"/>
                </a:moveTo>
                <a:cubicBezTo>
                  <a:pt x="3162" y="53"/>
                  <a:pt x="3114" y="49"/>
                  <a:pt x="3146" y="43"/>
                </a:cubicBezTo>
                <a:cubicBezTo>
                  <a:pt x="3152" y="43"/>
                  <a:pt x="3157" y="45"/>
                  <a:pt x="3162" y="46"/>
                </a:cubicBezTo>
                <a:cubicBezTo>
                  <a:pt x="3157" y="52"/>
                  <a:pt x="3157" y="69"/>
                  <a:pt x="3114" y="56"/>
                </a:cubicBezTo>
                <a:moveTo>
                  <a:pt x="3157" y="35"/>
                </a:moveTo>
                <a:cubicBezTo>
                  <a:pt x="3184" y="40"/>
                  <a:pt x="3146" y="46"/>
                  <a:pt x="3136" y="39"/>
                </a:cubicBezTo>
                <a:cubicBezTo>
                  <a:pt x="3141" y="35"/>
                  <a:pt x="3141" y="38"/>
                  <a:pt x="3157" y="35"/>
                </a:cubicBezTo>
                <a:moveTo>
                  <a:pt x="3114" y="46"/>
                </a:moveTo>
                <a:cubicBezTo>
                  <a:pt x="3119" y="53"/>
                  <a:pt x="3092" y="56"/>
                  <a:pt x="3071" y="55"/>
                </a:cubicBezTo>
                <a:cubicBezTo>
                  <a:pt x="3082" y="49"/>
                  <a:pt x="3076" y="48"/>
                  <a:pt x="3098" y="40"/>
                </a:cubicBezTo>
                <a:cubicBezTo>
                  <a:pt x="3098" y="40"/>
                  <a:pt x="3098" y="49"/>
                  <a:pt x="3114" y="46"/>
                </a:cubicBezTo>
                <a:moveTo>
                  <a:pt x="3055" y="42"/>
                </a:moveTo>
                <a:cubicBezTo>
                  <a:pt x="3049" y="45"/>
                  <a:pt x="3060" y="49"/>
                  <a:pt x="3060" y="53"/>
                </a:cubicBezTo>
                <a:cubicBezTo>
                  <a:pt x="3044" y="57"/>
                  <a:pt x="3038" y="52"/>
                  <a:pt x="3022" y="55"/>
                </a:cubicBezTo>
                <a:cubicBezTo>
                  <a:pt x="3022" y="52"/>
                  <a:pt x="3022" y="50"/>
                  <a:pt x="3033" y="48"/>
                </a:cubicBezTo>
                <a:cubicBezTo>
                  <a:pt x="3022" y="48"/>
                  <a:pt x="3017" y="46"/>
                  <a:pt x="3006" y="43"/>
                </a:cubicBezTo>
                <a:cubicBezTo>
                  <a:pt x="2979" y="46"/>
                  <a:pt x="3001" y="50"/>
                  <a:pt x="2979" y="53"/>
                </a:cubicBezTo>
                <a:cubicBezTo>
                  <a:pt x="2952" y="32"/>
                  <a:pt x="3017" y="43"/>
                  <a:pt x="3055" y="42"/>
                </a:cubicBezTo>
                <a:moveTo>
                  <a:pt x="2936" y="32"/>
                </a:moveTo>
                <a:cubicBezTo>
                  <a:pt x="2963" y="29"/>
                  <a:pt x="2925" y="38"/>
                  <a:pt x="2914" y="39"/>
                </a:cubicBezTo>
                <a:cubicBezTo>
                  <a:pt x="2925" y="45"/>
                  <a:pt x="2941" y="36"/>
                  <a:pt x="2947" y="42"/>
                </a:cubicBezTo>
                <a:cubicBezTo>
                  <a:pt x="2914" y="46"/>
                  <a:pt x="2963" y="52"/>
                  <a:pt x="2936" y="55"/>
                </a:cubicBezTo>
                <a:cubicBezTo>
                  <a:pt x="2920" y="45"/>
                  <a:pt x="2898" y="39"/>
                  <a:pt x="2892" y="33"/>
                </a:cubicBezTo>
                <a:cubicBezTo>
                  <a:pt x="2909" y="28"/>
                  <a:pt x="2920" y="40"/>
                  <a:pt x="2936" y="32"/>
                </a:cubicBezTo>
                <a:moveTo>
                  <a:pt x="2860" y="39"/>
                </a:moveTo>
                <a:cubicBezTo>
                  <a:pt x="2849" y="43"/>
                  <a:pt x="2882" y="49"/>
                  <a:pt x="2855" y="53"/>
                </a:cubicBezTo>
                <a:cubicBezTo>
                  <a:pt x="2866" y="55"/>
                  <a:pt x="2871" y="52"/>
                  <a:pt x="2882" y="56"/>
                </a:cubicBezTo>
                <a:cubicBezTo>
                  <a:pt x="2892" y="55"/>
                  <a:pt x="2887" y="52"/>
                  <a:pt x="2882" y="50"/>
                </a:cubicBezTo>
                <a:cubicBezTo>
                  <a:pt x="2909" y="50"/>
                  <a:pt x="2898" y="57"/>
                  <a:pt x="2941" y="59"/>
                </a:cubicBezTo>
                <a:cubicBezTo>
                  <a:pt x="2920" y="63"/>
                  <a:pt x="2914" y="67"/>
                  <a:pt x="2930" y="72"/>
                </a:cubicBezTo>
                <a:cubicBezTo>
                  <a:pt x="2914" y="73"/>
                  <a:pt x="2898" y="76"/>
                  <a:pt x="2887" y="72"/>
                </a:cubicBezTo>
                <a:cubicBezTo>
                  <a:pt x="2909" y="69"/>
                  <a:pt x="2898" y="62"/>
                  <a:pt x="2920" y="63"/>
                </a:cubicBezTo>
                <a:cubicBezTo>
                  <a:pt x="2892" y="53"/>
                  <a:pt x="2855" y="67"/>
                  <a:pt x="2828" y="55"/>
                </a:cubicBezTo>
                <a:cubicBezTo>
                  <a:pt x="2855" y="49"/>
                  <a:pt x="2822" y="40"/>
                  <a:pt x="2860" y="39"/>
                </a:cubicBezTo>
                <a:moveTo>
                  <a:pt x="2801" y="46"/>
                </a:moveTo>
                <a:cubicBezTo>
                  <a:pt x="2806" y="56"/>
                  <a:pt x="2769" y="56"/>
                  <a:pt x="2758" y="66"/>
                </a:cubicBezTo>
                <a:cubicBezTo>
                  <a:pt x="2731" y="62"/>
                  <a:pt x="2763" y="57"/>
                  <a:pt x="2758" y="53"/>
                </a:cubicBezTo>
                <a:cubicBezTo>
                  <a:pt x="2790" y="55"/>
                  <a:pt x="2779" y="48"/>
                  <a:pt x="2801" y="46"/>
                </a:cubicBezTo>
                <a:moveTo>
                  <a:pt x="2725" y="59"/>
                </a:moveTo>
                <a:cubicBezTo>
                  <a:pt x="2709" y="67"/>
                  <a:pt x="2731" y="67"/>
                  <a:pt x="2709" y="73"/>
                </a:cubicBezTo>
                <a:cubicBezTo>
                  <a:pt x="2704" y="69"/>
                  <a:pt x="2720" y="62"/>
                  <a:pt x="2693" y="64"/>
                </a:cubicBezTo>
                <a:cubicBezTo>
                  <a:pt x="2666" y="62"/>
                  <a:pt x="2715" y="64"/>
                  <a:pt x="2725" y="59"/>
                </a:cubicBezTo>
                <a:moveTo>
                  <a:pt x="2655" y="76"/>
                </a:moveTo>
                <a:cubicBezTo>
                  <a:pt x="2677" y="70"/>
                  <a:pt x="2671" y="72"/>
                  <a:pt x="2698" y="67"/>
                </a:cubicBezTo>
                <a:cubicBezTo>
                  <a:pt x="2709" y="73"/>
                  <a:pt x="2671" y="77"/>
                  <a:pt x="2666" y="82"/>
                </a:cubicBezTo>
                <a:cubicBezTo>
                  <a:pt x="2661" y="79"/>
                  <a:pt x="2650" y="77"/>
                  <a:pt x="2639" y="80"/>
                </a:cubicBezTo>
                <a:cubicBezTo>
                  <a:pt x="2628" y="69"/>
                  <a:pt x="2612" y="76"/>
                  <a:pt x="2596" y="76"/>
                </a:cubicBezTo>
                <a:cubicBezTo>
                  <a:pt x="2574" y="69"/>
                  <a:pt x="2617" y="73"/>
                  <a:pt x="2628" y="66"/>
                </a:cubicBezTo>
                <a:cubicBezTo>
                  <a:pt x="2634" y="74"/>
                  <a:pt x="2655" y="69"/>
                  <a:pt x="2655" y="76"/>
                </a:cubicBezTo>
                <a:moveTo>
                  <a:pt x="2736" y="45"/>
                </a:moveTo>
                <a:cubicBezTo>
                  <a:pt x="2742" y="48"/>
                  <a:pt x="2725" y="48"/>
                  <a:pt x="2720" y="45"/>
                </a:cubicBezTo>
                <a:cubicBezTo>
                  <a:pt x="2720" y="49"/>
                  <a:pt x="2725" y="52"/>
                  <a:pt x="2704" y="52"/>
                </a:cubicBezTo>
                <a:cubicBezTo>
                  <a:pt x="2704" y="49"/>
                  <a:pt x="2709" y="48"/>
                  <a:pt x="2698" y="45"/>
                </a:cubicBezTo>
                <a:cubicBezTo>
                  <a:pt x="2715" y="39"/>
                  <a:pt x="2725" y="48"/>
                  <a:pt x="2736" y="45"/>
                </a:cubicBezTo>
                <a:moveTo>
                  <a:pt x="2617" y="40"/>
                </a:moveTo>
                <a:cubicBezTo>
                  <a:pt x="2639" y="45"/>
                  <a:pt x="2607" y="46"/>
                  <a:pt x="2612" y="50"/>
                </a:cubicBezTo>
                <a:cubicBezTo>
                  <a:pt x="2617" y="50"/>
                  <a:pt x="2634" y="52"/>
                  <a:pt x="2623" y="55"/>
                </a:cubicBezTo>
                <a:cubicBezTo>
                  <a:pt x="2650" y="56"/>
                  <a:pt x="2666" y="48"/>
                  <a:pt x="2698" y="55"/>
                </a:cubicBezTo>
                <a:cubicBezTo>
                  <a:pt x="2677" y="55"/>
                  <a:pt x="2639" y="59"/>
                  <a:pt x="2623" y="64"/>
                </a:cubicBezTo>
                <a:cubicBezTo>
                  <a:pt x="2601" y="59"/>
                  <a:pt x="2607" y="48"/>
                  <a:pt x="2569" y="50"/>
                </a:cubicBezTo>
                <a:cubicBezTo>
                  <a:pt x="2574" y="45"/>
                  <a:pt x="2607" y="49"/>
                  <a:pt x="2617" y="40"/>
                </a:cubicBezTo>
                <a:moveTo>
                  <a:pt x="2558" y="46"/>
                </a:moveTo>
                <a:cubicBezTo>
                  <a:pt x="2542" y="50"/>
                  <a:pt x="2525" y="50"/>
                  <a:pt x="2558" y="59"/>
                </a:cubicBezTo>
                <a:cubicBezTo>
                  <a:pt x="2547" y="64"/>
                  <a:pt x="2531" y="64"/>
                  <a:pt x="2509" y="60"/>
                </a:cubicBezTo>
                <a:cubicBezTo>
                  <a:pt x="2525" y="57"/>
                  <a:pt x="2520" y="56"/>
                  <a:pt x="2515" y="57"/>
                </a:cubicBezTo>
                <a:cubicBezTo>
                  <a:pt x="2520" y="52"/>
                  <a:pt x="2536" y="46"/>
                  <a:pt x="2531" y="40"/>
                </a:cubicBezTo>
                <a:cubicBezTo>
                  <a:pt x="2547" y="36"/>
                  <a:pt x="2536" y="49"/>
                  <a:pt x="2558" y="46"/>
                </a:cubicBezTo>
                <a:moveTo>
                  <a:pt x="2466" y="55"/>
                </a:moveTo>
                <a:cubicBezTo>
                  <a:pt x="2488" y="66"/>
                  <a:pt x="2423" y="60"/>
                  <a:pt x="2401" y="62"/>
                </a:cubicBezTo>
                <a:cubicBezTo>
                  <a:pt x="2401" y="52"/>
                  <a:pt x="2385" y="67"/>
                  <a:pt x="2364" y="59"/>
                </a:cubicBezTo>
                <a:cubicBezTo>
                  <a:pt x="2407" y="50"/>
                  <a:pt x="2428" y="66"/>
                  <a:pt x="2466" y="55"/>
                </a:cubicBezTo>
                <a:moveTo>
                  <a:pt x="2121" y="106"/>
                </a:moveTo>
                <a:cubicBezTo>
                  <a:pt x="2115" y="104"/>
                  <a:pt x="2110" y="103"/>
                  <a:pt x="2105" y="100"/>
                </a:cubicBezTo>
                <a:cubicBezTo>
                  <a:pt x="2105" y="107"/>
                  <a:pt x="2083" y="110"/>
                  <a:pt x="2061" y="111"/>
                </a:cubicBezTo>
                <a:cubicBezTo>
                  <a:pt x="2051" y="101"/>
                  <a:pt x="2115" y="103"/>
                  <a:pt x="2110" y="96"/>
                </a:cubicBezTo>
                <a:cubicBezTo>
                  <a:pt x="2132" y="94"/>
                  <a:pt x="2153" y="103"/>
                  <a:pt x="2121" y="106"/>
                </a:cubicBezTo>
                <a:moveTo>
                  <a:pt x="2272" y="70"/>
                </a:moveTo>
                <a:cubicBezTo>
                  <a:pt x="2250" y="79"/>
                  <a:pt x="2240" y="67"/>
                  <a:pt x="2218" y="73"/>
                </a:cubicBezTo>
                <a:cubicBezTo>
                  <a:pt x="2213" y="70"/>
                  <a:pt x="2223" y="67"/>
                  <a:pt x="2240" y="64"/>
                </a:cubicBezTo>
                <a:cubicBezTo>
                  <a:pt x="2261" y="66"/>
                  <a:pt x="2250" y="67"/>
                  <a:pt x="2272" y="70"/>
                </a:cubicBezTo>
                <a:moveTo>
                  <a:pt x="2380" y="42"/>
                </a:moveTo>
                <a:cubicBezTo>
                  <a:pt x="2391" y="48"/>
                  <a:pt x="2347" y="49"/>
                  <a:pt x="2342" y="52"/>
                </a:cubicBezTo>
                <a:cubicBezTo>
                  <a:pt x="2331" y="48"/>
                  <a:pt x="2331" y="43"/>
                  <a:pt x="2347" y="40"/>
                </a:cubicBezTo>
                <a:cubicBezTo>
                  <a:pt x="2337" y="49"/>
                  <a:pt x="2364" y="48"/>
                  <a:pt x="2380" y="42"/>
                </a:cubicBezTo>
                <a:moveTo>
                  <a:pt x="2024" y="111"/>
                </a:moveTo>
                <a:cubicBezTo>
                  <a:pt x="2024" y="115"/>
                  <a:pt x="1964" y="115"/>
                  <a:pt x="1970" y="110"/>
                </a:cubicBezTo>
                <a:cubicBezTo>
                  <a:pt x="1980" y="111"/>
                  <a:pt x="1997" y="111"/>
                  <a:pt x="2013" y="106"/>
                </a:cubicBezTo>
                <a:cubicBezTo>
                  <a:pt x="2024" y="107"/>
                  <a:pt x="2002" y="114"/>
                  <a:pt x="2024" y="111"/>
                </a:cubicBezTo>
                <a:moveTo>
                  <a:pt x="2099" y="83"/>
                </a:moveTo>
                <a:cubicBezTo>
                  <a:pt x="2094" y="80"/>
                  <a:pt x="2142" y="77"/>
                  <a:pt x="2110" y="76"/>
                </a:cubicBezTo>
                <a:cubicBezTo>
                  <a:pt x="2105" y="69"/>
                  <a:pt x="2137" y="77"/>
                  <a:pt x="2148" y="76"/>
                </a:cubicBezTo>
                <a:cubicBezTo>
                  <a:pt x="2159" y="70"/>
                  <a:pt x="2180" y="62"/>
                  <a:pt x="2202" y="67"/>
                </a:cubicBezTo>
                <a:cubicBezTo>
                  <a:pt x="2169" y="82"/>
                  <a:pt x="2142" y="74"/>
                  <a:pt x="2099" y="83"/>
                </a:cubicBezTo>
                <a:moveTo>
                  <a:pt x="2250" y="52"/>
                </a:moveTo>
                <a:cubicBezTo>
                  <a:pt x="2256" y="56"/>
                  <a:pt x="2218" y="60"/>
                  <a:pt x="2207" y="53"/>
                </a:cubicBezTo>
                <a:cubicBezTo>
                  <a:pt x="2223" y="49"/>
                  <a:pt x="2240" y="55"/>
                  <a:pt x="2250" y="52"/>
                </a:cubicBezTo>
                <a:moveTo>
                  <a:pt x="1932" y="107"/>
                </a:moveTo>
                <a:cubicBezTo>
                  <a:pt x="1932" y="108"/>
                  <a:pt x="1937" y="108"/>
                  <a:pt x="1943" y="107"/>
                </a:cubicBezTo>
                <a:cubicBezTo>
                  <a:pt x="1948" y="110"/>
                  <a:pt x="1937" y="110"/>
                  <a:pt x="1937" y="108"/>
                </a:cubicBezTo>
                <a:cubicBezTo>
                  <a:pt x="1921" y="111"/>
                  <a:pt x="1948" y="113"/>
                  <a:pt x="1953" y="113"/>
                </a:cubicBezTo>
                <a:cubicBezTo>
                  <a:pt x="1959" y="114"/>
                  <a:pt x="1948" y="117"/>
                  <a:pt x="1943" y="115"/>
                </a:cubicBezTo>
                <a:cubicBezTo>
                  <a:pt x="1937" y="115"/>
                  <a:pt x="1937" y="117"/>
                  <a:pt x="1943" y="118"/>
                </a:cubicBezTo>
                <a:cubicBezTo>
                  <a:pt x="1937" y="118"/>
                  <a:pt x="1932" y="117"/>
                  <a:pt x="1937" y="115"/>
                </a:cubicBezTo>
                <a:cubicBezTo>
                  <a:pt x="1927" y="113"/>
                  <a:pt x="1916" y="117"/>
                  <a:pt x="1905" y="113"/>
                </a:cubicBezTo>
                <a:cubicBezTo>
                  <a:pt x="1921" y="113"/>
                  <a:pt x="1927" y="110"/>
                  <a:pt x="1927" y="106"/>
                </a:cubicBezTo>
                <a:cubicBezTo>
                  <a:pt x="1932" y="104"/>
                  <a:pt x="1932" y="107"/>
                  <a:pt x="1932" y="107"/>
                </a:cubicBezTo>
                <a:moveTo>
                  <a:pt x="1943" y="87"/>
                </a:moveTo>
                <a:cubicBezTo>
                  <a:pt x="1943" y="84"/>
                  <a:pt x="1948" y="84"/>
                  <a:pt x="1964" y="80"/>
                </a:cubicBezTo>
                <a:cubicBezTo>
                  <a:pt x="1970" y="82"/>
                  <a:pt x="1964" y="83"/>
                  <a:pt x="1959" y="84"/>
                </a:cubicBezTo>
                <a:cubicBezTo>
                  <a:pt x="1986" y="83"/>
                  <a:pt x="1980" y="93"/>
                  <a:pt x="2013" y="89"/>
                </a:cubicBezTo>
                <a:cubicBezTo>
                  <a:pt x="1991" y="100"/>
                  <a:pt x="1975" y="80"/>
                  <a:pt x="1943" y="87"/>
                </a:cubicBezTo>
                <a:moveTo>
                  <a:pt x="2218" y="33"/>
                </a:moveTo>
                <a:cubicBezTo>
                  <a:pt x="2234" y="33"/>
                  <a:pt x="2250" y="33"/>
                  <a:pt x="2267" y="33"/>
                </a:cubicBezTo>
                <a:cubicBezTo>
                  <a:pt x="2267" y="46"/>
                  <a:pt x="2240" y="33"/>
                  <a:pt x="2218" y="36"/>
                </a:cubicBezTo>
                <a:cubicBezTo>
                  <a:pt x="2218" y="33"/>
                  <a:pt x="2207" y="31"/>
                  <a:pt x="2213" y="29"/>
                </a:cubicBezTo>
                <a:cubicBezTo>
                  <a:pt x="2207" y="22"/>
                  <a:pt x="2229" y="32"/>
                  <a:pt x="2218" y="33"/>
                </a:cubicBezTo>
                <a:moveTo>
                  <a:pt x="1862" y="101"/>
                </a:moveTo>
                <a:cubicBezTo>
                  <a:pt x="1878" y="107"/>
                  <a:pt x="1905" y="96"/>
                  <a:pt x="1921" y="101"/>
                </a:cubicBezTo>
                <a:cubicBezTo>
                  <a:pt x="1873" y="103"/>
                  <a:pt x="1883" y="115"/>
                  <a:pt x="1845" y="111"/>
                </a:cubicBezTo>
                <a:cubicBezTo>
                  <a:pt x="1851" y="108"/>
                  <a:pt x="1856" y="108"/>
                  <a:pt x="1862" y="111"/>
                </a:cubicBezTo>
                <a:cubicBezTo>
                  <a:pt x="1856" y="97"/>
                  <a:pt x="1797" y="107"/>
                  <a:pt x="1770" y="103"/>
                </a:cubicBezTo>
                <a:cubicBezTo>
                  <a:pt x="1819" y="97"/>
                  <a:pt x="1851" y="98"/>
                  <a:pt x="1873" y="94"/>
                </a:cubicBezTo>
                <a:cubicBezTo>
                  <a:pt x="1873" y="96"/>
                  <a:pt x="1867" y="98"/>
                  <a:pt x="1862" y="101"/>
                </a:cubicBezTo>
                <a:moveTo>
                  <a:pt x="1937" y="77"/>
                </a:moveTo>
                <a:cubicBezTo>
                  <a:pt x="1932" y="73"/>
                  <a:pt x="1916" y="69"/>
                  <a:pt x="1948" y="67"/>
                </a:cubicBezTo>
                <a:cubicBezTo>
                  <a:pt x="1964" y="72"/>
                  <a:pt x="1959" y="74"/>
                  <a:pt x="1937" y="77"/>
                </a:cubicBezTo>
                <a:moveTo>
                  <a:pt x="2067" y="45"/>
                </a:moveTo>
                <a:cubicBezTo>
                  <a:pt x="2072" y="52"/>
                  <a:pt x="2040" y="52"/>
                  <a:pt x="2029" y="49"/>
                </a:cubicBezTo>
                <a:cubicBezTo>
                  <a:pt x="2034" y="53"/>
                  <a:pt x="2002" y="56"/>
                  <a:pt x="2018" y="62"/>
                </a:cubicBezTo>
                <a:cubicBezTo>
                  <a:pt x="2007" y="62"/>
                  <a:pt x="2002" y="59"/>
                  <a:pt x="1991" y="62"/>
                </a:cubicBezTo>
                <a:cubicBezTo>
                  <a:pt x="2002" y="53"/>
                  <a:pt x="2029" y="45"/>
                  <a:pt x="2067" y="45"/>
                </a:cubicBezTo>
                <a:moveTo>
                  <a:pt x="1279" y="108"/>
                </a:moveTo>
                <a:cubicBezTo>
                  <a:pt x="1268" y="104"/>
                  <a:pt x="1300" y="107"/>
                  <a:pt x="1306" y="104"/>
                </a:cubicBezTo>
                <a:cubicBezTo>
                  <a:pt x="1317" y="108"/>
                  <a:pt x="1327" y="111"/>
                  <a:pt x="1306" y="114"/>
                </a:cubicBezTo>
                <a:cubicBezTo>
                  <a:pt x="1300" y="113"/>
                  <a:pt x="1290" y="106"/>
                  <a:pt x="1279" y="108"/>
                </a:cubicBezTo>
                <a:moveTo>
                  <a:pt x="1403" y="90"/>
                </a:moveTo>
                <a:cubicBezTo>
                  <a:pt x="1419" y="87"/>
                  <a:pt x="1430" y="84"/>
                  <a:pt x="1425" y="82"/>
                </a:cubicBezTo>
                <a:cubicBezTo>
                  <a:pt x="1452" y="83"/>
                  <a:pt x="1414" y="94"/>
                  <a:pt x="1408" y="98"/>
                </a:cubicBezTo>
                <a:cubicBezTo>
                  <a:pt x="1403" y="97"/>
                  <a:pt x="1397" y="96"/>
                  <a:pt x="1392" y="94"/>
                </a:cubicBezTo>
                <a:cubicBezTo>
                  <a:pt x="1403" y="93"/>
                  <a:pt x="1403" y="96"/>
                  <a:pt x="1408" y="96"/>
                </a:cubicBezTo>
                <a:cubicBezTo>
                  <a:pt x="1419" y="94"/>
                  <a:pt x="1408" y="93"/>
                  <a:pt x="1403" y="90"/>
                </a:cubicBezTo>
                <a:moveTo>
                  <a:pt x="1338" y="115"/>
                </a:moveTo>
                <a:cubicBezTo>
                  <a:pt x="1327" y="111"/>
                  <a:pt x="1344" y="108"/>
                  <a:pt x="1354" y="104"/>
                </a:cubicBezTo>
                <a:cubicBezTo>
                  <a:pt x="1371" y="111"/>
                  <a:pt x="1365" y="114"/>
                  <a:pt x="1338" y="115"/>
                </a:cubicBezTo>
                <a:moveTo>
                  <a:pt x="1468" y="90"/>
                </a:moveTo>
                <a:cubicBezTo>
                  <a:pt x="1441" y="83"/>
                  <a:pt x="1500" y="84"/>
                  <a:pt x="1484" y="82"/>
                </a:cubicBezTo>
                <a:cubicBezTo>
                  <a:pt x="1516" y="82"/>
                  <a:pt x="1489" y="90"/>
                  <a:pt x="1468" y="90"/>
                </a:cubicBezTo>
                <a:moveTo>
                  <a:pt x="1554" y="66"/>
                </a:moveTo>
                <a:cubicBezTo>
                  <a:pt x="1565" y="69"/>
                  <a:pt x="1581" y="69"/>
                  <a:pt x="1559" y="60"/>
                </a:cubicBezTo>
                <a:cubicBezTo>
                  <a:pt x="1581" y="59"/>
                  <a:pt x="1570" y="62"/>
                  <a:pt x="1581" y="66"/>
                </a:cubicBezTo>
                <a:cubicBezTo>
                  <a:pt x="1586" y="63"/>
                  <a:pt x="1581" y="62"/>
                  <a:pt x="1592" y="59"/>
                </a:cubicBezTo>
                <a:cubicBezTo>
                  <a:pt x="1586" y="64"/>
                  <a:pt x="1613" y="62"/>
                  <a:pt x="1624" y="67"/>
                </a:cubicBezTo>
                <a:cubicBezTo>
                  <a:pt x="1624" y="70"/>
                  <a:pt x="1619" y="72"/>
                  <a:pt x="1608" y="74"/>
                </a:cubicBezTo>
                <a:cubicBezTo>
                  <a:pt x="1624" y="63"/>
                  <a:pt x="1570" y="70"/>
                  <a:pt x="1570" y="74"/>
                </a:cubicBezTo>
                <a:cubicBezTo>
                  <a:pt x="1543" y="76"/>
                  <a:pt x="1565" y="69"/>
                  <a:pt x="1554" y="66"/>
                </a:cubicBezTo>
                <a:moveTo>
                  <a:pt x="1457" y="97"/>
                </a:moveTo>
                <a:cubicBezTo>
                  <a:pt x="1462" y="98"/>
                  <a:pt x="1457" y="100"/>
                  <a:pt x="1452" y="100"/>
                </a:cubicBezTo>
                <a:cubicBezTo>
                  <a:pt x="1457" y="101"/>
                  <a:pt x="1468" y="101"/>
                  <a:pt x="1473" y="104"/>
                </a:cubicBezTo>
                <a:cubicBezTo>
                  <a:pt x="1473" y="101"/>
                  <a:pt x="1479" y="100"/>
                  <a:pt x="1489" y="103"/>
                </a:cubicBezTo>
                <a:cubicBezTo>
                  <a:pt x="1462" y="107"/>
                  <a:pt x="1457" y="111"/>
                  <a:pt x="1441" y="115"/>
                </a:cubicBezTo>
                <a:cubicBezTo>
                  <a:pt x="1435" y="108"/>
                  <a:pt x="1441" y="103"/>
                  <a:pt x="1457" y="97"/>
                </a:cubicBezTo>
                <a:moveTo>
                  <a:pt x="1635" y="66"/>
                </a:moveTo>
                <a:cubicBezTo>
                  <a:pt x="1640" y="63"/>
                  <a:pt x="1651" y="63"/>
                  <a:pt x="1662" y="66"/>
                </a:cubicBezTo>
                <a:cubicBezTo>
                  <a:pt x="1657" y="67"/>
                  <a:pt x="1651" y="66"/>
                  <a:pt x="1651" y="64"/>
                </a:cubicBezTo>
                <a:cubicBezTo>
                  <a:pt x="1646" y="67"/>
                  <a:pt x="1678" y="73"/>
                  <a:pt x="1651" y="79"/>
                </a:cubicBezTo>
                <a:cubicBezTo>
                  <a:pt x="1630" y="73"/>
                  <a:pt x="1657" y="70"/>
                  <a:pt x="1635" y="66"/>
                </a:cubicBezTo>
                <a:moveTo>
                  <a:pt x="1775" y="45"/>
                </a:moveTo>
                <a:cubicBezTo>
                  <a:pt x="1786" y="48"/>
                  <a:pt x="1775" y="49"/>
                  <a:pt x="1770" y="50"/>
                </a:cubicBezTo>
                <a:cubicBezTo>
                  <a:pt x="1781" y="56"/>
                  <a:pt x="1792" y="53"/>
                  <a:pt x="1802" y="57"/>
                </a:cubicBezTo>
                <a:cubicBezTo>
                  <a:pt x="1775" y="59"/>
                  <a:pt x="1743" y="50"/>
                  <a:pt x="1775" y="45"/>
                </a:cubicBezTo>
                <a:moveTo>
                  <a:pt x="1759" y="66"/>
                </a:moveTo>
                <a:cubicBezTo>
                  <a:pt x="1705" y="69"/>
                  <a:pt x="1721" y="80"/>
                  <a:pt x="1694" y="87"/>
                </a:cubicBezTo>
                <a:cubicBezTo>
                  <a:pt x="1684" y="87"/>
                  <a:pt x="1684" y="86"/>
                  <a:pt x="1689" y="86"/>
                </a:cubicBezTo>
                <a:cubicBezTo>
                  <a:pt x="1684" y="84"/>
                  <a:pt x="1678" y="86"/>
                  <a:pt x="1673" y="86"/>
                </a:cubicBezTo>
                <a:cubicBezTo>
                  <a:pt x="1662" y="80"/>
                  <a:pt x="1700" y="77"/>
                  <a:pt x="1711" y="76"/>
                </a:cubicBezTo>
                <a:cubicBezTo>
                  <a:pt x="1700" y="74"/>
                  <a:pt x="1694" y="74"/>
                  <a:pt x="1684" y="76"/>
                </a:cubicBezTo>
                <a:cubicBezTo>
                  <a:pt x="1705" y="72"/>
                  <a:pt x="1721" y="55"/>
                  <a:pt x="1759" y="66"/>
                </a:cubicBezTo>
                <a:moveTo>
                  <a:pt x="1597" y="107"/>
                </a:moveTo>
                <a:cubicBezTo>
                  <a:pt x="1592" y="104"/>
                  <a:pt x="1603" y="106"/>
                  <a:pt x="1608" y="104"/>
                </a:cubicBezTo>
                <a:cubicBezTo>
                  <a:pt x="1586" y="103"/>
                  <a:pt x="1586" y="104"/>
                  <a:pt x="1581" y="97"/>
                </a:cubicBezTo>
                <a:cubicBezTo>
                  <a:pt x="1586" y="96"/>
                  <a:pt x="1592" y="98"/>
                  <a:pt x="1597" y="100"/>
                </a:cubicBezTo>
                <a:cubicBezTo>
                  <a:pt x="1603" y="98"/>
                  <a:pt x="1597" y="97"/>
                  <a:pt x="1597" y="97"/>
                </a:cubicBezTo>
                <a:cubicBezTo>
                  <a:pt x="1603" y="96"/>
                  <a:pt x="1613" y="98"/>
                  <a:pt x="1608" y="100"/>
                </a:cubicBezTo>
                <a:cubicBezTo>
                  <a:pt x="1608" y="101"/>
                  <a:pt x="1613" y="103"/>
                  <a:pt x="1619" y="101"/>
                </a:cubicBezTo>
                <a:cubicBezTo>
                  <a:pt x="1630" y="106"/>
                  <a:pt x="1603" y="107"/>
                  <a:pt x="1597" y="107"/>
                </a:cubicBezTo>
                <a:moveTo>
                  <a:pt x="1802" y="93"/>
                </a:moveTo>
                <a:cubicBezTo>
                  <a:pt x="1781" y="96"/>
                  <a:pt x="1765" y="96"/>
                  <a:pt x="1748" y="92"/>
                </a:cubicBezTo>
                <a:cubicBezTo>
                  <a:pt x="1765" y="89"/>
                  <a:pt x="1797" y="92"/>
                  <a:pt x="1781" y="83"/>
                </a:cubicBezTo>
                <a:cubicBezTo>
                  <a:pt x="1792" y="79"/>
                  <a:pt x="1797" y="87"/>
                  <a:pt x="1808" y="89"/>
                </a:cubicBezTo>
                <a:cubicBezTo>
                  <a:pt x="1802" y="90"/>
                  <a:pt x="1797" y="92"/>
                  <a:pt x="1802" y="93"/>
                </a:cubicBezTo>
                <a:moveTo>
                  <a:pt x="1873" y="76"/>
                </a:moveTo>
                <a:cubicBezTo>
                  <a:pt x="1862" y="70"/>
                  <a:pt x="1867" y="66"/>
                  <a:pt x="1862" y="62"/>
                </a:cubicBezTo>
                <a:cubicBezTo>
                  <a:pt x="1894" y="60"/>
                  <a:pt x="1894" y="70"/>
                  <a:pt x="1873" y="76"/>
                </a:cubicBezTo>
                <a:moveTo>
                  <a:pt x="1921" y="48"/>
                </a:moveTo>
                <a:cubicBezTo>
                  <a:pt x="1937" y="53"/>
                  <a:pt x="1916" y="56"/>
                  <a:pt x="1921" y="60"/>
                </a:cubicBezTo>
                <a:cubicBezTo>
                  <a:pt x="1910" y="62"/>
                  <a:pt x="1905" y="59"/>
                  <a:pt x="1900" y="57"/>
                </a:cubicBezTo>
                <a:cubicBezTo>
                  <a:pt x="1927" y="55"/>
                  <a:pt x="1900" y="50"/>
                  <a:pt x="1921" y="48"/>
                </a:cubicBezTo>
                <a:moveTo>
                  <a:pt x="1835" y="69"/>
                </a:moveTo>
                <a:cubicBezTo>
                  <a:pt x="1824" y="73"/>
                  <a:pt x="1808" y="77"/>
                  <a:pt x="1829" y="83"/>
                </a:cubicBezTo>
                <a:cubicBezTo>
                  <a:pt x="1802" y="83"/>
                  <a:pt x="1802" y="72"/>
                  <a:pt x="1802" y="67"/>
                </a:cubicBezTo>
                <a:cubicBezTo>
                  <a:pt x="1781" y="66"/>
                  <a:pt x="1781" y="67"/>
                  <a:pt x="1765" y="72"/>
                </a:cubicBezTo>
                <a:cubicBezTo>
                  <a:pt x="1759" y="69"/>
                  <a:pt x="1786" y="66"/>
                  <a:pt x="1775" y="62"/>
                </a:cubicBezTo>
                <a:cubicBezTo>
                  <a:pt x="1786" y="62"/>
                  <a:pt x="1819" y="70"/>
                  <a:pt x="1813" y="62"/>
                </a:cubicBezTo>
                <a:cubicBezTo>
                  <a:pt x="1829" y="59"/>
                  <a:pt x="1813" y="66"/>
                  <a:pt x="1835" y="69"/>
                </a:cubicBezTo>
                <a:moveTo>
                  <a:pt x="1878" y="40"/>
                </a:moveTo>
                <a:cubicBezTo>
                  <a:pt x="1873" y="48"/>
                  <a:pt x="1851" y="52"/>
                  <a:pt x="1824" y="57"/>
                </a:cubicBezTo>
                <a:cubicBezTo>
                  <a:pt x="1829" y="48"/>
                  <a:pt x="1851" y="42"/>
                  <a:pt x="1878" y="36"/>
                </a:cubicBezTo>
                <a:cubicBezTo>
                  <a:pt x="1883" y="39"/>
                  <a:pt x="1845" y="46"/>
                  <a:pt x="1878" y="40"/>
                </a:cubicBezTo>
                <a:moveTo>
                  <a:pt x="1792" y="52"/>
                </a:moveTo>
                <a:cubicBezTo>
                  <a:pt x="1786" y="42"/>
                  <a:pt x="1797" y="36"/>
                  <a:pt x="1813" y="32"/>
                </a:cubicBezTo>
                <a:cubicBezTo>
                  <a:pt x="1808" y="38"/>
                  <a:pt x="1824" y="43"/>
                  <a:pt x="1792" y="52"/>
                </a:cubicBezTo>
                <a:moveTo>
                  <a:pt x="1792" y="33"/>
                </a:moveTo>
                <a:cubicBezTo>
                  <a:pt x="1781" y="33"/>
                  <a:pt x="1775" y="35"/>
                  <a:pt x="1775" y="36"/>
                </a:cubicBezTo>
                <a:cubicBezTo>
                  <a:pt x="1770" y="38"/>
                  <a:pt x="1765" y="33"/>
                  <a:pt x="1754" y="36"/>
                </a:cubicBezTo>
                <a:cubicBezTo>
                  <a:pt x="1754" y="38"/>
                  <a:pt x="1754" y="39"/>
                  <a:pt x="1743" y="40"/>
                </a:cubicBezTo>
                <a:cubicBezTo>
                  <a:pt x="1732" y="36"/>
                  <a:pt x="1754" y="32"/>
                  <a:pt x="1759" y="28"/>
                </a:cubicBezTo>
                <a:cubicBezTo>
                  <a:pt x="1770" y="32"/>
                  <a:pt x="1781" y="29"/>
                  <a:pt x="1792" y="33"/>
                </a:cubicBezTo>
                <a:moveTo>
                  <a:pt x="1721" y="38"/>
                </a:moveTo>
                <a:cubicBezTo>
                  <a:pt x="1711" y="40"/>
                  <a:pt x="1705" y="39"/>
                  <a:pt x="1711" y="38"/>
                </a:cubicBezTo>
                <a:cubicBezTo>
                  <a:pt x="1711" y="35"/>
                  <a:pt x="1673" y="43"/>
                  <a:pt x="1694" y="40"/>
                </a:cubicBezTo>
                <a:cubicBezTo>
                  <a:pt x="1705" y="45"/>
                  <a:pt x="1673" y="43"/>
                  <a:pt x="1667" y="39"/>
                </a:cubicBezTo>
                <a:cubicBezTo>
                  <a:pt x="1689" y="33"/>
                  <a:pt x="1705" y="32"/>
                  <a:pt x="1721" y="38"/>
                </a:cubicBezTo>
                <a:moveTo>
                  <a:pt x="1640" y="42"/>
                </a:moveTo>
                <a:cubicBezTo>
                  <a:pt x="1630" y="52"/>
                  <a:pt x="1662" y="48"/>
                  <a:pt x="1667" y="56"/>
                </a:cubicBezTo>
                <a:cubicBezTo>
                  <a:pt x="1678" y="46"/>
                  <a:pt x="1705" y="50"/>
                  <a:pt x="1743" y="43"/>
                </a:cubicBezTo>
                <a:cubicBezTo>
                  <a:pt x="1743" y="46"/>
                  <a:pt x="1737" y="49"/>
                  <a:pt x="1743" y="50"/>
                </a:cubicBezTo>
                <a:cubicBezTo>
                  <a:pt x="1727" y="53"/>
                  <a:pt x="1689" y="49"/>
                  <a:pt x="1700" y="57"/>
                </a:cubicBezTo>
                <a:cubicBezTo>
                  <a:pt x="1694" y="59"/>
                  <a:pt x="1662" y="53"/>
                  <a:pt x="1667" y="59"/>
                </a:cubicBezTo>
                <a:cubicBezTo>
                  <a:pt x="1651" y="55"/>
                  <a:pt x="1630" y="59"/>
                  <a:pt x="1613" y="55"/>
                </a:cubicBezTo>
                <a:cubicBezTo>
                  <a:pt x="1640" y="50"/>
                  <a:pt x="1603" y="45"/>
                  <a:pt x="1640" y="42"/>
                </a:cubicBezTo>
                <a:moveTo>
                  <a:pt x="1500" y="70"/>
                </a:moveTo>
                <a:cubicBezTo>
                  <a:pt x="1489" y="70"/>
                  <a:pt x="1484" y="69"/>
                  <a:pt x="1473" y="66"/>
                </a:cubicBezTo>
                <a:cubicBezTo>
                  <a:pt x="1489" y="63"/>
                  <a:pt x="1495" y="64"/>
                  <a:pt x="1495" y="69"/>
                </a:cubicBezTo>
                <a:cubicBezTo>
                  <a:pt x="1495" y="59"/>
                  <a:pt x="1527" y="64"/>
                  <a:pt x="1532" y="62"/>
                </a:cubicBezTo>
                <a:cubicBezTo>
                  <a:pt x="1565" y="66"/>
                  <a:pt x="1522" y="64"/>
                  <a:pt x="1500" y="70"/>
                </a:cubicBezTo>
                <a:moveTo>
                  <a:pt x="1608" y="35"/>
                </a:moveTo>
                <a:cubicBezTo>
                  <a:pt x="1635" y="35"/>
                  <a:pt x="1592" y="45"/>
                  <a:pt x="1592" y="49"/>
                </a:cubicBezTo>
                <a:cubicBezTo>
                  <a:pt x="1575" y="48"/>
                  <a:pt x="1559" y="52"/>
                  <a:pt x="1543" y="46"/>
                </a:cubicBezTo>
                <a:cubicBezTo>
                  <a:pt x="1554" y="45"/>
                  <a:pt x="1559" y="43"/>
                  <a:pt x="1554" y="40"/>
                </a:cubicBezTo>
                <a:cubicBezTo>
                  <a:pt x="1575" y="49"/>
                  <a:pt x="1586" y="36"/>
                  <a:pt x="1608" y="35"/>
                </a:cubicBezTo>
                <a:moveTo>
                  <a:pt x="1468" y="66"/>
                </a:moveTo>
                <a:cubicBezTo>
                  <a:pt x="1452" y="72"/>
                  <a:pt x="1441" y="67"/>
                  <a:pt x="1430" y="70"/>
                </a:cubicBezTo>
                <a:cubicBezTo>
                  <a:pt x="1414" y="63"/>
                  <a:pt x="1457" y="62"/>
                  <a:pt x="1468" y="66"/>
                </a:cubicBezTo>
                <a:moveTo>
                  <a:pt x="1241" y="106"/>
                </a:moveTo>
                <a:cubicBezTo>
                  <a:pt x="1246" y="107"/>
                  <a:pt x="1241" y="107"/>
                  <a:pt x="1241" y="108"/>
                </a:cubicBezTo>
                <a:cubicBezTo>
                  <a:pt x="1235" y="108"/>
                  <a:pt x="1235" y="110"/>
                  <a:pt x="1241" y="111"/>
                </a:cubicBezTo>
                <a:cubicBezTo>
                  <a:pt x="1230" y="111"/>
                  <a:pt x="1209" y="100"/>
                  <a:pt x="1182" y="101"/>
                </a:cubicBezTo>
                <a:cubicBezTo>
                  <a:pt x="1182" y="94"/>
                  <a:pt x="1219" y="84"/>
                  <a:pt x="1241" y="93"/>
                </a:cubicBezTo>
                <a:cubicBezTo>
                  <a:pt x="1235" y="93"/>
                  <a:pt x="1230" y="92"/>
                  <a:pt x="1225" y="90"/>
                </a:cubicBezTo>
                <a:cubicBezTo>
                  <a:pt x="1219" y="92"/>
                  <a:pt x="1230" y="93"/>
                  <a:pt x="1230" y="94"/>
                </a:cubicBezTo>
                <a:cubicBezTo>
                  <a:pt x="1214" y="96"/>
                  <a:pt x="1203" y="94"/>
                  <a:pt x="1182" y="98"/>
                </a:cubicBezTo>
                <a:cubicBezTo>
                  <a:pt x="1192" y="101"/>
                  <a:pt x="1209" y="96"/>
                  <a:pt x="1219" y="97"/>
                </a:cubicBezTo>
                <a:cubicBezTo>
                  <a:pt x="1219" y="101"/>
                  <a:pt x="1214" y="108"/>
                  <a:pt x="1241" y="106"/>
                </a:cubicBezTo>
                <a:moveTo>
                  <a:pt x="1381" y="69"/>
                </a:moveTo>
                <a:cubicBezTo>
                  <a:pt x="1376" y="76"/>
                  <a:pt x="1371" y="66"/>
                  <a:pt x="1360" y="63"/>
                </a:cubicBezTo>
                <a:cubicBezTo>
                  <a:pt x="1376" y="59"/>
                  <a:pt x="1392" y="59"/>
                  <a:pt x="1408" y="63"/>
                </a:cubicBezTo>
                <a:cubicBezTo>
                  <a:pt x="1414" y="67"/>
                  <a:pt x="1397" y="63"/>
                  <a:pt x="1392" y="62"/>
                </a:cubicBezTo>
                <a:cubicBezTo>
                  <a:pt x="1381" y="64"/>
                  <a:pt x="1376" y="66"/>
                  <a:pt x="1381" y="69"/>
                </a:cubicBezTo>
                <a:moveTo>
                  <a:pt x="1511" y="39"/>
                </a:moveTo>
                <a:cubicBezTo>
                  <a:pt x="1538" y="25"/>
                  <a:pt x="1575" y="38"/>
                  <a:pt x="1511" y="39"/>
                </a:cubicBezTo>
                <a:moveTo>
                  <a:pt x="1495" y="31"/>
                </a:moveTo>
                <a:cubicBezTo>
                  <a:pt x="1511" y="29"/>
                  <a:pt x="1500" y="40"/>
                  <a:pt x="1500" y="45"/>
                </a:cubicBezTo>
                <a:cubicBezTo>
                  <a:pt x="1479" y="48"/>
                  <a:pt x="1495" y="39"/>
                  <a:pt x="1489" y="38"/>
                </a:cubicBezTo>
                <a:cubicBezTo>
                  <a:pt x="1468" y="33"/>
                  <a:pt x="1473" y="42"/>
                  <a:pt x="1457" y="43"/>
                </a:cubicBezTo>
                <a:cubicBezTo>
                  <a:pt x="1435" y="33"/>
                  <a:pt x="1495" y="35"/>
                  <a:pt x="1495" y="31"/>
                </a:cubicBezTo>
                <a:moveTo>
                  <a:pt x="1435" y="45"/>
                </a:moveTo>
                <a:cubicBezTo>
                  <a:pt x="1452" y="50"/>
                  <a:pt x="1441" y="56"/>
                  <a:pt x="1462" y="49"/>
                </a:cubicBezTo>
                <a:cubicBezTo>
                  <a:pt x="1479" y="57"/>
                  <a:pt x="1435" y="55"/>
                  <a:pt x="1419" y="56"/>
                </a:cubicBezTo>
                <a:cubicBezTo>
                  <a:pt x="1408" y="50"/>
                  <a:pt x="1403" y="53"/>
                  <a:pt x="1397" y="48"/>
                </a:cubicBezTo>
                <a:cubicBezTo>
                  <a:pt x="1414" y="46"/>
                  <a:pt x="1425" y="46"/>
                  <a:pt x="1435" y="45"/>
                </a:cubicBezTo>
                <a:moveTo>
                  <a:pt x="1333" y="57"/>
                </a:moveTo>
                <a:cubicBezTo>
                  <a:pt x="1344" y="62"/>
                  <a:pt x="1311" y="64"/>
                  <a:pt x="1317" y="69"/>
                </a:cubicBezTo>
                <a:cubicBezTo>
                  <a:pt x="1311" y="70"/>
                  <a:pt x="1306" y="67"/>
                  <a:pt x="1311" y="66"/>
                </a:cubicBezTo>
                <a:cubicBezTo>
                  <a:pt x="1306" y="64"/>
                  <a:pt x="1300" y="64"/>
                  <a:pt x="1300" y="66"/>
                </a:cubicBezTo>
                <a:cubicBezTo>
                  <a:pt x="1295" y="63"/>
                  <a:pt x="1300" y="63"/>
                  <a:pt x="1306" y="64"/>
                </a:cubicBezTo>
                <a:cubicBezTo>
                  <a:pt x="1327" y="62"/>
                  <a:pt x="1317" y="57"/>
                  <a:pt x="1333" y="57"/>
                </a:cubicBezTo>
                <a:moveTo>
                  <a:pt x="1031" y="103"/>
                </a:moveTo>
                <a:cubicBezTo>
                  <a:pt x="1025" y="97"/>
                  <a:pt x="1031" y="100"/>
                  <a:pt x="1014" y="104"/>
                </a:cubicBezTo>
                <a:cubicBezTo>
                  <a:pt x="1009" y="100"/>
                  <a:pt x="1009" y="97"/>
                  <a:pt x="1020" y="94"/>
                </a:cubicBezTo>
                <a:cubicBezTo>
                  <a:pt x="1041" y="94"/>
                  <a:pt x="1052" y="100"/>
                  <a:pt x="1031" y="103"/>
                </a:cubicBezTo>
                <a:moveTo>
                  <a:pt x="1160" y="74"/>
                </a:moveTo>
                <a:cubicBezTo>
                  <a:pt x="1155" y="76"/>
                  <a:pt x="1149" y="74"/>
                  <a:pt x="1149" y="73"/>
                </a:cubicBezTo>
                <a:cubicBezTo>
                  <a:pt x="1144" y="72"/>
                  <a:pt x="1138" y="73"/>
                  <a:pt x="1138" y="73"/>
                </a:cubicBezTo>
                <a:cubicBezTo>
                  <a:pt x="1122" y="72"/>
                  <a:pt x="1176" y="69"/>
                  <a:pt x="1144" y="69"/>
                </a:cubicBezTo>
                <a:cubicBezTo>
                  <a:pt x="1144" y="63"/>
                  <a:pt x="1192" y="67"/>
                  <a:pt x="1198" y="57"/>
                </a:cubicBezTo>
                <a:cubicBezTo>
                  <a:pt x="1209" y="63"/>
                  <a:pt x="1225" y="56"/>
                  <a:pt x="1235" y="63"/>
                </a:cubicBezTo>
                <a:cubicBezTo>
                  <a:pt x="1209" y="64"/>
                  <a:pt x="1160" y="64"/>
                  <a:pt x="1160" y="74"/>
                </a:cubicBezTo>
                <a:moveTo>
                  <a:pt x="1397" y="40"/>
                </a:moveTo>
                <a:cubicBezTo>
                  <a:pt x="1365" y="39"/>
                  <a:pt x="1365" y="52"/>
                  <a:pt x="1333" y="50"/>
                </a:cubicBezTo>
                <a:cubicBezTo>
                  <a:pt x="1327" y="48"/>
                  <a:pt x="1371" y="33"/>
                  <a:pt x="1371" y="40"/>
                </a:cubicBezTo>
                <a:cubicBezTo>
                  <a:pt x="1376" y="38"/>
                  <a:pt x="1387" y="35"/>
                  <a:pt x="1381" y="31"/>
                </a:cubicBezTo>
                <a:cubicBezTo>
                  <a:pt x="1408" y="29"/>
                  <a:pt x="1381" y="38"/>
                  <a:pt x="1397" y="40"/>
                </a:cubicBezTo>
                <a:moveTo>
                  <a:pt x="1273" y="40"/>
                </a:moveTo>
                <a:cubicBezTo>
                  <a:pt x="1290" y="46"/>
                  <a:pt x="1263" y="49"/>
                  <a:pt x="1279" y="55"/>
                </a:cubicBezTo>
                <a:cubicBezTo>
                  <a:pt x="1268" y="56"/>
                  <a:pt x="1268" y="53"/>
                  <a:pt x="1273" y="53"/>
                </a:cubicBezTo>
                <a:cubicBezTo>
                  <a:pt x="1263" y="49"/>
                  <a:pt x="1246" y="60"/>
                  <a:pt x="1241" y="52"/>
                </a:cubicBezTo>
                <a:cubicBezTo>
                  <a:pt x="1241" y="50"/>
                  <a:pt x="1246" y="52"/>
                  <a:pt x="1252" y="52"/>
                </a:cubicBezTo>
                <a:cubicBezTo>
                  <a:pt x="1279" y="49"/>
                  <a:pt x="1241" y="43"/>
                  <a:pt x="1273" y="40"/>
                </a:cubicBezTo>
                <a:moveTo>
                  <a:pt x="1095" y="76"/>
                </a:moveTo>
                <a:cubicBezTo>
                  <a:pt x="1095" y="80"/>
                  <a:pt x="1106" y="83"/>
                  <a:pt x="1106" y="87"/>
                </a:cubicBezTo>
                <a:cubicBezTo>
                  <a:pt x="1095" y="92"/>
                  <a:pt x="1068" y="82"/>
                  <a:pt x="1090" y="90"/>
                </a:cubicBezTo>
                <a:cubicBezTo>
                  <a:pt x="1079" y="92"/>
                  <a:pt x="1057" y="86"/>
                  <a:pt x="1079" y="93"/>
                </a:cubicBezTo>
                <a:cubicBezTo>
                  <a:pt x="1063" y="92"/>
                  <a:pt x="1036" y="93"/>
                  <a:pt x="1036" y="86"/>
                </a:cubicBezTo>
                <a:cubicBezTo>
                  <a:pt x="1074" y="92"/>
                  <a:pt x="1068" y="83"/>
                  <a:pt x="1095" y="76"/>
                </a:cubicBezTo>
                <a:moveTo>
                  <a:pt x="442" y="86"/>
                </a:moveTo>
                <a:cubicBezTo>
                  <a:pt x="410" y="84"/>
                  <a:pt x="442" y="73"/>
                  <a:pt x="404" y="83"/>
                </a:cubicBezTo>
                <a:cubicBezTo>
                  <a:pt x="399" y="77"/>
                  <a:pt x="447" y="72"/>
                  <a:pt x="480" y="66"/>
                </a:cubicBezTo>
                <a:cubicBezTo>
                  <a:pt x="485" y="70"/>
                  <a:pt x="485" y="73"/>
                  <a:pt x="491" y="76"/>
                </a:cubicBezTo>
                <a:cubicBezTo>
                  <a:pt x="458" y="77"/>
                  <a:pt x="447" y="77"/>
                  <a:pt x="442" y="86"/>
                </a:cubicBezTo>
                <a:moveTo>
                  <a:pt x="572" y="53"/>
                </a:moveTo>
                <a:cubicBezTo>
                  <a:pt x="593" y="49"/>
                  <a:pt x="572" y="62"/>
                  <a:pt x="588" y="57"/>
                </a:cubicBezTo>
                <a:cubicBezTo>
                  <a:pt x="593" y="60"/>
                  <a:pt x="577" y="62"/>
                  <a:pt x="572" y="63"/>
                </a:cubicBezTo>
                <a:cubicBezTo>
                  <a:pt x="550" y="60"/>
                  <a:pt x="577" y="57"/>
                  <a:pt x="572" y="53"/>
                </a:cubicBezTo>
                <a:moveTo>
                  <a:pt x="431" y="98"/>
                </a:moveTo>
                <a:cubicBezTo>
                  <a:pt x="404" y="94"/>
                  <a:pt x="464" y="87"/>
                  <a:pt x="475" y="94"/>
                </a:cubicBezTo>
                <a:cubicBezTo>
                  <a:pt x="458" y="98"/>
                  <a:pt x="447" y="92"/>
                  <a:pt x="431" y="98"/>
                </a:cubicBezTo>
                <a:moveTo>
                  <a:pt x="815" y="60"/>
                </a:moveTo>
                <a:cubicBezTo>
                  <a:pt x="842" y="53"/>
                  <a:pt x="815" y="53"/>
                  <a:pt x="858" y="52"/>
                </a:cubicBezTo>
                <a:cubicBezTo>
                  <a:pt x="858" y="53"/>
                  <a:pt x="852" y="53"/>
                  <a:pt x="852" y="53"/>
                </a:cubicBezTo>
                <a:cubicBezTo>
                  <a:pt x="842" y="55"/>
                  <a:pt x="852" y="56"/>
                  <a:pt x="858" y="59"/>
                </a:cubicBezTo>
                <a:cubicBezTo>
                  <a:pt x="842" y="63"/>
                  <a:pt x="831" y="57"/>
                  <a:pt x="815" y="60"/>
                </a:cubicBezTo>
                <a:moveTo>
                  <a:pt x="653" y="96"/>
                </a:moveTo>
                <a:cubicBezTo>
                  <a:pt x="663" y="97"/>
                  <a:pt x="669" y="100"/>
                  <a:pt x="674" y="101"/>
                </a:cubicBezTo>
                <a:cubicBezTo>
                  <a:pt x="653" y="107"/>
                  <a:pt x="626" y="98"/>
                  <a:pt x="653" y="96"/>
                </a:cubicBezTo>
                <a:moveTo>
                  <a:pt x="917" y="56"/>
                </a:moveTo>
                <a:cubicBezTo>
                  <a:pt x="928" y="63"/>
                  <a:pt x="917" y="63"/>
                  <a:pt x="890" y="67"/>
                </a:cubicBezTo>
                <a:cubicBezTo>
                  <a:pt x="869" y="62"/>
                  <a:pt x="912" y="60"/>
                  <a:pt x="917" y="56"/>
                </a:cubicBezTo>
                <a:moveTo>
                  <a:pt x="723" y="108"/>
                </a:moveTo>
                <a:cubicBezTo>
                  <a:pt x="712" y="106"/>
                  <a:pt x="717" y="104"/>
                  <a:pt x="712" y="101"/>
                </a:cubicBezTo>
                <a:cubicBezTo>
                  <a:pt x="723" y="101"/>
                  <a:pt x="728" y="100"/>
                  <a:pt x="739" y="98"/>
                </a:cubicBezTo>
                <a:cubicBezTo>
                  <a:pt x="755" y="101"/>
                  <a:pt x="750" y="103"/>
                  <a:pt x="755" y="106"/>
                </a:cubicBezTo>
                <a:cubicBezTo>
                  <a:pt x="744" y="108"/>
                  <a:pt x="734" y="106"/>
                  <a:pt x="723" y="108"/>
                </a:cubicBezTo>
                <a:moveTo>
                  <a:pt x="766" y="100"/>
                </a:moveTo>
                <a:cubicBezTo>
                  <a:pt x="766" y="92"/>
                  <a:pt x="787" y="100"/>
                  <a:pt x="820" y="94"/>
                </a:cubicBezTo>
                <a:cubicBezTo>
                  <a:pt x="809" y="94"/>
                  <a:pt x="798" y="96"/>
                  <a:pt x="793" y="93"/>
                </a:cubicBezTo>
                <a:cubicBezTo>
                  <a:pt x="804" y="90"/>
                  <a:pt x="815" y="90"/>
                  <a:pt x="825" y="93"/>
                </a:cubicBezTo>
                <a:cubicBezTo>
                  <a:pt x="820" y="101"/>
                  <a:pt x="787" y="96"/>
                  <a:pt x="766" y="100"/>
                </a:cubicBezTo>
                <a:moveTo>
                  <a:pt x="858" y="89"/>
                </a:moveTo>
                <a:cubicBezTo>
                  <a:pt x="852" y="86"/>
                  <a:pt x="874" y="89"/>
                  <a:pt x="869" y="84"/>
                </a:cubicBezTo>
                <a:cubicBezTo>
                  <a:pt x="890" y="90"/>
                  <a:pt x="869" y="97"/>
                  <a:pt x="874" y="104"/>
                </a:cubicBezTo>
                <a:cubicBezTo>
                  <a:pt x="858" y="100"/>
                  <a:pt x="869" y="90"/>
                  <a:pt x="858" y="89"/>
                </a:cubicBezTo>
                <a:moveTo>
                  <a:pt x="1052" y="52"/>
                </a:moveTo>
                <a:cubicBezTo>
                  <a:pt x="1031" y="48"/>
                  <a:pt x="1074" y="42"/>
                  <a:pt x="1084" y="43"/>
                </a:cubicBezTo>
                <a:cubicBezTo>
                  <a:pt x="1095" y="50"/>
                  <a:pt x="1068" y="48"/>
                  <a:pt x="1052" y="52"/>
                </a:cubicBezTo>
                <a:moveTo>
                  <a:pt x="1235" y="40"/>
                </a:moveTo>
                <a:cubicBezTo>
                  <a:pt x="1225" y="43"/>
                  <a:pt x="1214" y="40"/>
                  <a:pt x="1203" y="43"/>
                </a:cubicBezTo>
                <a:cubicBezTo>
                  <a:pt x="1192" y="46"/>
                  <a:pt x="1230" y="39"/>
                  <a:pt x="1209" y="35"/>
                </a:cubicBezTo>
                <a:cubicBezTo>
                  <a:pt x="1219" y="33"/>
                  <a:pt x="1230" y="31"/>
                  <a:pt x="1241" y="29"/>
                </a:cubicBezTo>
                <a:cubicBezTo>
                  <a:pt x="1225" y="29"/>
                  <a:pt x="1225" y="26"/>
                  <a:pt x="1235" y="25"/>
                </a:cubicBezTo>
                <a:cubicBezTo>
                  <a:pt x="1257" y="31"/>
                  <a:pt x="1219" y="35"/>
                  <a:pt x="1235" y="40"/>
                </a:cubicBezTo>
                <a:moveTo>
                  <a:pt x="982" y="72"/>
                </a:moveTo>
                <a:cubicBezTo>
                  <a:pt x="998" y="70"/>
                  <a:pt x="971" y="79"/>
                  <a:pt x="977" y="83"/>
                </a:cubicBezTo>
                <a:cubicBezTo>
                  <a:pt x="960" y="86"/>
                  <a:pt x="944" y="79"/>
                  <a:pt x="966" y="74"/>
                </a:cubicBezTo>
                <a:cubicBezTo>
                  <a:pt x="971" y="83"/>
                  <a:pt x="966" y="74"/>
                  <a:pt x="982" y="72"/>
                </a:cubicBezTo>
                <a:moveTo>
                  <a:pt x="1144" y="33"/>
                </a:moveTo>
                <a:cubicBezTo>
                  <a:pt x="1176" y="35"/>
                  <a:pt x="1127" y="38"/>
                  <a:pt x="1111" y="42"/>
                </a:cubicBezTo>
                <a:cubicBezTo>
                  <a:pt x="1111" y="40"/>
                  <a:pt x="1111" y="39"/>
                  <a:pt x="1106" y="36"/>
                </a:cubicBezTo>
                <a:cubicBezTo>
                  <a:pt x="1117" y="29"/>
                  <a:pt x="1149" y="42"/>
                  <a:pt x="1144" y="33"/>
                </a:cubicBezTo>
                <a:moveTo>
                  <a:pt x="993" y="62"/>
                </a:moveTo>
                <a:cubicBezTo>
                  <a:pt x="982" y="67"/>
                  <a:pt x="950" y="59"/>
                  <a:pt x="955" y="67"/>
                </a:cubicBezTo>
                <a:cubicBezTo>
                  <a:pt x="928" y="69"/>
                  <a:pt x="944" y="62"/>
                  <a:pt x="960" y="60"/>
                </a:cubicBezTo>
                <a:cubicBezTo>
                  <a:pt x="950" y="57"/>
                  <a:pt x="939" y="62"/>
                  <a:pt x="928" y="56"/>
                </a:cubicBezTo>
                <a:cubicBezTo>
                  <a:pt x="939" y="53"/>
                  <a:pt x="950" y="56"/>
                  <a:pt x="939" y="57"/>
                </a:cubicBezTo>
                <a:cubicBezTo>
                  <a:pt x="966" y="60"/>
                  <a:pt x="971" y="52"/>
                  <a:pt x="987" y="53"/>
                </a:cubicBezTo>
                <a:cubicBezTo>
                  <a:pt x="993" y="56"/>
                  <a:pt x="971" y="57"/>
                  <a:pt x="993" y="62"/>
                </a:cubicBezTo>
                <a:moveTo>
                  <a:pt x="1047" y="25"/>
                </a:moveTo>
                <a:cubicBezTo>
                  <a:pt x="1063" y="23"/>
                  <a:pt x="1074" y="23"/>
                  <a:pt x="1084" y="22"/>
                </a:cubicBezTo>
                <a:cubicBezTo>
                  <a:pt x="1106" y="33"/>
                  <a:pt x="1052" y="28"/>
                  <a:pt x="1047" y="40"/>
                </a:cubicBezTo>
                <a:cubicBezTo>
                  <a:pt x="1025" y="40"/>
                  <a:pt x="1025" y="38"/>
                  <a:pt x="1025" y="32"/>
                </a:cubicBezTo>
                <a:cubicBezTo>
                  <a:pt x="1020" y="36"/>
                  <a:pt x="1014" y="36"/>
                  <a:pt x="1009" y="33"/>
                </a:cubicBezTo>
                <a:cubicBezTo>
                  <a:pt x="1025" y="32"/>
                  <a:pt x="1047" y="31"/>
                  <a:pt x="1063" y="29"/>
                </a:cubicBezTo>
                <a:cubicBezTo>
                  <a:pt x="1068" y="26"/>
                  <a:pt x="1057" y="28"/>
                  <a:pt x="1047" y="25"/>
                </a:cubicBezTo>
                <a:moveTo>
                  <a:pt x="998" y="43"/>
                </a:moveTo>
                <a:cubicBezTo>
                  <a:pt x="982" y="45"/>
                  <a:pt x="955" y="43"/>
                  <a:pt x="955" y="39"/>
                </a:cubicBezTo>
                <a:cubicBezTo>
                  <a:pt x="971" y="35"/>
                  <a:pt x="998" y="39"/>
                  <a:pt x="998" y="43"/>
                </a:cubicBezTo>
                <a:moveTo>
                  <a:pt x="912" y="48"/>
                </a:moveTo>
                <a:cubicBezTo>
                  <a:pt x="885" y="42"/>
                  <a:pt x="923" y="39"/>
                  <a:pt x="912" y="35"/>
                </a:cubicBezTo>
                <a:cubicBezTo>
                  <a:pt x="923" y="33"/>
                  <a:pt x="923" y="45"/>
                  <a:pt x="912" y="48"/>
                </a:cubicBezTo>
                <a:moveTo>
                  <a:pt x="647" y="89"/>
                </a:moveTo>
                <a:cubicBezTo>
                  <a:pt x="653" y="93"/>
                  <a:pt x="642" y="90"/>
                  <a:pt x="637" y="89"/>
                </a:cubicBezTo>
                <a:cubicBezTo>
                  <a:pt x="615" y="94"/>
                  <a:pt x="615" y="110"/>
                  <a:pt x="577" y="98"/>
                </a:cubicBezTo>
                <a:cubicBezTo>
                  <a:pt x="610" y="96"/>
                  <a:pt x="604" y="92"/>
                  <a:pt x="615" y="86"/>
                </a:cubicBezTo>
                <a:cubicBezTo>
                  <a:pt x="626" y="83"/>
                  <a:pt x="637" y="90"/>
                  <a:pt x="647" y="89"/>
                </a:cubicBezTo>
                <a:moveTo>
                  <a:pt x="739" y="62"/>
                </a:moveTo>
                <a:cubicBezTo>
                  <a:pt x="734" y="63"/>
                  <a:pt x="739" y="63"/>
                  <a:pt x="739" y="64"/>
                </a:cubicBezTo>
                <a:cubicBezTo>
                  <a:pt x="707" y="63"/>
                  <a:pt x="755" y="60"/>
                  <a:pt x="761" y="56"/>
                </a:cubicBezTo>
                <a:cubicBezTo>
                  <a:pt x="782" y="60"/>
                  <a:pt x="755" y="64"/>
                  <a:pt x="739" y="62"/>
                </a:cubicBezTo>
                <a:moveTo>
                  <a:pt x="863" y="40"/>
                </a:moveTo>
                <a:cubicBezTo>
                  <a:pt x="847" y="42"/>
                  <a:pt x="836" y="45"/>
                  <a:pt x="825" y="48"/>
                </a:cubicBezTo>
                <a:cubicBezTo>
                  <a:pt x="815" y="42"/>
                  <a:pt x="842" y="38"/>
                  <a:pt x="842" y="33"/>
                </a:cubicBezTo>
                <a:cubicBezTo>
                  <a:pt x="863" y="35"/>
                  <a:pt x="847" y="36"/>
                  <a:pt x="863" y="40"/>
                </a:cubicBezTo>
                <a:moveTo>
                  <a:pt x="637" y="76"/>
                </a:moveTo>
                <a:cubicBezTo>
                  <a:pt x="653" y="77"/>
                  <a:pt x="653" y="70"/>
                  <a:pt x="674" y="73"/>
                </a:cubicBezTo>
                <a:cubicBezTo>
                  <a:pt x="680" y="82"/>
                  <a:pt x="642" y="79"/>
                  <a:pt x="626" y="83"/>
                </a:cubicBezTo>
                <a:cubicBezTo>
                  <a:pt x="620" y="80"/>
                  <a:pt x="615" y="79"/>
                  <a:pt x="610" y="76"/>
                </a:cubicBezTo>
                <a:cubicBezTo>
                  <a:pt x="620" y="72"/>
                  <a:pt x="626" y="69"/>
                  <a:pt x="631" y="67"/>
                </a:cubicBezTo>
                <a:cubicBezTo>
                  <a:pt x="653" y="64"/>
                  <a:pt x="626" y="73"/>
                  <a:pt x="637" y="76"/>
                </a:cubicBezTo>
                <a:moveTo>
                  <a:pt x="669" y="50"/>
                </a:moveTo>
                <a:cubicBezTo>
                  <a:pt x="690" y="56"/>
                  <a:pt x="669" y="60"/>
                  <a:pt x="669" y="64"/>
                </a:cubicBezTo>
                <a:cubicBezTo>
                  <a:pt x="663" y="64"/>
                  <a:pt x="663" y="63"/>
                  <a:pt x="663" y="62"/>
                </a:cubicBezTo>
                <a:cubicBezTo>
                  <a:pt x="658" y="62"/>
                  <a:pt x="647" y="62"/>
                  <a:pt x="637" y="63"/>
                </a:cubicBezTo>
                <a:cubicBezTo>
                  <a:pt x="631" y="59"/>
                  <a:pt x="647" y="55"/>
                  <a:pt x="669" y="50"/>
                </a:cubicBezTo>
                <a:moveTo>
                  <a:pt x="583" y="72"/>
                </a:moveTo>
                <a:cubicBezTo>
                  <a:pt x="566" y="77"/>
                  <a:pt x="555" y="86"/>
                  <a:pt x="534" y="87"/>
                </a:cubicBezTo>
                <a:cubicBezTo>
                  <a:pt x="534" y="80"/>
                  <a:pt x="518" y="73"/>
                  <a:pt x="550" y="67"/>
                </a:cubicBezTo>
                <a:cubicBezTo>
                  <a:pt x="572" y="67"/>
                  <a:pt x="561" y="74"/>
                  <a:pt x="583" y="72"/>
                </a:cubicBezTo>
                <a:moveTo>
                  <a:pt x="793" y="21"/>
                </a:moveTo>
                <a:cubicBezTo>
                  <a:pt x="782" y="23"/>
                  <a:pt x="777" y="22"/>
                  <a:pt x="782" y="21"/>
                </a:cubicBezTo>
                <a:cubicBezTo>
                  <a:pt x="771" y="19"/>
                  <a:pt x="750" y="23"/>
                  <a:pt x="739" y="25"/>
                </a:cubicBezTo>
                <a:cubicBezTo>
                  <a:pt x="723" y="19"/>
                  <a:pt x="777" y="12"/>
                  <a:pt x="793" y="21"/>
                </a:cubicBezTo>
                <a:moveTo>
                  <a:pt x="723" y="26"/>
                </a:moveTo>
                <a:cubicBezTo>
                  <a:pt x="723" y="33"/>
                  <a:pt x="701" y="36"/>
                  <a:pt x="707" y="40"/>
                </a:cubicBezTo>
                <a:cubicBezTo>
                  <a:pt x="696" y="43"/>
                  <a:pt x="685" y="46"/>
                  <a:pt x="669" y="48"/>
                </a:cubicBezTo>
                <a:cubicBezTo>
                  <a:pt x="658" y="46"/>
                  <a:pt x="658" y="43"/>
                  <a:pt x="669" y="40"/>
                </a:cubicBezTo>
                <a:cubicBezTo>
                  <a:pt x="674" y="42"/>
                  <a:pt x="669" y="43"/>
                  <a:pt x="669" y="43"/>
                </a:cubicBezTo>
                <a:cubicBezTo>
                  <a:pt x="690" y="45"/>
                  <a:pt x="701" y="25"/>
                  <a:pt x="690" y="29"/>
                </a:cubicBezTo>
                <a:cubicBezTo>
                  <a:pt x="685" y="26"/>
                  <a:pt x="707" y="25"/>
                  <a:pt x="701" y="22"/>
                </a:cubicBezTo>
                <a:cubicBezTo>
                  <a:pt x="712" y="21"/>
                  <a:pt x="707" y="25"/>
                  <a:pt x="723" y="26"/>
                </a:cubicBezTo>
                <a:moveTo>
                  <a:pt x="647" y="33"/>
                </a:moveTo>
                <a:cubicBezTo>
                  <a:pt x="663" y="38"/>
                  <a:pt x="631" y="40"/>
                  <a:pt x="642" y="45"/>
                </a:cubicBezTo>
                <a:cubicBezTo>
                  <a:pt x="626" y="46"/>
                  <a:pt x="620" y="35"/>
                  <a:pt x="647" y="33"/>
                </a:cubicBezTo>
                <a:moveTo>
                  <a:pt x="572" y="48"/>
                </a:moveTo>
                <a:cubicBezTo>
                  <a:pt x="572" y="43"/>
                  <a:pt x="588" y="39"/>
                  <a:pt x="604" y="36"/>
                </a:cubicBezTo>
                <a:cubicBezTo>
                  <a:pt x="631" y="43"/>
                  <a:pt x="593" y="45"/>
                  <a:pt x="572" y="48"/>
                </a:cubicBezTo>
                <a:moveTo>
                  <a:pt x="242" y="77"/>
                </a:moveTo>
                <a:cubicBezTo>
                  <a:pt x="221" y="80"/>
                  <a:pt x="199" y="80"/>
                  <a:pt x="183" y="74"/>
                </a:cubicBezTo>
                <a:cubicBezTo>
                  <a:pt x="178" y="79"/>
                  <a:pt x="167" y="83"/>
                  <a:pt x="183" y="87"/>
                </a:cubicBezTo>
                <a:cubicBezTo>
                  <a:pt x="151" y="92"/>
                  <a:pt x="156" y="93"/>
                  <a:pt x="129" y="93"/>
                </a:cubicBezTo>
                <a:cubicBezTo>
                  <a:pt x="145" y="84"/>
                  <a:pt x="167" y="83"/>
                  <a:pt x="145" y="72"/>
                </a:cubicBezTo>
                <a:cubicBezTo>
                  <a:pt x="194" y="70"/>
                  <a:pt x="172" y="57"/>
                  <a:pt x="189" y="50"/>
                </a:cubicBezTo>
                <a:cubicBezTo>
                  <a:pt x="194" y="56"/>
                  <a:pt x="205" y="63"/>
                  <a:pt x="183" y="69"/>
                </a:cubicBezTo>
                <a:cubicBezTo>
                  <a:pt x="183" y="67"/>
                  <a:pt x="178" y="67"/>
                  <a:pt x="172" y="69"/>
                </a:cubicBezTo>
                <a:cubicBezTo>
                  <a:pt x="178" y="69"/>
                  <a:pt x="183" y="70"/>
                  <a:pt x="183" y="72"/>
                </a:cubicBezTo>
                <a:cubicBezTo>
                  <a:pt x="194" y="74"/>
                  <a:pt x="205" y="69"/>
                  <a:pt x="215" y="70"/>
                </a:cubicBezTo>
                <a:cubicBezTo>
                  <a:pt x="221" y="67"/>
                  <a:pt x="226" y="64"/>
                  <a:pt x="215" y="62"/>
                </a:cubicBezTo>
                <a:cubicBezTo>
                  <a:pt x="232" y="59"/>
                  <a:pt x="248" y="56"/>
                  <a:pt x="264" y="52"/>
                </a:cubicBezTo>
                <a:cubicBezTo>
                  <a:pt x="296" y="62"/>
                  <a:pt x="226" y="66"/>
                  <a:pt x="242" y="77"/>
                </a:cubicBezTo>
                <a:moveTo>
                  <a:pt x="345" y="69"/>
                </a:moveTo>
                <a:cubicBezTo>
                  <a:pt x="340" y="67"/>
                  <a:pt x="334" y="70"/>
                  <a:pt x="329" y="70"/>
                </a:cubicBezTo>
                <a:cubicBezTo>
                  <a:pt x="307" y="57"/>
                  <a:pt x="394" y="69"/>
                  <a:pt x="350" y="76"/>
                </a:cubicBezTo>
                <a:cubicBezTo>
                  <a:pt x="345" y="73"/>
                  <a:pt x="350" y="72"/>
                  <a:pt x="345" y="69"/>
                </a:cubicBezTo>
                <a:moveTo>
                  <a:pt x="523" y="40"/>
                </a:moveTo>
                <a:cubicBezTo>
                  <a:pt x="512" y="31"/>
                  <a:pt x="572" y="38"/>
                  <a:pt x="561" y="28"/>
                </a:cubicBezTo>
                <a:cubicBezTo>
                  <a:pt x="583" y="32"/>
                  <a:pt x="610" y="18"/>
                  <a:pt x="626" y="26"/>
                </a:cubicBezTo>
                <a:cubicBezTo>
                  <a:pt x="604" y="29"/>
                  <a:pt x="610" y="28"/>
                  <a:pt x="599" y="33"/>
                </a:cubicBezTo>
                <a:cubicBezTo>
                  <a:pt x="593" y="25"/>
                  <a:pt x="555" y="38"/>
                  <a:pt x="539" y="45"/>
                </a:cubicBezTo>
                <a:cubicBezTo>
                  <a:pt x="512" y="40"/>
                  <a:pt x="502" y="43"/>
                  <a:pt x="464" y="38"/>
                </a:cubicBezTo>
                <a:cubicBezTo>
                  <a:pt x="485" y="35"/>
                  <a:pt x="502" y="35"/>
                  <a:pt x="523" y="40"/>
                </a:cubicBezTo>
                <a:moveTo>
                  <a:pt x="431" y="62"/>
                </a:moveTo>
                <a:cubicBezTo>
                  <a:pt x="410" y="53"/>
                  <a:pt x="469" y="53"/>
                  <a:pt x="485" y="50"/>
                </a:cubicBezTo>
                <a:cubicBezTo>
                  <a:pt x="496" y="59"/>
                  <a:pt x="447" y="56"/>
                  <a:pt x="431" y="62"/>
                </a:cubicBezTo>
                <a:moveTo>
                  <a:pt x="453" y="45"/>
                </a:moveTo>
                <a:cubicBezTo>
                  <a:pt x="437" y="45"/>
                  <a:pt x="421" y="50"/>
                  <a:pt x="410" y="49"/>
                </a:cubicBezTo>
                <a:cubicBezTo>
                  <a:pt x="394" y="43"/>
                  <a:pt x="431" y="36"/>
                  <a:pt x="442" y="36"/>
                </a:cubicBezTo>
                <a:cubicBezTo>
                  <a:pt x="442" y="39"/>
                  <a:pt x="447" y="42"/>
                  <a:pt x="453" y="45"/>
                </a:cubicBezTo>
                <a:moveTo>
                  <a:pt x="491" y="18"/>
                </a:moveTo>
                <a:cubicBezTo>
                  <a:pt x="502" y="23"/>
                  <a:pt x="491" y="31"/>
                  <a:pt x="469" y="31"/>
                </a:cubicBezTo>
                <a:cubicBezTo>
                  <a:pt x="464" y="26"/>
                  <a:pt x="469" y="22"/>
                  <a:pt x="491" y="18"/>
                </a:cubicBezTo>
                <a:moveTo>
                  <a:pt x="372" y="79"/>
                </a:moveTo>
                <a:cubicBezTo>
                  <a:pt x="383" y="70"/>
                  <a:pt x="372" y="69"/>
                  <a:pt x="367" y="62"/>
                </a:cubicBezTo>
                <a:cubicBezTo>
                  <a:pt x="361" y="56"/>
                  <a:pt x="323" y="62"/>
                  <a:pt x="334" y="56"/>
                </a:cubicBezTo>
                <a:cubicBezTo>
                  <a:pt x="367" y="46"/>
                  <a:pt x="453" y="67"/>
                  <a:pt x="372" y="79"/>
                </a:cubicBezTo>
                <a:moveTo>
                  <a:pt x="388" y="45"/>
                </a:moveTo>
                <a:cubicBezTo>
                  <a:pt x="377" y="48"/>
                  <a:pt x="313" y="52"/>
                  <a:pt x="302" y="57"/>
                </a:cubicBezTo>
                <a:cubicBezTo>
                  <a:pt x="296" y="52"/>
                  <a:pt x="318" y="48"/>
                  <a:pt x="340" y="42"/>
                </a:cubicBezTo>
                <a:cubicBezTo>
                  <a:pt x="356" y="43"/>
                  <a:pt x="372" y="46"/>
                  <a:pt x="388" y="45"/>
                </a:cubicBezTo>
                <a:moveTo>
                  <a:pt x="410" y="35"/>
                </a:moveTo>
                <a:cubicBezTo>
                  <a:pt x="377" y="35"/>
                  <a:pt x="377" y="36"/>
                  <a:pt x="350" y="39"/>
                </a:cubicBezTo>
                <a:cubicBezTo>
                  <a:pt x="340" y="36"/>
                  <a:pt x="356" y="35"/>
                  <a:pt x="350" y="32"/>
                </a:cubicBezTo>
                <a:cubicBezTo>
                  <a:pt x="334" y="31"/>
                  <a:pt x="313" y="46"/>
                  <a:pt x="285" y="38"/>
                </a:cubicBezTo>
                <a:cubicBezTo>
                  <a:pt x="323" y="32"/>
                  <a:pt x="318" y="26"/>
                  <a:pt x="345" y="21"/>
                </a:cubicBezTo>
                <a:cubicBezTo>
                  <a:pt x="356" y="29"/>
                  <a:pt x="372" y="32"/>
                  <a:pt x="410" y="35"/>
                </a:cubicBezTo>
                <a:moveTo>
                  <a:pt x="269" y="35"/>
                </a:moveTo>
                <a:cubicBezTo>
                  <a:pt x="248" y="45"/>
                  <a:pt x="307" y="46"/>
                  <a:pt x="285" y="50"/>
                </a:cubicBezTo>
                <a:cubicBezTo>
                  <a:pt x="275" y="45"/>
                  <a:pt x="259" y="50"/>
                  <a:pt x="253" y="45"/>
                </a:cubicBezTo>
                <a:cubicBezTo>
                  <a:pt x="242" y="49"/>
                  <a:pt x="242" y="53"/>
                  <a:pt x="215" y="56"/>
                </a:cubicBezTo>
                <a:cubicBezTo>
                  <a:pt x="215" y="45"/>
                  <a:pt x="221" y="38"/>
                  <a:pt x="269" y="35"/>
                </a:cubicBezTo>
                <a:moveTo>
                  <a:pt x="334" y="18"/>
                </a:moveTo>
                <a:cubicBezTo>
                  <a:pt x="334" y="23"/>
                  <a:pt x="285" y="21"/>
                  <a:pt x="269" y="31"/>
                </a:cubicBezTo>
                <a:cubicBezTo>
                  <a:pt x="259" y="28"/>
                  <a:pt x="248" y="32"/>
                  <a:pt x="237" y="28"/>
                </a:cubicBezTo>
                <a:cubicBezTo>
                  <a:pt x="253" y="23"/>
                  <a:pt x="285" y="28"/>
                  <a:pt x="264" y="19"/>
                </a:cubicBezTo>
                <a:cubicBezTo>
                  <a:pt x="291" y="14"/>
                  <a:pt x="313" y="19"/>
                  <a:pt x="334" y="18"/>
                </a:cubicBezTo>
              </a:path>
            </a:pathLst>
          </a:custGeom>
          <a:solidFill>
            <a:srgbClr val="5F7797">
              <a:alpha val="100000"/>
            </a:srgbClr>
          </a:solidFill>
          <a:ln w="0" cap="flat">
            <a:noFill/>
            <a:prstDash val="solid"/>
            <a:miter lim="0"/>
          </a:ln>
        </p:spPr>
        <p:txBody>
          <a:bodyPr rtlCol="0"/>
          <a:lstStyle/>
          <a:p>
            <a:pPr algn="ctr"/>
            <a:endParaRPr lang="zh-CN" altLang="en-US"/>
          </a:p>
        </p:txBody>
      </p:sp>
      <p:sp>
        <p:nvSpPr>
          <p:cNvPr id="436" name="textbox 436"/>
          <p:cNvSpPr/>
          <p:nvPr/>
        </p:nvSpPr>
        <p:spPr>
          <a:xfrm>
            <a:off x="1718767" y="2320773"/>
            <a:ext cx="334009" cy="24447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0000"/>
              </a:lnSpc>
            </a:pPr>
            <a:r>
              <a:rPr sz="1800" kern="0" spc="-20" dirty="0">
                <a:solidFill>
                  <a:srgbClr val="000000">
                    <a:alpha val="100000"/>
                  </a:srgbClr>
                </a:solidFill>
                <a:latin typeface="Arial" panose="020B0604020202020204"/>
                <a:ea typeface="Arial" panose="020B0604020202020204"/>
                <a:cs typeface="Arial" panose="020B0604020202020204"/>
              </a:rPr>
              <a:t>0.3</a:t>
            </a:r>
            <a:endParaRPr sz="1800" dirty="0">
              <a:latin typeface="Arial" panose="020B0604020202020204"/>
              <a:ea typeface="Arial" panose="020B0604020202020204"/>
              <a:cs typeface="Arial" panose="020B0604020202020204"/>
            </a:endParaRPr>
          </a:p>
        </p:txBody>
      </p:sp>
      <p:sp>
        <p:nvSpPr>
          <p:cNvPr id="438" name="textbox 438"/>
          <p:cNvSpPr/>
          <p:nvPr/>
        </p:nvSpPr>
        <p:spPr>
          <a:xfrm>
            <a:off x="1836623" y="1526768"/>
            <a:ext cx="334009" cy="24447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80000"/>
              </a:lnSpc>
            </a:pPr>
            <a:r>
              <a:rPr sz="1800" kern="0" spc="-20" dirty="0">
                <a:solidFill>
                  <a:srgbClr val="000000">
                    <a:alpha val="100000"/>
                  </a:srgbClr>
                </a:solidFill>
                <a:latin typeface="Arial" panose="020B0604020202020204"/>
                <a:ea typeface="Arial" panose="020B0604020202020204"/>
                <a:cs typeface="Arial" panose="020B0604020202020204"/>
              </a:rPr>
              <a:t>0.2</a:t>
            </a:r>
            <a:endParaRPr sz="1800" dirty="0">
              <a:latin typeface="Arial" panose="020B0604020202020204"/>
              <a:ea typeface="Arial" panose="020B0604020202020204"/>
              <a:cs typeface="Arial" panose="020B0604020202020204"/>
            </a:endParaRPr>
          </a:p>
        </p:txBody>
      </p:sp>
      <p:sp>
        <p:nvSpPr>
          <p:cNvPr id="440" name="path 440"/>
          <p:cNvSpPr/>
          <p:nvPr/>
        </p:nvSpPr>
        <p:spPr>
          <a:xfrm>
            <a:off x="6341363" y="2049017"/>
            <a:ext cx="38100" cy="361696"/>
          </a:xfrm>
          <a:custGeom>
            <a:avLst/>
            <a:gdLst/>
            <a:ahLst/>
            <a:cxnLst/>
            <a:rect l="0" t="0" r="0" b="0"/>
            <a:pathLst>
              <a:path w="60" h="569">
                <a:moveTo>
                  <a:pt x="30" y="0"/>
                </a:moveTo>
                <a:lnTo>
                  <a:pt x="30" y="569"/>
                </a:lnTo>
              </a:path>
            </a:pathLst>
          </a:custGeom>
          <a:noFill/>
          <a:ln w="38100" cap="flat">
            <a:solidFill>
              <a:srgbClr val="F26E61"/>
            </a:solidFill>
            <a:prstDash val="solid"/>
            <a:miter lim="1000000"/>
          </a:ln>
        </p:spPr>
        <p:txBody>
          <a:bodyPr rtlCol="0"/>
          <a:lstStyle/>
          <a:p>
            <a:pPr algn="ctr"/>
            <a:endParaRPr lang="zh-CN" altLang="en-US"/>
          </a:p>
        </p:txBody>
      </p:sp>
      <p:sp>
        <p:nvSpPr>
          <p:cNvPr id="442" name="path 442"/>
          <p:cNvSpPr/>
          <p:nvPr/>
        </p:nvSpPr>
        <p:spPr>
          <a:xfrm>
            <a:off x="7149084" y="2049017"/>
            <a:ext cx="38100" cy="361696"/>
          </a:xfrm>
          <a:custGeom>
            <a:avLst/>
            <a:gdLst/>
            <a:ahLst/>
            <a:cxnLst/>
            <a:rect l="0" t="0" r="0" b="0"/>
            <a:pathLst>
              <a:path w="60" h="569">
                <a:moveTo>
                  <a:pt x="30" y="0"/>
                </a:moveTo>
                <a:lnTo>
                  <a:pt x="30" y="569"/>
                </a:lnTo>
              </a:path>
            </a:pathLst>
          </a:custGeom>
          <a:noFill/>
          <a:ln w="38100" cap="flat">
            <a:solidFill>
              <a:srgbClr val="F26E61"/>
            </a:solidFill>
            <a:prstDash val="solid"/>
            <a:miter lim="1000000"/>
          </a:ln>
        </p:spPr>
        <p:txBody>
          <a:bodyPr rtlCol="0"/>
          <a:lstStyle/>
          <a:p>
            <a:pPr algn="ctr"/>
            <a:endParaRPr lang="zh-CN" altLang="en-US"/>
          </a:p>
        </p:txBody>
      </p:sp>
      <p:sp>
        <p:nvSpPr>
          <p:cNvPr id="444" name="path 444"/>
          <p:cNvSpPr/>
          <p:nvPr/>
        </p:nvSpPr>
        <p:spPr>
          <a:xfrm>
            <a:off x="7598664" y="2049017"/>
            <a:ext cx="38100" cy="361696"/>
          </a:xfrm>
          <a:custGeom>
            <a:avLst/>
            <a:gdLst/>
            <a:ahLst/>
            <a:cxnLst/>
            <a:rect l="0" t="0" r="0" b="0"/>
            <a:pathLst>
              <a:path w="60" h="569">
                <a:moveTo>
                  <a:pt x="30" y="0"/>
                </a:moveTo>
                <a:lnTo>
                  <a:pt x="30" y="569"/>
                </a:lnTo>
              </a:path>
            </a:pathLst>
          </a:custGeom>
          <a:noFill/>
          <a:ln w="38100" cap="flat">
            <a:solidFill>
              <a:srgbClr val="F26E61"/>
            </a:solidFill>
            <a:prstDash val="solid"/>
            <a:miter lim="1000000"/>
          </a:ln>
        </p:spPr>
        <p:txBody>
          <a:bodyPr rtlCol="0"/>
          <a:lstStyle/>
          <a:p>
            <a:pPr algn="ctr"/>
            <a:endParaRPr lang="zh-CN" altLang="en-US"/>
          </a:p>
        </p:txBody>
      </p:sp>
      <p:sp>
        <p:nvSpPr>
          <p:cNvPr id="446" name="path 446"/>
          <p:cNvSpPr/>
          <p:nvPr/>
        </p:nvSpPr>
        <p:spPr>
          <a:xfrm>
            <a:off x="9019031" y="2068829"/>
            <a:ext cx="38100" cy="361696"/>
          </a:xfrm>
          <a:custGeom>
            <a:avLst/>
            <a:gdLst/>
            <a:ahLst/>
            <a:cxnLst/>
            <a:rect l="0" t="0" r="0" b="0"/>
            <a:pathLst>
              <a:path w="60" h="569">
                <a:moveTo>
                  <a:pt x="30" y="0"/>
                </a:moveTo>
                <a:lnTo>
                  <a:pt x="30" y="569"/>
                </a:lnTo>
              </a:path>
            </a:pathLst>
          </a:custGeom>
          <a:noFill/>
          <a:ln w="38100" cap="flat">
            <a:solidFill>
              <a:srgbClr val="F26E61"/>
            </a:solidFill>
            <a:prstDash val="solid"/>
            <a:miter lim="1000000"/>
          </a:ln>
        </p:spPr>
        <p:txBody>
          <a:bodyPr rtlCol="0"/>
          <a:lstStyle/>
          <a:p>
            <a:pPr algn="ctr"/>
            <a:endParaRPr lang="zh-CN" altLang="en-US"/>
          </a:p>
        </p:txBody>
      </p:sp>
      <p:sp>
        <p:nvSpPr>
          <p:cNvPr id="448" name="path 448"/>
          <p:cNvSpPr/>
          <p:nvPr/>
        </p:nvSpPr>
        <p:spPr>
          <a:xfrm>
            <a:off x="10067544" y="2099309"/>
            <a:ext cx="38100" cy="361696"/>
          </a:xfrm>
          <a:custGeom>
            <a:avLst/>
            <a:gdLst/>
            <a:ahLst/>
            <a:cxnLst/>
            <a:rect l="0" t="0" r="0" b="0"/>
            <a:pathLst>
              <a:path w="60" h="569">
                <a:moveTo>
                  <a:pt x="30" y="0"/>
                </a:moveTo>
                <a:lnTo>
                  <a:pt x="30" y="569"/>
                </a:lnTo>
              </a:path>
            </a:pathLst>
          </a:custGeom>
          <a:noFill/>
          <a:ln w="38100" cap="flat">
            <a:solidFill>
              <a:srgbClr val="F26E61"/>
            </a:solidFill>
            <a:prstDash val="solid"/>
            <a:miter lim="1000000"/>
          </a:ln>
        </p:spPr>
        <p:txBody>
          <a:bodyPr rtlCol="0"/>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 name="textbox 470"/>
          <p:cNvSpPr/>
          <p:nvPr/>
        </p:nvSpPr>
        <p:spPr>
          <a:xfrm>
            <a:off x="763835" y="1479010"/>
            <a:ext cx="5440045" cy="305816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2340"/>
              </a:lnSpc>
            </a:pPr>
            <a:r>
              <a:rPr sz="1800" kern="0" spc="-120" dirty="0">
                <a:solidFill>
                  <a:srgbClr val="5F7797">
                    <a:alpha val="100000"/>
                  </a:srgbClr>
                </a:solidFill>
                <a:latin typeface="微软雅黑" panose="020B0503020204020204" charset="-122"/>
                <a:ea typeface="微软雅黑" panose="020B0503020204020204" charset="-122"/>
                <a:cs typeface="微软雅黑" panose="020B0503020204020204" charset="-122"/>
              </a:rPr>
              <a:t>优点：</a:t>
            </a:r>
            <a:endParaRPr sz="1800" dirty="0">
              <a:latin typeface="微软雅黑" panose="020B0503020204020204" charset="-122"/>
              <a:ea typeface="微软雅黑" panose="020B0503020204020204" charset="-122"/>
              <a:cs typeface="微软雅黑" panose="020B0503020204020204" charset="-122"/>
            </a:endParaRPr>
          </a:p>
          <a:p>
            <a:pPr marL="38735" algn="l" rtl="0" eaLnBrk="0">
              <a:lnSpc>
                <a:spcPct val="95000"/>
              </a:lnSpc>
              <a:spcBef>
                <a:spcPts val="1255"/>
              </a:spcBef>
            </a:pPr>
            <a:r>
              <a:rPr sz="2000" kern="0" spc="-20" dirty="0">
                <a:solidFill>
                  <a:srgbClr val="5F7797">
                    <a:alpha val="100000"/>
                  </a:srgbClr>
                </a:solidFill>
                <a:latin typeface="Times New Roman" panose="02020603050405020304"/>
                <a:ea typeface="Times New Roman" panose="02020603050405020304"/>
                <a:cs typeface="Times New Roman" panose="02020603050405020304"/>
              </a:rPr>
              <a:t>1</a:t>
            </a: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）参数少，理论优势</a:t>
            </a: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a:p>
            <a:pPr marL="13970" algn="l" rtl="0" eaLnBrk="0">
              <a:lnSpc>
                <a:spcPct val="95000"/>
              </a:lnSpc>
              <a:spcBef>
                <a:spcPts val="1320"/>
              </a:spcBef>
            </a:pPr>
            <a:r>
              <a:rPr sz="2000" kern="0" spc="-40" dirty="0">
                <a:solidFill>
                  <a:srgbClr val="5F7797">
                    <a:alpha val="100000"/>
                  </a:srgbClr>
                </a:solidFill>
                <a:latin typeface="Times New Roman" panose="02020603050405020304"/>
                <a:ea typeface="Times New Roman" panose="02020603050405020304"/>
                <a:cs typeface="Times New Roman" panose="02020603050405020304"/>
              </a:rPr>
              <a:t>2</a:t>
            </a:r>
            <a:r>
              <a:rPr sz="2000" kern="0" spc="-40" dirty="0">
                <a:solidFill>
                  <a:srgbClr val="5F7797">
                    <a:alpha val="100000"/>
                  </a:srgbClr>
                </a:solidFill>
                <a:latin typeface="微软雅黑" panose="020B0503020204020204" charset="-122"/>
                <a:ea typeface="微软雅黑" panose="020B0503020204020204" charset="-122"/>
                <a:cs typeface="微软雅黑" panose="020B0503020204020204" charset="-122"/>
              </a:rPr>
              <a:t>）变异机制赋予了群体跳出局部极</a:t>
            </a:r>
            <a:r>
              <a:rPr sz="2000" kern="0" spc="-50" dirty="0">
                <a:solidFill>
                  <a:srgbClr val="5F7797">
                    <a:alpha val="100000"/>
                  </a:srgbClr>
                </a:solidFill>
                <a:latin typeface="微软雅黑" panose="020B0503020204020204" charset="-122"/>
                <a:ea typeface="微软雅黑" panose="020B0503020204020204" charset="-122"/>
                <a:cs typeface="微软雅黑" panose="020B0503020204020204" charset="-122"/>
              </a:rPr>
              <a:t>值的能力等。</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marL="12700" algn="l" rtl="0" eaLnBrk="0">
              <a:lnSpc>
                <a:spcPts val="2320"/>
              </a:lnSpc>
              <a:spcBef>
                <a:spcPts val="540"/>
              </a:spcBef>
            </a:pPr>
            <a:r>
              <a:rPr sz="1800" kern="0" spc="-120" dirty="0">
                <a:solidFill>
                  <a:srgbClr val="5F7797">
                    <a:alpha val="100000"/>
                  </a:srgbClr>
                </a:solidFill>
                <a:latin typeface="微软雅黑" panose="020B0503020204020204" charset="-122"/>
                <a:ea typeface="微软雅黑" panose="020B0503020204020204" charset="-122"/>
                <a:cs typeface="微软雅黑" panose="020B0503020204020204" charset="-122"/>
              </a:rPr>
              <a:t>缺点：</a:t>
            </a:r>
            <a:endParaRPr sz="1800" dirty="0">
              <a:latin typeface="微软雅黑" panose="020B0503020204020204" charset="-122"/>
              <a:ea typeface="微软雅黑" panose="020B0503020204020204" charset="-122"/>
              <a:cs typeface="微软雅黑" panose="020B0503020204020204" charset="-122"/>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38735" algn="l" rtl="0" eaLnBrk="0">
              <a:lnSpc>
                <a:spcPct val="95000"/>
              </a:lnSpc>
            </a:pPr>
            <a:r>
              <a:rPr sz="2000" kern="0" spc="-40" dirty="0">
                <a:solidFill>
                  <a:srgbClr val="5F7797">
                    <a:alpha val="100000"/>
                  </a:srgbClr>
                </a:solidFill>
                <a:latin typeface="Times New Roman" panose="02020603050405020304"/>
                <a:ea typeface="Times New Roman" panose="02020603050405020304"/>
                <a:cs typeface="Times New Roman" panose="02020603050405020304"/>
              </a:rPr>
              <a:t>1</a:t>
            </a:r>
            <a:r>
              <a:rPr sz="2000" kern="0" spc="-40" dirty="0">
                <a:solidFill>
                  <a:srgbClr val="5F7797">
                    <a:alpha val="100000"/>
                  </a:srgbClr>
                </a:solidFill>
                <a:latin typeface="微软雅黑" panose="020B0503020204020204" charset="-122"/>
                <a:ea typeface="微软雅黑" panose="020B0503020204020204" charset="-122"/>
                <a:cs typeface="微软雅黑" panose="020B0503020204020204" charset="-122"/>
              </a:rPr>
              <a:t>）容易陷入局部最优、算法实现</a:t>
            </a:r>
            <a:r>
              <a:rPr sz="2000" kern="0" spc="-50" dirty="0">
                <a:solidFill>
                  <a:srgbClr val="5F7797">
                    <a:alpha val="100000"/>
                  </a:srgbClr>
                </a:solidFill>
                <a:latin typeface="微软雅黑" panose="020B0503020204020204" charset="-122"/>
                <a:ea typeface="微软雅黑" panose="020B0503020204020204" charset="-122"/>
                <a:cs typeface="微软雅黑" panose="020B0503020204020204" charset="-122"/>
              </a:rPr>
              <a:t>较为繁琐等。</a:t>
            </a:r>
            <a:endParaRPr sz="2000" dirty="0">
              <a:latin typeface="微软雅黑" panose="020B0503020204020204" charset="-122"/>
              <a:ea typeface="微软雅黑" panose="020B0503020204020204" charset="-122"/>
              <a:cs typeface="微软雅黑" panose="020B0503020204020204" charset="-122"/>
            </a:endParaRPr>
          </a:p>
        </p:txBody>
      </p:sp>
      <p:sp>
        <p:nvSpPr>
          <p:cNvPr id="472" name="textbox 472"/>
          <p:cNvSpPr/>
          <p:nvPr/>
        </p:nvSpPr>
        <p:spPr>
          <a:xfrm>
            <a:off x="276402" y="178383"/>
            <a:ext cx="6913880" cy="91693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5000"/>
              </a:lnSpc>
            </a:pPr>
            <a:endParaRPr sz="16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algn="r" rtl="0" eaLnBrk="0">
              <a:lnSpc>
                <a:spcPct val="97000"/>
              </a:lnSpc>
            </a:pPr>
            <a:r>
              <a:rPr sz="3000" b="1" kern="0" spc="-20" dirty="0">
                <a:solidFill>
                  <a:srgbClr val="5F7797">
                    <a:alpha val="100000"/>
                  </a:srgbClr>
                </a:solidFill>
                <a:latin typeface="Arial" panose="020B0604020202020204"/>
                <a:ea typeface="Arial" panose="020B0604020202020204"/>
                <a:cs typeface="Arial" panose="020B0604020202020204"/>
              </a:rPr>
              <a:t>3.1 </a:t>
            </a:r>
            <a:r>
              <a:rPr sz="3000" b="1"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算法分析</a:t>
            </a:r>
            <a:endParaRPr sz="3000" dirty="0">
              <a:latin typeface="微软雅黑" panose="020B0503020204020204" charset="-122"/>
              <a:ea typeface="微软雅黑" panose="020B0503020204020204" charset="-122"/>
              <a:cs typeface="微软雅黑" panose="020B0503020204020204" charset="-122"/>
            </a:endParaRPr>
          </a:p>
        </p:txBody>
      </p:sp>
      <p:grpSp>
        <p:nvGrpSpPr>
          <p:cNvPr id="44" name="group 44"/>
          <p:cNvGrpSpPr/>
          <p:nvPr/>
        </p:nvGrpSpPr>
        <p:grpSpPr>
          <a:xfrm rot="21600000">
            <a:off x="11045006" y="6024838"/>
            <a:ext cx="921774" cy="822622"/>
            <a:chOff x="0" y="0"/>
            <a:chExt cx="921774" cy="822622"/>
          </a:xfrm>
        </p:grpSpPr>
        <p:pic>
          <p:nvPicPr>
            <p:cNvPr id="474" name="picture 474"/>
            <p:cNvPicPr>
              <a:picLocks noChangeAspect="1"/>
            </p:cNvPicPr>
            <p:nvPr/>
          </p:nvPicPr>
          <p:blipFill>
            <a:blip r:embed="rId3"/>
            <a:stretch>
              <a:fillRect/>
            </a:stretch>
          </p:blipFill>
          <p:spPr>
            <a:xfrm rot="21600000">
              <a:off x="0" y="0"/>
              <a:ext cx="921774" cy="822622"/>
            </a:xfrm>
            <a:prstGeom prst="rect">
              <a:avLst/>
            </a:prstGeom>
          </p:spPr>
        </p:pic>
        <p:sp>
          <p:nvSpPr>
            <p:cNvPr id="476" name="textbox 476"/>
            <p:cNvSpPr/>
            <p:nvPr/>
          </p:nvSpPr>
          <p:spPr>
            <a:xfrm>
              <a:off x="-12700" y="-12700"/>
              <a:ext cx="947419" cy="906144"/>
            </a:xfrm>
            <a:prstGeom prst="rect">
              <a:avLst/>
            </a:prstGeom>
            <a:noFill/>
            <a:ln w="0" cap="flat">
              <a:no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377190" algn="l" rtl="0" eaLnBrk="0">
                <a:lnSpc>
                  <a:spcPct val="80000"/>
                </a:lnSpc>
                <a:spcBef>
                  <a:spcPts val="5"/>
                </a:spcBef>
              </a:pPr>
              <a:r>
                <a:rPr sz="2000" b="1" kern="0" spc="-90" dirty="0">
                  <a:solidFill>
                    <a:srgbClr val="5F7797">
                      <a:alpha val="100000"/>
                    </a:srgbClr>
                  </a:solidFill>
                  <a:latin typeface="Arial" panose="020B0604020202020204"/>
                  <a:ea typeface="Arial" panose="020B0604020202020204"/>
                  <a:cs typeface="Arial" panose="020B0604020202020204"/>
                </a:rPr>
                <a:t>18</a:t>
              </a:r>
              <a:endParaRPr sz="2000" dirty="0">
                <a:latin typeface="Arial" panose="020B0604020202020204"/>
                <a:ea typeface="Arial" panose="020B0604020202020204"/>
                <a:cs typeface="Arial" panose="020B0604020202020204"/>
              </a:endParaRPr>
            </a:p>
          </p:txBody>
        </p:sp>
      </p:grpSp>
      <p:sp>
        <p:nvSpPr>
          <p:cNvPr id="478" name="path 478"/>
          <p:cNvSpPr/>
          <p:nvPr/>
        </p:nvSpPr>
        <p:spPr>
          <a:xfrm>
            <a:off x="4870703" y="1118616"/>
            <a:ext cx="2450592" cy="85343"/>
          </a:xfrm>
          <a:custGeom>
            <a:avLst/>
            <a:gdLst/>
            <a:ahLst/>
            <a:cxnLst/>
            <a:rect l="0" t="0" r="0" b="0"/>
            <a:pathLst>
              <a:path w="3859" h="134">
                <a:moveTo>
                  <a:pt x="102" y="23"/>
                </a:moveTo>
                <a:cubicBezTo>
                  <a:pt x="113" y="26"/>
                  <a:pt x="124" y="19"/>
                  <a:pt x="135" y="22"/>
                </a:cubicBezTo>
                <a:cubicBezTo>
                  <a:pt x="129" y="23"/>
                  <a:pt x="135" y="25"/>
                  <a:pt x="129" y="26"/>
                </a:cubicBezTo>
                <a:cubicBezTo>
                  <a:pt x="102" y="23"/>
                  <a:pt x="102" y="31"/>
                  <a:pt x="75" y="32"/>
                </a:cubicBezTo>
                <a:cubicBezTo>
                  <a:pt x="86" y="36"/>
                  <a:pt x="107" y="31"/>
                  <a:pt x="107" y="39"/>
                </a:cubicBezTo>
                <a:cubicBezTo>
                  <a:pt x="145" y="35"/>
                  <a:pt x="156" y="18"/>
                  <a:pt x="183" y="22"/>
                </a:cubicBezTo>
                <a:cubicBezTo>
                  <a:pt x="178" y="23"/>
                  <a:pt x="189" y="26"/>
                  <a:pt x="183" y="28"/>
                </a:cubicBezTo>
                <a:cubicBezTo>
                  <a:pt x="167" y="32"/>
                  <a:pt x="151" y="36"/>
                  <a:pt x="172" y="40"/>
                </a:cubicBezTo>
                <a:cubicBezTo>
                  <a:pt x="183" y="39"/>
                  <a:pt x="189" y="36"/>
                  <a:pt x="199" y="35"/>
                </a:cubicBezTo>
                <a:cubicBezTo>
                  <a:pt x="194" y="28"/>
                  <a:pt x="189" y="22"/>
                  <a:pt x="205" y="16"/>
                </a:cubicBezTo>
                <a:cubicBezTo>
                  <a:pt x="210" y="23"/>
                  <a:pt x="215" y="23"/>
                  <a:pt x="237" y="31"/>
                </a:cubicBezTo>
                <a:cubicBezTo>
                  <a:pt x="215" y="36"/>
                  <a:pt x="205" y="36"/>
                  <a:pt x="199" y="45"/>
                </a:cubicBezTo>
                <a:cubicBezTo>
                  <a:pt x="183" y="38"/>
                  <a:pt x="183" y="46"/>
                  <a:pt x="183" y="49"/>
                </a:cubicBezTo>
                <a:cubicBezTo>
                  <a:pt x="178" y="46"/>
                  <a:pt x="172" y="45"/>
                  <a:pt x="167" y="43"/>
                </a:cubicBezTo>
                <a:cubicBezTo>
                  <a:pt x="135" y="52"/>
                  <a:pt x="162" y="59"/>
                  <a:pt x="135" y="64"/>
                </a:cubicBezTo>
                <a:cubicBezTo>
                  <a:pt x="140" y="63"/>
                  <a:pt x="151" y="63"/>
                  <a:pt x="162" y="63"/>
                </a:cubicBezTo>
                <a:cubicBezTo>
                  <a:pt x="145" y="66"/>
                  <a:pt x="151" y="67"/>
                  <a:pt x="140" y="70"/>
                </a:cubicBezTo>
                <a:cubicBezTo>
                  <a:pt x="129" y="60"/>
                  <a:pt x="107" y="72"/>
                  <a:pt x="91" y="67"/>
                </a:cubicBezTo>
                <a:cubicBezTo>
                  <a:pt x="107" y="57"/>
                  <a:pt x="113" y="48"/>
                  <a:pt x="135" y="40"/>
                </a:cubicBezTo>
                <a:cubicBezTo>
                  <a:pt x="118" y="39"/>
                  <a:pt x="97" y="42"/>
                  <a:pt x="86" y="38"/>
                </a:cubicBezTo>
                <a:cubicBezTo>
                  <a:pt x="64" y="42"/>
                  <a:pt x="54" y="46"/>
                  <a:pt x="54" y="50"/>
                </a:cubicBezTo>
                <a:cubicBezTo>
                  <a:pt x="70" y="52"/>
                  <a:pt x="64" y="42"/>
                  <a:pt x="86" y="45"/>
                </a:cubicBezTo>
                <a:cubicBezTo>
                  <a:pt x="97" y="49"/>
                  <a:pt x="75" y="50"/>
                  <a:pt x="81" y="53"/>
                </a:cubicBezTo>
                <a:cubicBezTo>
                  <a:pt x="86" y="53"/>
                  <a:pt x="97" y="52"/>
                  <a:pt x="97" y="53"/>
                </a:cubicBezTo>
                <a:cubicBezTo>
                  <a:pt x="37" y="62"/>
                  <a:pt x="37" y="74"/>
                  <a:pt x="0" y="84"/>
                </a:cubicBezTo>
                <a:cubicBezTo>
                  <a:pt x="32" y="80"/>
                  <a:pt x="64" y="74"/>
                  <a:pt x="91" y="80"/>
                </a:cubicBezTo>
                <a:cubicBezTo>
                  <a:pt x="102" y="74"/>
                  <a:pt x="43" y="73"/>
                  <a:pt x="70" y="66"/>
                </a:cubicBezTo>
                <a:cubicBezTo>
                  <a:pt x="75" y="73"/>
                  <a:pt x="118" y="70"/>
                  <a:pt x="135" y="79"/>
                </a:cubicBezTo>
                <a:cubicBezTo>
                  <a:pt x="118" y="82"/>
                  <a:pt x="102" y="86"/>
                  <a:pt x="86" y="89"/>
                </a:cubicBezTo>
                <a:cubicBezTo>
                  <a:pt x="64" y="83"/>
                  <a:pt x="37" y="90"/>
                  <a:pt x="16" y="90"/>
                </a:cubicBezTo>
                <a:cubicBezTo>
                  <a:pt x="32" y="94"/>
                  <a:pt x="10" y="101"/>
                  <a:pt x="37" y="98"/>
                </a:cubicBezTo>
                <a:cubicBezTo>
                  <a:pt x="37" y="90"/>
                  <a:pt x="129" y="90"/>
                  <a:pt x="140" y="98"/>
                </a:cubicBezTo>
                <a:cubicBezTo>
                  <a:pt x="151" y="96"/>
                  <a:pt x="167" y="93"/>
                  <a:pt x="183" y="90"/>
                </a:cubicBezTo>
                <a:cubicBezTo>
                  <a:pt x="194" y="98"/>
                  <a:pt x="215" y="90"/>
                  <a:pt x="232" y="94"/>
                </a:cubicBezTo>
                <a:cubicBezTo>
                  <a:pt x="232" y="104"/>
                  <a:pt x="215" y="97"/>
                  <a:pt x="194" y="100"/>
                </a:cubicBezTo>
                <a:cubicBezTo>
                  <a:pt x="189" y="103"/>
                  <a:pt x="189" y="106"/>
                  <a:pt x="199" y="110"/>
                </a:cubicBezTo>
                <a:cubicBezTo>
                  <a:pt x="221" y="103"/>
                  <a:pt x="237" y="106"/>
                  <a:pt x="259" y="100"/>
                </a:cubicBezTo>
                <a:cubicBezTo>
                  <a:pt x="248" y="96"/>
                  <a:pt x="226" y="84"/>
                  <a:pt x="269" y="84"/>
                </a:cubicBezTo>
                <a:cubicBezTo>
                  <a:pt x="259" y="80"/>
                  <a:pt x="237" y="76"/>
                  <a:pt x="253" y="72"/>
                </a:cubicBezTo>
                <a:cubicBezTo>
                  <a:pt x="280" y="74"/>
                  <a:pt x="280" y="62"/>
                  <a:pt x="302" y="64"/>
                </a:cubicBezTo>
                <a:cubicBezTo>
                  <a:pt x="291" y="67"/>
                  <a:pt x="302" y="69"/>
                  <a:pt x="296" y="70"/>
                </a:cubicBezTo>
                <a:cubicBezTo>
                  <a:pt x="291" y="72"/>
                  <a:pt x="275" y="70"/>
                  <a:pt x="280" y="74"/>
                </a:cubicBezTo>
                <a:cubicBezTo>
                  <a:pt x="302" y="74"/>
                  <a:pt x="269" y="97"/>
                  <a:pt x="264" y="106"/>
                </a:cubicBezTo>
                <a:cubicBezTo>
                  <a:pt x="296" y="106"/>
                  <a:pt x="307" y="96"/>
                  <a:pt x="318" y="107"/>
                </a:cubicBezTo>
                <a:cubicBezTo>
                  <a:pt x="334" y="98"/>
                  <a:pt x="367" y="100"/>
                  <a:pt x="350" y="92"/>
                </a:cubicBezTo>
                <a:cubicBezTo>
                  <a:pt x="334" y="92"/>
                  <a:pt x="329" y="93"/>
                  <a:pt x="323" y="96"/>
                </a:cubicBezTo>
                <a:cubicBezTo>
                  <a:pt x="323" y="93"/>
                  <a:pt x="285" y="93"/>
                  <a:pt x="302" y="89"/>
                </a:cubicBezTo>
                <a:cubicBezTo>
                  <a:pt x="334" y="87"/>
                  <a:pt x="329" y="86"/>
                  <a:pt x="334" y="79"/>
                </a:cubicBezTo>
                <a:cubicBezTo>
                  <a:pt x="345" y="82"/>
                  <a:pt x="361" y="76"/>
                  <a:pt x="372" y="82"/>
                </a:cubicBezTo>
                <a:cubicBezTo>
                  <a:pt x="334" y="87"/>
                  <a:pt x="361" y="90"/>
                  <a:pt x="383" y="89"/>
                </a:cubicBezTo>
                <a:cubicBezTo>
                  <a:pt x="361" y="94"/>
                  <a:pt x="356" y="101"/>
                  <a:pt x="350" y="107"/>
                </a:cubicBezTo>
                <a:cubicBezTo>
                  <a:pt x="388" y="110"/>
                  <a:pt x="404" y="90"/>
                  <a:pt x="442" y="103"/>
                </a:cubicBezTo>
                <a:cubicBezTo>
                  <a:pt x="437" y="106"/>
                  <a:pt x="421" y="104"/>
                  <a:pt x="426" y="107"/>
                </a:cubicBezTo>
                <a:cubicBezTo>
                  <a:pt x="437" y="106"/>
                  <a:pt x="431" y="108"/>
                  <a:pt x="437" y="111"/>
                </a:cubicBezTo>
                <a:cubicBezTo>
                  <a:pt x="458" y="103"/>
                  <a:pt x="480" y="101"/>
                  <a:pt x="496" y="92"/>
                </a:cubicBezTo>
                <a:cubicBezTo>
                  <a:pt x="512" y="93"/>
                  <a:pt x="529" y="89"/>
                  <a:pt x="545" y="90"/>
                </a:cubicBezTo>
                <a:cubicBezTo>
                  <a:pt x="518" y="94"/>
                  <a:pt x="523" y="101"/>
                  <a:pt x="512" y="107"/>
                </a:cubicBezTo>
                <a:cubicBezTo>
                  <a:pt x="502" y="108"/>
                  <a:pt x="469" y="104"/>
                  <a:pt x="475" y="110"/>
                </a:cubicBezTo>
                <a:cubicBezTo>
                  <a:pt x="485" y="107"/>
                  <a:pt x="491" y="114"/>
                  <a:pt x="502" y="113"/>
                </a:cubicBezTo>
                <a:cubicBezTo>
                  <a:pt x="512" y="111"/>
                  <a:pt x="523" y="108"/>
                  <a:pt x="534" y="107"/>
                </a:cubicBezTo>
                <a:cubicBezTo>
                  <a:pt x="550" y="111"/>
                  <a:pt x="534" y="113"/>
                  <a:pt x="555" y="114"/>
                </a:cubicBezTo>
                <a:cubicBezTo>
                  <a:pt x="577" y="111"/>
                  <a:pt x="583" y="110"/>
                  <a:pt x="583" y="104"/>
                </a:cubicBezTo>
                <a:cubicBezTo>
                  <a:pt x="620" y="106"/>
                  <a:pt x="593" y="110"/>
                  <a:pt x="631" y="115"/>
                </a:cubicBezTo>
                <a:cubicBezTo>
                  <a:pt x="653" y="108"/>
                  <a:pt x="669" y="115"/>
                  <a:pt x="690" y="108"/>
                </a:cubicBezTo>
                <a:cubicBezTo>
                  <a:pt x="696" y="110"/>
                  <a:pt x="690" y="113"/>
                  <a:pt x="707" y="115"/>
                </a:cubicBezTo>
                <a:cubicBezTo>
                  <a:pt x="723" y="114"/>
                  <a:pt x="744" y="113"/>
                  <a:pt x="761" y="114"/>
                </a:cubicBezTo>
                <a:cubicBezTo>
                  <a:pt x="744" y="110"/>
                  <a:pt x="782" y="103"/>
                  <a:pt x="798" y="107"/>
                </a:cubicBezTo>
                <a:cubicBezTo>
                  <a:pt x="798" y="114"/>
                  <a:pt x="755" y="106"/>
                  <a:pt x="771" y="114"/>
                </a:cubicBezTo>
                <a:cubicBezTo>
                  <a:pt x="831" y="111"/>
                  <a:pt x="885" y="118"/>
                  <a:pt x="950" y="114"/>
                </a:cubicBezTo>
                <a:cubicBezTo>
                  <a:pt x="923" y="110"/>
                  <a:pt x="944" y="106"/>
                  <a:pt x="950" y="101"/>
                </a:cubicBezTo>
                <a:cubicBezTo>
                  <a:pt x="944" y="111"/>
                  <a:pt x="1009" y="127"/>
                  <a:pt x="1009" y="113"/>
                </a:cubicBezTo>
                <a:cubicBezTo>
                  <a:pt x="982" y="117"/>
                  <a:pt x="993" y="101"/>
                  <a:pt x="971" y="100"/>
                </a:cubicBezTo>
                <a:cubicBezTo>
                  <a:pt x="977" y="98"/>
                  <a:pt x="982" y="96"/>
                  <a:pt x="982" y="94"/>
                </a:cubicBezTo>
                <a:cubicBezTo>
                  <a:pt x="982" y="100"/>
                  <a:pt x="993" y="98"/>
                  <a:pt x="1009" y="100"/>
                </a:cubicBezTo>
                <a:cubicBezTo>
                  <a:pt x="977" y="106"/>
                  <a:pt x="1020" y="111"/>
                  <a:pt x="1036" y="108"/>
                </a:cubicBezTo>
                <a:cubicBezTo>
                  <a:pt x="1025" y="111"/>
                  <a:pt x="1020" y="114"/>
                  <a:pt x="1036" y="117"/>
                </a:cubicBezTo>
                <a:cubicBezTo>
                  <a:pt x="1041" y="117"/>
                  <a:pt x="1047" y="115"/>
                  <a:pt x="1052" y="117"/>
                </a:cubicBezTo>
                <a:cubicBezTo>
                  <a:pt x="1057" y="106"/>
                  <a:pt x="1101" y="107"/>
                  <a:pt x="1095" y="92"/>
                </a:cubicBezTo>
                <a:cubicBezTo>
                  <a:pt x="1095" y="93"/>
                  <a:pt x="1101" y="94"/>
                  <a:pt x="1106" y="93"/>
                </a:cubicBezTo>
                <a:cubicBezTo>
                  <a:pt x="1101" y="96"/>
                  <a:pt x="1101" y="100"/>
                  <a:pt x="1122" y="104"/>
                </a:cubicBezTo>
                <a:cubicBezTo>
                  <a:pt x="1138" y="101"/>
                  <a:pt x="1192" y="101"/>
                  <a:pt x="1176" y="108"/>
                </a:cubicBezTo>
                <a:cubicBezTo>
                  <a:pt x="1155" y="101"/>
                  <a:pt x="1127" y="110"/>
                  <a:pt x="1084" y="107"/>
                </a:cubicBezTo>
                <a:cubicBezTo>
                  <a:pt x="1074" y="110"/>
                  <a:pt x="1079" y="113"/>
                  <a:pt x="1074" y="114"/>
                </a:cubicBezTo>
                <a:cubicBezTo>
                  <a:pt x="1106" y="121"/>
                  <a:pt x="1144" y="115"/>
                  <a:pt x="1176" y="118"/>
                </a:cubicBezTo>
                <a:cubicBezTo>
                  <a:pt x="1171" y="117"/>
                  <a:pt x="1165" y="115"/>
                  <a:pt x="1176" y="113"/>
                </a:cubicBezTo>
                <a:cubicBezTo>
                  <a:pt x="1225" y="108"/>
                  <a:pt x="1214" y="128"/>
                  <a:pt x="1214" y="128"/>
                </a:cubicBezTo>
                <a:cubicBezTo>
                  <a:pt x="1230" y="124"/>
                  <a:pt x="1263" y="120"/>
                  <a:pt x="1225" y="120"/>
                </a:cubicBezTo>
                <a:cubicBezTo>
                  <a:pt x="1230" y="114"/>
                  <a:pt x="1257" y="110"/>
                  <a:pt x="1268" y="121"/>
                </a:cubicBezTo>
                <a:cubicBezTo>
                  <a:pt x="1327" y="117"/>
                  <a:pt x="1365" y="124"/>
                  <a:pt x="1419" y="115"/>
                </a:cubicBezTo>
                <a:cubicBezTo>
                  <a:pt x="1425" y="122"/>
                  <a:pt x="1473" y="121"/>
                  <a:pt x="1500" y="120"/>
                </a:cubicBezTo>
                <a:cubicBezTo>
                  <a:pt x="1505" y="111"/>
                  <a:pt x="1516" y="114"/>
                  <a:pt x="1505" y="110"/>
                </a:cubicBezTo>
                <a:cubicBezTo>
                  <a:pt x="1516" y="108"/>
                  <a:pt x="1522" y="106"/>
                  <a:pt x="1532" y="104"/>
                </a:cubicBezTo>
                <a:cubicBezTo>
                  <a:pt x="1532" y="108"/>
                  <a:pt x="1543" y="111"/>
                  <a:pt x="1559" y="107"/>
                </a:cubicBezTo>
                <a:cubicBezTo>
                  <a:pt x="1559" y="101"/>
                  <a:pt x="1549" y="104"/>
                  <a:pt x="1532" y="101"/>
                </a:cubicBezTo>
                <a:cubicBezTo>
                  <a:pt x="1543" y="98"/>
                  <a:pt x="1538" y="96"/>
                  <a:pt x="1554" y="93"/>
                </a:cubicBezTo>
                <a:cubicBezTo>
                  <a:pt x="1554" y="101"/>
                  <a:pt x="1586" y="113"/>
                  <a:pt x="1543" y="121"/>
                </a:cubicBezTo>
                <a:cubicBezTo>
                  <a:pt x="1559" y="128"/>
                  <a:pt x="1559" y="114"/>
                  <a:pt x="1575" y="124"/>
                </a:cubicBezTo>
                <a:cubicBezTo>
                  <a:pt x="1597" y="122"/>
                  <a:pt x="1597" y="114"/>
                  <a:pt x="1608" y="117"/>
                </a:cubicBezTo>
                <a:cubicBezTo>
                  <a:pt x="1619" y="128"/>
                  <a:pt x="1624" y="115"/>
                  <a:pt x="1657" y="117"/>
                </a:cubicBezTo>
                <a:cubicBezTo>
                  <a:pt x="1662" y="120"/>
                  <a:pt x="1651" y="121"/>
                  <a:pt x="1646" y="122"/>
                </a:cubicBezTo>
                <a:cubicBezTo>
                  <a:pt x="1700" y="131"/>
                  <a:pt x="1662" y="108"/>
                  <a:pt x="1705" y="104"/>
                </a:cubicBezTo>
                <a:cubicBezTo>
                  <a:pt x="1667" y="94"/>
                  <a:pt x="1667" y="121"/>
                  <a:pt x="1624" y="111"/>
                </a:cubicBezTo>
                <a:cubicBezTo>
                  <a:pt x="1667" y="113"/>
                  <a:pt x="1657" y="96"/>
                  <a:pt x="1700" y="98"/>
                </a:cubicBezTo>
                <a:cubicBezTo>
                  <a:pt x="1705" y="93"/>
                  <a:pt x="1711" y="87"/>
                  <a:pt x="1727" y="82"/>
                </a:cubicBezTo>
                <a:cubicBezTo>
                  <a:pt x="1743" y="87"/>
                  <a:pt x="1705" y="94"/>
                  <a:pt x="1743" y="93"/>
                </a:cubicBezTo>
                <a:cubicBezTo>
                  <a:pt x="1727" y="98"/>
                  <a:pt x="1716" y="93"/>
                  <a:pt x="1705" y="94"/>
                </a:cubicBezTo>
                <a:cubicBezTo>
                  <a:pt x="1748" y="106"/>
                  <a:pt x="1667" y="114"/>
                  <a:pt x="1705" y="125"/>
                </a:cubicBezTo>
                <a:cubicBezTo>
                  <a:pt x="1727" y="121"/>
                  <a:pt x="1743" y="115"/>
                  <a:pt x="1732" y="110"/>
                </a:cubicBezTo>
                <a:cubicBezTo>
                  <a:pt x="1754" y="104"/>
                  <a:pt x="1770" y="107"/>
                  <a:pt x="1786" y="108"/>
                </a:cubicBezTo>
                <a:cubicBezTo>
                  <a:pt x="1759" y="111"/>
                  <a:pt x="1781" y="115"/>
                  <a:pt x="1759" y="120"/>
                </a:cubicBezTo>
                <a:cubicBezTo>
                  <a:pt x="1754" y="117"/>
                  <a:pt x="1748" y="114"/>
                  <a:pt x="1743" y="115"/>
                </a:cubicBezTo>
                <a:cubicBezTo>
                  <a:pt x="1759" y="122"/>
                  <a:pt x="1737" y="118"/>
                  <a:pt x="1743" y="125"/>
                </a:cubicBezTo>
                <a:cubicBezTo>
                  <a:pt x="1765" y="124"/>
                  <a:pt x="1797" y="125"/>
                  <a:pt x="1802" y="121"/>
                </a:cubicBezTo>
                <a:cubicBezTo>
                  <a:pt x="1797" y="117"/>
                  <a:pt x="1786" y="118"/>
                  <a:pt x="1775" y="118"/>
                </a:cubicBezTo>
                <a:cubicBezTo>
                  <a:pt x="1808" y="118"/>
                  <a:pt x="1792" y="110"/>
                  <a:pt x="1808" y="113"/>
                </a:cubicBezTo>
                <a:cubicBezTo>
                  <a:pt x="1813" y="115"/>
                  <a:pt x="1813" y="120"/>
                  <a:pt x="1813" y="124"/>
                </a:cubicBezTo>
                <a:cubicBezTo>
                  <a:pt x="1937" y="122"/>
                  <a:pt x="2061" y="127"/>
                  <a:pt x="2185" y="124"/>
                </a:cubicBezTo>
                <a:cubicBezTo>
                  <a:pt x="2159" y="115"/>
                  <a:pt x="2202" y="111"/>
                  <a:pt x="2213" y="111"/>
                </a:cubicBezTo>
                <a:cubicBezTo>
                  <a:pt x="2218" y="118"/>
                  <a:pt x="2196" y="118"/>
                  <a:pt x="2185" y="124"/>
                </a:cubicBezTo>
                <a:cubicBezTo>
                  <a:pt x="2202" y="131"/>
                  <a:pt x="2223" y="124"/>
                  <a:pt x="2234" y="120"/>
                </a:cubicBezTo>
                <a:cubicBezTo>
                  <a:pt x="2256" y="121"/>
                  <a:pt x="2240" y="127"/>
                  <a:pt x="2261" y="120"/>
                </a:cubicBezTo>
                <a:cubicBezTo>
                  <a:pt x="2261" y="131"/>
                  <a:pt x="2310" y="120"/>
                  <a:pt x="2331" y="127"/>
                </a:cubicBezTo>
                <a:cubicBezTo>
                  <a:pt x="2331" y="125"/>
                  <a:pt x="2364" y="122"/>
                  <a:pt x="2369" y="117"/>
                </a:cubicBezTo>
                <a:cubicBezTo>
                  <a:pt x="2374" y="120"/>
                  <a:pt x="2385" y="120"/>
                  <a:pt x="2391" y="121"/>
                </a:cubicBezTo>
                <a:cubicBezTo>
                  <a:pt x="2385" y="124"/>
                  <a:pt x="2358" y="120"/>
                  <a:pt x="2364" y="125"/>
                </a:cubicBezTo>
                <a:cubicBezTo>
                  <a:pt x="2380" y="124"/>
                  <a:pt x="2369" y="128"/>
                  <a:pt x="2380" y="131"/>
                </a:cubicBezTo>
                <a:cubicBezTo>
                  <a:pt x="2417" y="124"/>
                  <a:pt x="2482" y="134"/>
                  <a:pt x="2504" y="125"/>
                </a:cubicBezTo>
                <a:cubicBezTo>
                  <a:pt x="2493" y="120"/>
                  <a:pt x="2417" y="125"/>
                  <a:pt x="2407" y="117"/>
                </a:cubicBezTo>
                <a:cubicBezTo>
                  <a:pt x="2450" y="122"/>
                  <a:pt x="2499" y="118"/>
                  <a:pt x="2547" y="117"/>
                </a:cubicBezTo>
                <a:cubicBezTo>
                  <a:pt x="2536" y="118"/>
                  <a:pt x="2531" y="120"/>
                  <a:pt x="2520" y="122"/>
                </a:cubicBezTo>
                <a:cubicBezTo>
                  <a:pt x="2531" y="125"/>
                  <a:pt x="2542" y="128"/>
                  <a:pt x="2547" y="131"/>
                </a:cubicBezTo>
                <a:cubicBezTo>
                  <a:pt x="2580" y="128"/>
                  <a:pt x="2547" y="121"/>
                  <a:pt x="2569" y="118"/>
                </a:cubicBezTo>
                <a:cubicBezTo>
                  <a:pt x="2574" y="120"/>
                  <a:pt x="2563" y="121"/>
                  <a:pt x="2574" y="124"/>
                </a:cubicBezTo>
                <a:cubicBezTo>
                  <a:pt x="2617" y="117"/>
                  <a:pt x="2585" y="101"/>
                  <a:pt x="2617" y="100"/>
                </a:cubicBezTo>
                <a:cubicBezTo>
                  <a:pt x="2601" y="107"/>
                  <a:pt x="2623" y="117"/>
                  <a:pt x="2585" y="124"/>
                </a:cubicBezTo>
                <a:cubicBezTo>
                  <a:pt x="2617" y="134"/>
                  <a:pt x="2623" y="120"/>
                  <a:pt x="2650" y="131"/>
                </a:cubicBezTo>
                <a:cubicBezTo>
                  <a:pt x="2666" y="127"/>
                  <a:pt x="2677" y="130"/>
                  <a:pt x="2693" y="124"/>
                </a:cubicBezTo>
                <a:cubicBezTo>
                  <a:pt x="2698" y="131"/>
                  <a:pt x="2758" y="134"/>
                  <a:pt x="2769" y="125"/>
                </a:cubicBezTo>
                <a:cubicBezTo>
                  <a:pt x="2790" y="130"/>
                  <a:pt x="2828" y="134"/>
                  <a:pt x="2849" y="124"/>
                </a:cubicBezTo>
                <a:cubicBezTo>
                  <a:pt x="2855" y="131"/>
                  <a:pt x="2892" y="131"/>
                  <a:pt x="2892" y="122"/>
                </a:cubicBezTo>
                <a:cubicBezTo>
                  <a:pt x="2903" y="125"/>
                  <a:pt x="2909" y="128"/>
                  <a:pt x="2909" y="130"/>
                </a:cubicBezTo>
                <a:cubicBezTo>
                  <a:pt x="2941" y="118"/>
                  <a:pt x="3065" y="128"/>
                  <a:pt x="3038" y="108"/>
                </a:cubicBezTo>
                <a:cubicBezTo>
                  <a:pt x="3049" y="107"/>
                  <a:pt x="3055" y="111"/>
                  <a:pt x="3060" y="114"/>
                </a:cubicBezTo>
                <a:cubicBezTo>
                  <a:pt x="3076" y="111"/>
                  <a:pt x="3065" y="108"/>
                  <a:pt x="3071" y="107"/>
                </a:cubicBezTo>
                <a:cubicBezTo>
                  <a:pt x="3082" y="107"/>
                  <a:pt x="3098" y="103"/>
                  <a:pt x="3109" y="107"/>
                </a:cubicBezTo>
                <a:cubicBezTo>
                  <a:pt x="3087" y="111"/>
                  <a:pt x="3076" y="114"/>
                  <a:pt x="3082" y="122"/>
                </a:cubicBezTo>
                <a:cubicBezTo>
                  <a:pt x="3060" y="121"/>
                  <a:pt x="3038" y="127"/>
                  <a:pt x="3022" y="127"/>
                </a:cubicBezTo>
                <a:cubicBezTo>
                  <a:pt x="3082" y="131"/>
                  <a:pt x="3190" y="132"/>
                  <a:pt x="3254" y="118"/>
                </a:cubicBezTo>
                <a:cubicBezTo>
                  <a:pt x="3265" y="127"/>
                  <a:pt x="3287" y="111"/>
                  <a:pt x="3303" y="115"/>
                </a:cubicBezTo>
                <a:cubicBezTo>
                  <a:pt x="3281" y="120"/>
                  <a:pt x="3260" y="124"/>
                  <a:pt x="3260" y="130"/>
                </a:cubicBezTo>
                <a:cubicBezTo>
                  <a:pt x="3270" y="128"/>
                  <a:pt x="3287" y="125"/>
                  <a:pt x="3297" y="130"/>
                </a:cubicBezTo>
                <a:cubicBezTo>
                  <a:pt x="3335" y="122"/>
                  <a:pt x="3319" y="108"/>
                  <a:pt x="3362" y="110"/>
                </a:cubicBezTo>
                <a:cubicBezTo>
                  <a:pt x="3368" y="104"/>
                  <a:pt x="3357" y="90"/>
                  <a:pt x="3400" y="90"/>
                </a:cubicBezTo>
                <a:cubicBezTo>
                  <a:pt x="3378" y="106"/>
                  <a:pt x="3405" y="115"/>
                  <a:pt x="3324" y="127"/>
                </a:cubicBezTo>
                <a:cubicBezTo>
                  <a:pt x="3362" y="134"/>
                  <a:pt x="3422" y="125"/>
                  <a:pt x="3449" y="115"/>
                </a:cubicBezTo>
                <a:cubicBezTo>
                  <a:pt x="3438" y="110"/>
                  <a:pt x="3422" y="115"/>
                  <a:pt x="3416" y="110"/>
                </a:cubicBezTo>
                <a:cubicBezTo>
                  <a:pt x="3422" y="110"/>
                  <a:pt x="3416" y="107"/>
                  <a:pt x="3422" y="107"/>
                </a:cubicBezTo>
                <a:cubicBezTo>
                  <a:pt x="3459" y="108"/>
                  <a:pt x="3513" y="107"/>
                  <a:pt x="3535" y="96"/>
                </a:cubicBezTo>
                <a:cubicBezTo>
                  <a:pt x="3557" y="100"/>
                  <a:pt x="3540" y="104"/>
                  <a:pt x="3524" y="108"/>
                </a:cubicBezTo>
                <a:cubicBezTo>
                  <a:pt x="3519" y="106"/>
                  <a:pt x="3524" y="103"/>
                  <a:pt x="3508" y="106"/>
                </a:cubicBezTo>
                <a:cubicBezTo>
                  <a:pt x="3497" y="114"/>
                  <a:pt x="3519" y="110"/>
                  <a:pt x="3535" y="114"/>
                </a:cubicBezTo>
                <a:cubicBezTo>
                  <a:pt x="3519" y="115"/>
                  <a:pt x="3508" y="122"/>
                  <a:pt x="3497" y="118"/>
                </a:cubicBezTo>
                <a:cubicBezTo>
                  <a:pt x="3481" y="115"/>
                  <a:pt x="3502" y="113"/>
                  <a:pt x="3492" y="110"/>
                </a:cubicBezTo>
                <a:cubicBezTo>
                  <a:pt x="3432" y="111"/>
                  <a:pt x="3476" y="121"/>
                  <a:pt x="3449" y="128"/>
                </a:cubicBezTo>
                <a:cubicBezTo>
                  <a:pt x="3481" y="131"/>
                  <a:pt x="3535" y="117"/>
                  <a:pt x="3557" y="110"/>
                </a:cubicBezTo>
                <a:cubicBezTo>
                  <a:pt x="3567" y="111"/>
                  <a:pt x="3573" y="110"/>
                  <a:pt x="3584" y="114"/>
                </a:cubicBezTo>
                <a:cubicBezTo>
                  <a:pt x="3600" y="103"/>
                  <a:pt x="3632" y="94"/>
                  <a:pt x="3664" y="87"/>
                </a:cubicBezTo>
                <a:cubicBezTo>
                  <a:pt x="3648" y="80"/>
                  <a:pt x="3638" y="86"/>
                  <a:pt x="3627" y="90"/>
                </a:cubicBezTo>
                <a:cubicBezTo>
                  <a:pt x="3594" y="80"/>
                  <a:pt x="3632" y="73"/>
                  <a:pt x="3664" y="70"/>
                </a:cubicBezTo>
                <a:cubicBezTo>
                  <a:pt x="3675" y="76"/>
                  <a:pt x="3632" y="73"/>
                  <a:pt x="3659" y="82"/>
                </a:cubicBezTo>
                <a:cubicBezTo>
                  <a:pt x="3670" y="79"/>
                  <a:pt x="3675" y="80"/>
                  <a:pt x="3686" y="77"/>
                </a:cubicBezTo>
                <a:cubicBezTo>
                  <a:pt x="3675" y="64"/>
                  <a:pt x="3735" y="55"/>
                  <a:pt x="3702" y="40"/>
                </a:cubicBezTo>
                <a:cubicBezTo>
                  <a:pt x="3718" y="38"/>
                  <a:pt x="3729" y="38"/>
                  <a:pt x="3735" y="42"/>
                </a:cubicBezTo>
                <a:cubicBezTo>
                  <a:pt x="3713" y="45"/>
                  <a:pt x="3740" y="49"/>
                  <a:pt x="3751" y="49"/>
                </a:cubicBezTo>
                <a:cubicBezTo>
                  <a:pt x="3735" y="52"/>
                  <a:pt x="3718" y="55"/>
                  <a:pt x="3729" y="59"/>
                </a:cubicBezTo>
                <a:cubicBezTo>
                  <a:pt x="3756" y="57"/>
                  <a:pt x="3762" y="50"/>
                  <a:pt x="3794" y="45"/>
                </a:cubicBezTo>
                <a:cubicBezTo>
                  <a:pt x="3805" y="48"/>
                  <a:pt x="3810" y="50"/>
                  <a:pt x="3821" y="50"/>
                </a:cubicBezTo>
                <a:cubicBezTo>
                  <a:pt x="3837" y="46"/>
                  <a:pt x="3853" y="49"/>
                  <a:pt x="3859" y="43"/>
                </a:cubicBezTo>
                <a:cubicBezTo>
                  <a:pt x="3848" y="35"/>
                  <a:pt x="3832" y="46"/>
                  <a:pt x="3826" y="42"/>
                </a:cubicBezTo>
                <a:cubicBezTo>
                  <a:pt x="3832" y="39"/>
                  <a:pt x="3848" y="36"/>
                  <a:pt x="3842" y="32"/>
                </a:cubicBezTo>
                <a:cubicBezTo>
                  <a:pt x="3805" y="33"/>
                  <a:pt x="3772" y="45"/>
                  <a:pt x="3740" y="43"/>
                </a:cubicBezTo>
                <a:cubicBezTo>
                  <a:pt x="3762" y="35"/>
                  <a:pt x="3718" y="36"/>
                  <a:pt x="3702" y="33"/>
                </a:cubicBezTo>
                <a:cubicBezTo>
                  <a:pt x="3708" y="32"/>
                  <a:pt x="3713" y="31"/>
                  <a:pt x="3708" y="29"/>
                </a:cubicBezTo>
                <a:cubicBezTo>
                  <a:pt x="3681" y="38"/>
                  <a:pt x="3697" y="48"/>
                  <a:pt x="3691" y="56"/>
                </a:cubicBezTo>
                <a:cubicBezTo>
                  <a:pt x="3670" y="57"/>
                  <a:pt x="3648" y="70"/>
                  <a:pt x="3616" y="60"/>
                </a:cubicBezTo>
                <a:cubicBezTo>
                  <a:pt x="3638" y="57"/>
                  <a:pt x="3616" y="53"/>
                  <a:pt x="3611" y="49"/>
                </a:cubicBezTo>
                <a:cubicBezTo>
                  <a:pt x="3578" y="56"/>
                  <a:pt x="3589" y="64"/>
                  <a:pt x="3584" y="73"/>
                </a:cubicBezTo>
                <a:cubicBezTo>
                  <a:pt x="3600" y="72"/>
                  <a:pt x="3594" y="63"/>
                  <a:pt x="3616" y="66"/>
                </a:cubicBezTo>
                <a:cubicBezTo>
                  <a:pt x="3621" y="73"/>
                  <a:pt x="3600" y="72"/>
                  <a:pt x="3578" y="77"/>
                </a:cubicBezTo>
                <a:cubicBezTo>
                  <a:pt x="3578" y="82"/>
                  <a:pt x="3611" y="79"/>
                  <a:pt x="3594" y="83"/>
                </a:cubicBezTo>
                <a:cubicBezTo>
                  <a:pt x="3540" y="90"/>
                  <a:pt x="3513" y="96"/>
                  <a:pt x="3465" y="101"/>
                </a:cubicBezTo>
                <a:cubicBezTo>
                  <a:pt x="3465" y="98"/>
                  <a:pt x="3481" y="94"/>
                  <a:pt x="3481" y="92"/>
                </a:cubicBezTo>
                <a:cubicBezTo>
                  <a:pt x="3508" y="90"/>
                  <a:pt x="3578" y="84"/>
                  <a:pt x="3573" y="79"/>
                </a:cubicBezTo>
                <a:cubicBezTo>
                  <a:pt x="3535" y="77"/>
                  <a:pt x="3530" y="83"/>
                  <a:pt x="3492" y="82"/>
                </a:cubicBezTo>
                <a:cubicBezTo>
                  <a:pt x="3508" y="73"/>
                  <a:pt x="3530" y="77"/>
                  <a:pt x="3557" y="73"/>
                </a:cubicBezTo>
                <a:cubicBezTo>
                  <a:pt x="3584" y="66"/>
                  <a:pt x="3573" y="53"/>
                  <a:pt x="3562" y="49"/>
                </a:cubicBezTo>
                <a:cubicBezTo>
                  <a:pt x="3573" y="49"/>
                  <a:pt x="3584" y="48"/>
                  <a:pt x="3600" y="45"/>
                </a:cubicBezTo>
                <a:cubicBezTo>
                  <a:pt x="3605" y="49"/>
                  <a:pt x="3616" y="49"/>
                  <a:pt x="3632" y="46"/>
                </a:cubicBezTo>
                <a:cubicBezTo>
                  <a:pt x="3621" y="40"/>
                  <a:pt x="3578" y="46"/>
                  <a:pt x="3584" y="39"/>
                </a:cubicBezTo>
                <a:cubicBezTo>
                  <a:pt x="3600" y="40"/>
                  <a:pt x="3621" y="43"/>
                  <a:pt x="3638" y="42"/>
                </a:cubicBezTo>
                <a:cubicBezTo>
                  <a:pt x="3632" y="38"/>
                  <a:pt x="3627" y="33"/>
                  <a:pt x="3632" y="29"/>
                </a:cubicBezTo>
                <a:cubicBezTo>
                  <a:pt x="3611" y="36"/>
                  <a:pt x="3594" y="32"/>
                  <a:pt x="3578" y="31"/>
                </a:cubicBezTo>
                <a:cubicBezTo>
                  <a:pt x="3562" y="33"/>
                  <a:pt x="3573" y="36"/>
                  <a:pt x="3551" y="39"/>
                </a:cubicBezTo>
                <a:cubicBezTo>
                  <a:pt x="3557" y="40"/>
                  <a:pt x="3567" y="42"/>
                  <a:pt x="3573" y="42"/>
                </a:cubicBezTo>
                <a:cubicBezTo>
                  <a:pt x="3540" y="42"/>
                  <a:pt x="3562" y="50"/>
                  <a:pt x="3540" y="55"/>
                </a:cubicBezTo>
                <a:cubicBezTo>
                  <a:pt x="3519" y="46"/>
                  <a:pt x="3546" y="48"/>
                  <a:pt x="3513" y="42"/>
                </a:cubicBezTo>
                <a:cubicBezTo>
                  <a:pt x="3481" y="45"/>
                  <a:pt x="3443" y="46"/>
                  <a:pt x="3432" y="35"/>
                </a:cubicBezTo>
                <a:cubicBezTo>
                  <a:pt x="3427" y="36"/>
                  <a:pt x="3416" y="36"/>
                  <a:pt x="3411" y="38"/>
                </a:cubicBezTo>
                <a:cubicBezTo>
                  <a:pt x="3405" y="43"/>
                  <a:pt x="3427" y="45"/>
                  <a:pt x="3427" y="49"/>
                </a:cubicBezTo>
                <a:cubicBezTo>
                  <a:pt x="3395" y="46"/>
                  <a:pt x="3351" y="63"/>
                  <a:pt x="3297" y="55"/>
                </a:cubicBezTo>
                <a:cubicBezTo>
                  <a:pt x="3324" y="57"/>
                  <a:pt x="3330" y="42"/>
                  <a:pt x="3362" y="45"/>
                </a:cubicBezTo>
                <a:cubicBezTo>
                  <a:pt x="3357" y="46"/>
                  <a:pt x="3346" y="48"/>
                  <a:pt x="3351" y="49"/>
                </a:cubicBezTo>
                <a:cubicBezTo>
                  <a:pt x="3362" y="48"/>
                  <a:pt x="3368" y="52"/>
                  <a:pt x="3384" y="48"/>
                </a:cubicBezTo>
                <a:cubicBezTo>
                  <a:pt x="3373" y="31"/>
                  <a:pt x="3459" y="33"/>
                  <a:pt x="3459" y="28"/>
                </a:cubicBezTo>
                <a:cubicBezTo>
                  <a:pt x="3416" y="33"/>
                  <a:pt x="3373" y="26"/>
                  <a:pt x="3330" y="31"/>
                </a:cubicBezTo>
                <a:cubicBezTo>
                  <a:pt x="3335" y="32"/>
                  <a:pt x="3324" y="33"/>
                  <a:pt x="3319" y="35"/>
                </a:cubicBezTo>
                <a:cubicBezTo>
                  <a:pt x="3324" y="38"/>
                  <a:pt x="3330" y="39"/>
                  <a:pt x="3324" y="42"/>
                </a:cubicBezTo>
                <a:cubicBezTo>
                  <a:pt x="3303" y="43"/>
                  <a:pt x="3297" y="52"/>
                  <a:pt x="3292" y="49"/>
                </a:cubicBezTo>
                <a:cubicBezTo>
                  <a:pt x="3292" y="46"/>
                  <a:pt x="3308" y="43"/>
                  <a:pt x="3292" y="40"/>
                </a:cubicBezTo>
                <a:cubicBezTo>
                  <a:pt x="3287" y="40"/>
                  <a:pt x="3281" y="43"/>
                  <a:pt x="3276" y="42"/>
                </a:cubicBezTo>
                <a:cubicBezTo>
                  <a:pt x="3254" y="46"/>
                  <a:pt x="3260" y="55"/>
                  <a:pt x="3227" y="52"/>
                </a:cubicBezTo>
                <a:cubicBezTo>
                  <a:pt x="3222" y="48"/>
                  <a:pt x="3260" y="46"/>
                  <a:pt x="3249" y="42"/>
                </a:cubicBezTo>
                <a:cubicBezTo>
                  <a:pt x="3227" y="48"/>
                  <a:pt x="3216" y="39"/>
                  <a:pt x="3200" y="45"/>
                </a:cubicBezTo>
                <a:cubicBezTo>
                  <a:pt x="3211" y="49"/>
                  <a:pt x="3222" y="52"/>
                  <a:pt x="3200" y="55"/>
                </a:cubicBezTo>
                <a:cubicBezTo>
                  <a:pt x="3206" y="42"/>
                  <a:pt x="3162" y="53"/>
                  <a:pt x="3195" y="40"/>
                </a:cubicBezTo>
                <a:cubicBezTo>
                  <a:pt x="3227" y="45"/>
                  <a:pt x="3270" y="32"/>
                  <a:pt x="3303" y="40"/>
                </a:cubicBezTo>
                <a:cubicBezTo>
                  <a:pt x="3324" y="39"/>
                  <a:pt x="3297" y="28"/>
                  <a:pt x="3292" y="31"/>
                </a:cubicBezTo>
                <a:cubicBezTo>
                  <a:pt x="3292" y="33"/>
                  <a:pt x="3254" y="33"/>
                  <a:pt x="3249" y="36"/>
                </a:cubicBezTo>
                <a:cubicBezTo>
                  <a:pt x="3238" y="33"/>
                  <a:pt x="3249" y="32"/>
                  <a:pt x="3249" y="29"/>
                </a:cubicBezTo>
                <a:cubicBezTo>
                  <a:pt x="3243" y="29"/>
                  <a:pt x="3243" y="31"/>
                  <a:pt x="3238" y="29"/>
                </a:cubicBezTo>
                <a:cubicBezTo>
                  <a:pt x="3232" y="29"/>
                  <a:pt x="3227" y="29"/>
                  <a:pt x="3222" y="29"/>
                </a:cubicBezTo>
                <a:cubicBezTo>
                  <a:pt x="3227" y="32"/>
                  <a:pt x="3243" y="35"/>
                  <a:pt x="3232" y="38"/>
                </a:cubicBezTo>
                <a:cubicBezTo>
                  <a:pt x="3227" y="35"/>
                  <a:pt x="3222" y="38"/>
                  <a:pt x="3211" y="36"/>
                </a:cubicBezTo>
                <a:cubicBezTo>
                  <a:pt x="3200" y="33"/>
                  <a:pt x="3211" y="32"/>
                  <a:pt x="3200" y="29"/>
                </a:cubicBezTo>
                <a:cubicBezTo>
                  <a:pt x="3179" y="28"/>
                  <a:pt x="3190" y="32"/>
                  <a:pt x="3168" y="35"/>
                </a:cubicBezTo>
                <a:cubicBezTo>
                  <a:pt x="3179" y="26"/>
                  <a:pt x="3076" y="29"/>
                  <a:pt x="3125" y="33"/>
                </a:cubicBezTo>
                <a:cubicBezTo>
                  <a:pt x="3119" y="35"/>
                  <a:pt x="3109" y="38"/>
                  <a:pt x="3103" y="39"/>
                </a:cubicBezTo>
                <a:cubicBezTo>
                  <a:pt x="3087" y="31"/>
                  <a:pt x="3060" y="38"/>
                  <a:pt x="3044" y="35"/>
                </a:cubicBezTo>
                <a:cubicBezTo>
                  <a:pt x="3038" y="33"/>
                  <a:pt x="3049" y="32"/>
                  <a:pt x="3044" y="29"/>
                </a:cubicBezTo>
                <a:cubicBezTo>
                  <a:pt x="3028" y="29"/>
                  <a:pt x="3011" y="36"/>
                  <a:pt x="2995" y="29"/>
                </a:cubicBezTo>
                <a:cubicBezTo>
                  <a:pt x="2974" y="31"/>
                  <a:pt x="2984" y="39"/>
                  <a:pt x="2968" y="36"/>
                </a:cubicBezTo>
                <a:cubicBezTo>
                  <a:pt x="2974" y="25"/>
                  <a:pt x="2876" y="25"/>
                  <a:pt x="2849" y="36"/>
                </a:cubicBezTo>
                <a:cubicBezTo>
                  <a:pt x="2822" y="38"/>
                  <a:pt x="2855" y="28"/>
                  <a:pt x="2833" y="31"/>
                </a:cubicBezTo>
                <a:cubicBezTo>
                  <a:pt x="2844" y="33"/>
                  <a:pt x="2806" y="36"/>
                  <a:pt x="2806" y="33"/>
                </a:cubicBezTo>
                <a:cubicBezTo>
                  <a:pt x="2812" y="31"/>
                  <a:pt x="2801" y="28"/>
                  <a:pt x="2801" y="26"/>
                </a:cubicBezTo>
                <a:cubicBezTo>
                  <a:pt x="2774" y="28"/>
                  <a:pt x="2812" y="32"/>
                  <a:pt x="2785" y="35"/>
                </a:cubicBezTo>
                <a:cubicBezTo>
                  <a:pt x="2785" y="32"/>
                  <a:pt x="2774" y="33"/>
                  <a:pt x="2774" y="32"/>
                </a:cubicBezTo>
                <a:cubicBezTo>
                  <a:pt x="2795" y="31"/>
                  <a:pt x="2774" y="22"/>
                  <a:pt x="2779" y="28"/>
                </a:cubicBezTo>
                <a:cubicBezTo>
                  <a:pt x="2763" y="29"/>
                  <a:pt x="2769" y="38"/>
                  <a:pt x="2747" y="35"/>
                </a:cubicBezTo>
                <a:cubicBezTo>
                  <a:pt x="2742" y="31"/>
                  <a:pt x="2763" y="25"/>
                  <a:pt x="2736" y="23"/>
                </a:cubicBezTo>
                <a:cubicBezTo>
                  <a:pt x="2731" y="32"/>
                  <a:pt x="2688" y="40"/>
                  <a:pt x="2671" y="32"/>
                </a:cubicBezTo>
                <a:cubicBezTo>
                  <a:pt x="2661" y="36"/>
                  <a:pt x="2661" y="48"/>
                  <a:pt x="2634" y="42"/>
                </a:cubicBezTo>
                <a:cubicBezTo>
                  <a:pt x="2644" y="40"/>
                  <a:pt x="2650" y="39"/>
                  <a:pt x="2639" y="36"/>
                </a:cubicBezTo>
                <a:cubicBezTo>
                  <a:pt x="2634" y="38"/>
                  <a:pt x="2628" y="39"/>
                  <a:pt x="2623" y="38"/>
                </a:cubicBezTo>
                <a:cubicBezTo>
                  <a:pt x="2628" y="25"/>
                  <a:pt x="2698" y="35"/>
                  <a:pt x="2698" y="23"/>
                </a:cubicBezTo>
                <a:cubicBezTo>
                  <a:pt x="2666" y="28"/>
                  <a:pt x="2639" y="22"/>
                  <a:pt x="2612" y="28"/>
                </a:cubicBezTo>
                <a:cubicBezTo>
                  <a:pt x="2601" y="29"/>
                  <a:pt x="2607" y="32"/>
                  <a:pt x="2601" y="33"/>
                </a:cubicBezTo>
                <a:cubicBezTo>
                  <a:pt x="2580" y="28"/>
                  <a:pt x="2574" y="48"/>
                  <a:pt x="2542" y="36"/>
                </a:cubicBezTo>
                <a:cubicBezTo>
                  <a:pt x="2580" y="36"/>
                  <a:pt x="2563" y="29"/>
                  <a:pt x="2601" y="26"/>
                </a:cubicBezTo>
                <a:cubicBezTo>
                  <a:pt x="2563" y="21"/>
                  <a:pt x="2525" y="28"/>
                  <a:pt x="2488" y="26"/>
                </a:cubicBezTo>
                <a:cubicBezTo>
                  <a:pt x="2499" y="33"/>
                  <a:pt x="2515" y="23"/>
                  <a:pt x="2520" y="31"/>
                </a:cubicBezTo>
                <a:cubicBezTo>
                  <a:pt x="2515" y="31"/>
                  <a:pt x="2515" y="33"/>
                  <a:pt x="2515" y="33"/>
                </a:cubicBezTo>
                <a:cubicBezTo>
                  <a:pt x="2493" y="29"/>
                  <a:pt x="2455" y="32"/>
                  <a:pt x="2472" y="22"/>
                </a:cubicBezTo>
                <a:cubicBezTo>
                  <a:pt x="2466" y="23"/>
                  <a:pt x="2461" y="23"/>
                  <a:pt x="2461" y="22"/>
                </a:cubicBezTo>
                <a:cubicBezTo>
                  <a:pt x="2450" y="23"/>
                  <a:pt x="2445" y="22"/>
                  <a:pt x="2439" y="23"/>
                </a:cubicBezTo>
                <a:cubicBezTo>
                  <a:pt x="2450" y="26"/>
                  <a:pt x="2445" y="28"/>
                  <a:pt x="2434" y="31"/>
                </a:cubicBezTo>
                <a:cubicBezTo>
                  <a:pt x="2455" y="33"/>
                  <a:pt x="2455" y="36"/>
                  <a:pt x="2428" y="42"/>
                </a:cubicBezTo>
                <a:cubicBezTo>
                  <a:pt x="2428" y="38"/>
                  <a:pt x="2423" y="36"/>
                  <a:pt x="2407" y="35"/>
                </a:cubicBezTo>
                <a:cubicBezTo>
                  <a:pt x="2434" y="33"/>
                  <a:pt x="2417" y="29"/>
                  <a:pt x="2423" y="26"/>
                </a:cubicBezTo>
                <a:cubicBezTo>
                  <a:pt x="2407" y="22"/>
                  <a:pt x="2396" y="18"/>
                  <a:pt x="2374" y="23"/>
                </a:cubicBezTo>
                <a:cubicBezTo>
                  <a:pt x="2385" y="31"/>
                  <a:pt x="2396" y="26"/>
                  <a:pt x="2407" y="28"/>
                </a:cubicBezTo>
                <a:cubicBezTo>
                  <a:pt x="2380" y="29"/>
                  <a:pt x="2417" y="33"/>
                  <a:pt x="2391" y="36"/>
                </a:cubicBezTo>
                <a:cubicBezTo>
                  <a:pt x="2391" y="32"/>
                  <a:pt x="2396" y="26"/>
                  <a:pt x="2374" y="29"/>
                </a:cubicBezTo>
                <a:cubicBezTo>
                  <a:pt x="2380" y="35"/>
                  <a:pt x="2337" y="32"/>
                  <a:pt x="2342" y="39"/>
                </a:cubicBezTo>
                <a:cubicBezTo>
                  <a:pt x="2315" y="29"/>
                  <a:pt x="2315" y="45"/>
                  <a:pt x="2294" y="39"/>
                </a:cubicBezTo>
                <a:cubicBezTo>
                  <a:pt x="2304" y="35"/>
                  <a:pt x="2283" y="31"/>
                  <a:pt x="2299" y="28"/>
                </a:cubicBezTo>
                <a:cubicBezTo>
                  <a:pt x="2294" y="31"/>
                  <a:pt x="2304" y="35"/>
                  <a:pt x="2321" y="35"/>
                </a:cubicBezTo>
                <a:cubicBezTo>
                  <a:pt x="2337" y="28"/>
                  <a:pt x="2347" y="33"/>
                  <a:pt x="2369" y="25"/>
                </a:cubicBezTo>
                <a:cubicBezTo>
                  <a:pt x="2326" y="22"/>
                  <a:pt x="2277" y="22"/>
                  <a:pt x="2250" y="26"/>
                </a:cubicBezTo>
                <a:cubicBezTo>
                  <a:pt x="2229" y="16"/>
                  <a:pt x="2142" y="16"/>
                  <a:pt x="2126" y="32"/>
                </a:cubicBezTo>
                <a:cubicBezTo>
                  <a:pt x="2126" y="23"/>
                  <a:pt x="2110" y="32"/>
                  <a:pt x="2099" y="29"/>
                </a:cubicBezTo>
                <a:cubicBezTo>
                  <a:pt x="2083" y="23"/>
                  <a:pt x="2121" y="25"/>
                  <a:pt x="2115" y="21"/>
                </a:cubicBezTo>
                <a:cubicBezTo>
                  <a:pt x="2083" y="21"/>
                  <a:pt x="2077" y="33"/>
                  <a:pt x="2045" y="31"/>
                </a:cubicBezTo>
                <a:cubicBezTo>
                  <a:pt x="2045" y="26"/>
                  <a:pt x="2067" y="28"/>
                  <a:pt x="2067" y="21"/>
                </a:cubicBezTo>
                <a:cubicBezTo>
                  <a:pt x="2056" y="23"/>
                  <a:pt x="2045" y="22"/>
                  <a:pt x="2034" y="25"/>
                </a:cubicBezTo>
                <a:cubicBezTo>
                  <a:pt x="2040" y="28"/>
                  <a:pt x="2051" y="38"/>
                  <a:pt x="2024" y="35"/>
                </a:cubicBezTo>
                <a:cubicBezTo>
                  <a:pt x="2024" y="29"/>
                  <a:pt x="2040" y="23"/>
                  <a:pt x="2018" y="18"/>
                </a:cubicBezTo>
                <a:cubicBezTo>
                  <a:pt x="1997" y="22"/>
                  <a:pt x="1986" y="18"/>
                  <a:pt x="1964" y="21"/>
                </a:cubicBezTo>
                <a:cubicBezTo>
                  <a:pt x="1975" y="29"/>
                  <a:pt x="2018" y="19"/>
                  <a:pt x="2007" y="28"/>
                </a:cubicBezTo>
                <a:cubicBezTo>
                  <a:pt x="1997" y="26"/>
                  <a:pt x="1927" y="32"/>
                  <a:pt x="1970" y="32"/>
                </a:cubicBezTo>
                <a:cubicBezTo>
                  <a:pt x="1948" y="35"/>
                  <a:pt x="1953" y="45"/>
                  <a:pt x="1927" y="40"/>
                </a:cubicBezTo>
                <a:cubicBezTo>
                  <a:pt x="1959" y="35"/>
                  <a:pt x="1905" y="28"/>
                  <a:pt x="1959" y="22"/>
                </a:cubicBezTo>
                <a:cubicBezTo>
                  <a:pt x="1932" y="16"/>
                  <a:pt x="1900" y="21"/>
                  <a:pt x="1867" y="21"/>
                </a:cubicBezTo>
                <a:cubicBezTo>
                  <a:pt x="1883" y="26"/>
                  <a:pt x="1900" y="25"/>
                  <a:pt x="1921" y="28"/>
                </a:cubicBezTo>
                <a:cubicBezTo>
                  <a:pt x="1900" y="28"/>
                  <a:pt x="1910" y="29"/>
                  <a:pt x="1894" y="33"/>
                </a:cubicBezTo>
                <a:cubicBezTo>
                  <a:pt x="1900" y="23"/>
                  <a:pt x="1873" y="35"/>
                  <a:pt x="1862" y="32"/>
                </a:cubicBezTo>
                <a:cubicBezTo>
                  <a:pt x="1840" y="26"/>
                  <a:pt x="1867" y="23"/>
                  <a:pt x="1851" y="19"/>
                </a:cubicBezTo>
                <a:cubicBezTo>
                  <a:pt x="1824" y="18"/>
                  <a:pt x="1829" y="28"/>
                  <a:pt x="1802" y="26"/>
                </a:cubicBezTo>
                <a:cubicBezTo>
                  <a:pt x="1797" y="23"/>
                  <a:pt x="1808" y="21"/>
                  <a:pt x="1802" y="18"/>
                </a:cubicBezTo>
                <a:cubicBezTo>
                  <a:pt x="1786" y="26"/>
                  <a:pt x="1759" y="26"/>
                  <a:pt x="1748" y="16"/>
                </a:cubicBezTo>
                <a:cubicBezTo>
                  <a:pt x="1711" y="21"/>
                  <a:pt x="1711" y="16"/>
                  <a:pt x="1678" y="26"/>
                </a:cubicBezTo>
                <a:cubicBezTo>
                  <a:pt x="1678" y="21"/>
                  <a:pt x="1640" y="19"/>
                  <a:pt x="1624" y="16"/>
                </a:cubicBezTo>
                <a:cubicBezTo>
                  <a:pt x="1592" y="22"/>
                  <a:pt x="1597" y="26"/>
                  <a:pt x="1575" y="26"/>
                </a:cubicBezTo>
                <a:cubicBezTo>
                  <a:pt x="1603" y="21"/>
                  <a:pt x="1549" y="19"/>
                  <a:pt x="1559" y="15"/>
                </a:cubicBezTo>
                <a:cubicBezTo>
                  <a:pt x="1532" y="18"/>
                  <a:pt x="1511" y="23"/>
                  <a:pt x="1489" y="15"/>
                </a:cubicBezTo>
                <a:cubicBezTo>
                  <a:pt x="1468" y="21"/>
                  <a:pt x="1441" y="25"/>
                  <a:pt x="1419" y="18"/>
                </a:cubicBezTo>
                <a:cubicBezTo>
                  <a:pt x="1403" y="21"/>
                  <a:pt x="1392" y="23"/>
                  <a:pt x="1376" y="26"/>
                </a:cubicBezTo>
                <a:cubicBezTo>
                  <a:pt x="1365" y="19"/>
                  <a:pt x="1344" y="25"/>
                  <a:pt x="1333" y="21"/>
                </a:cubicBezTo>
                <a:cubicBezTo>
                  <a:pt x="1349" y="18"/>
                  <a:pt x="1381" y="22"/>
                  <a:pt x="1371" y="15"/>
                </a:cubicBezTo>
                <a:cubicBezTo>
                  <a:pt x="1333" y="14"/>
                  <a:pt x="1290" y="23"/>
                  <a:pt x="1252" y="14"/>
                </a:cubicBezTo>
                <a:cubicBezTo>
                  <a:pt x="1225" y="21"/>
                  <a:pt x="1214" y="25"/>
                  <a:pt x="1187" y="19"/>
                </a:cubicBezTo>
                <a:cubicBezTo>
                  <a:pt x="1203" y="18"/>
                  <a:pt x="1235" y="18"/>
                  <a:pt x="1225" y="11"/>
                </a:cubicBezTo>
                <a:cubicBezTo>
                  <a:pt x="1209" y="14"/>
                  <a:pt x="1187" y="12"/>
                  <a:pt x="1171" y="15"/>
                </a:cubicBezTo>
                <a:cubicBezTo>
                  <a:pt x="1171" y="23"/>
                  <a:pt x="1192" y="25"/>
                  <a:pt x="1198" y="28"/>
                </a:cubicBezTo>
                <a:cubicBezTo>
                  <a:pt x="1176" y="23"/>
                  <a:pt x="1149" y="32"/>
                  <a:pt x="1133" y="25"/>
                </a:cubicBezTo>
                <a:cubicBezTo>
                  <a:pt x="1144" y="23"/>
                  <a:pt x="1155" y="26"/>
                  <a:pt x="1171" y="22"/>
                </a:cubicBezTo>
                <a:cubicBezTo>
                  <a:pt x="1149" y="16"/>
                  <a:pt x="1155" y="14"/>
                  <a:pt x="1133" y="10"/>
                </a:cubicBezTo>
                <a:cubicBezTo>
                  <a:pt x="1117" y="14"/>
                  <a:pt x="1084" y="12"/>
                  <a:pt x="1052" y="14"/>
                </a:cubicBezTo>
                <a:cubicBezTo>
                  <a:pt x="1047" y="21"/>
                  <a:pt x="1031" y="28"/>
                  <a:pt x="993" y="28"/>
                </a:cubicBezTo>
                <a:cubicBezTo>
                  <a:pt x="1009" y="25"/>
                  <a:pt x="998" y="23"/>
                  <a:pt x="1014" y="23"/>
                </a:cubicBezTo>
                <a:cubicBezTo>
                  <a:pt x="1009" y="18"/>
                  <a:pt x="993" y="18"/>
                  <a:pt x="982" y="18"/>
                </a:cubicBezTo>
                <a:cubicBezTo>
                  <a:pt x="982" y="16"/>
                  <a:pt x="987" y="16"/>
                  <a:pt x="982" y="15"/>
                </a:cubicBezTo>
                <a:cubicBezTo>
                  <a:pt x="1004" y="15"/>
                  <a:pt x="1036" y="22"/>
                  <a:pt x="1041" y="12"/>
                </a:cubicBezTo>
                <a:cubicBezTo>
                  <a:pt x="1009" y="8"/>
                  <a:pt x="987" y="14"/>
                  <a:pt x="966" y="10"/>
                </a:cubicBezTo>
                <a:cubicBezTo>
                  <a:pt x="950" y="16"/>
                  <a:pt x="912" y="18"/>
                  <a:pt x="890" y="16"/>
                </a:cubicBezTo>
                <a:cubicBezTo>
                  <a:pt x="906" y="19"/>
                  <a:pt x="885" y="22"/>
                  <a:pt x="885" y="25"/>
                </a:cubicBezTo>
                <a:cubicBezTo>
                  <a:pt x="869" y="12"/>
                  <a:pt x="912" y="16"/>
                  <a:pt x="923" y="10"/>
                </a:cubicBezTo>
                <a:cubicBezTo>
                  <a:pt x="869" y="11"/>
                  <a:pt x="842" y="4"/>
                  <a:pt x="831" y="18"/>
                </a:cubicBezTo>
                <a:cubicBezTo>
                  <a:pt x="831" y="15"/>
                  <a:pt x="831" y="12"/>
                  <a:pt x="825" y="10"/>
                </a:cubicBezTo>
                <a:cubicBezTo>
                  <a:pt x="804" y="16"/>
                  <a:pt x="787" y="8"/>
                  <a:pt x="771" y="6"/>
                </a:cubicBezTo>
                <a:cubicBezTo>
                  <a:pt x="750" y="8"/>
                  <a:pt x="744" y="18"/>
                  <a:pt x="734" y="15"/>
                </a:cubicBezTo>
                <a:cubicBezTo>
                  <a:pt x="723" y="12"/>
                  <a:pt x="739" y="5"/>
                  <a:pt x="717" y="8"/>
                </a:cubicBezTo>
                <a:cubicBezTo>
                  <a:pt x="717" y="10"/>
                  <a:pt x="712" y="18"/>
                  <a:pt x="696" y="15"/>
                </a:cubicBezTo>
                <a:cubicBezTo>
                  <a:pt x="690" y="12"/>
                  <a:pt x="712" y="10"/>
                  <a:pt x="690" y="5"/>
                </a:cubicBezTo>
                <a:cubicBezTo>
                  <a:pt x="680" y="15"/>
                  <a:pt x="647" y="15"/>
                  <a:pt x="631" y="25"/>
                </a:cubicBezTo>
                <a:cubicBezTo>
                  <a:pt x="631" y="21"/>
                  <a:pt x="626" y="23"/>
                  <a:pt x="615" y="19"/>
                </a:cubicBezTo>
                <a:cubicBezTo>
                  <a:pt x="642" y="15"/>
                  <a:pt x="631" y="12"/>
                  <a:pt x="658" y="11"/>
                </a:cubicBezTo>
                <a:cubicBezTo>
                  <a:pt x="637" y="10"/>
                  <a:pt x="593" y="0"/>
                  <a:pt x="583" y="10"/>
                </a:cubicBezTo>
                <a:cubicBezTo>
                  <a:pt x="593" y="8"/>
                  <a:pt x="599" y="11"/>
                  <a:pt x="593" y="12"/>
                </a:cubicBezTo>
                <a:cubicBezTo>
                  <a:pt x="555" y="11"/>
                  <a:pt x="550" y="23"/>
                  <a:pt x="529" y="29"/>
                </a:cubicBezTo>
                <a:cubicBezTo>
                  <a:pt x="485" y="18"/>
                  <a:pt x="566" y="16"/>
                  <a:pt x="561" y="8"/>
                </a:cubicBezTo>
                <a:cubicBezTo>
                  <a:pt x="512" y="2"/>
                  <a:pt x="421" y="16"/>
                  <a:pt x="453" y="31"/>
                </a:cubicBezTo>
                <a:cubicBezTo>
                  <a:pt x="431" y="29"/>
                  <a:pt x="404" y="33"/>
                  <a:pt x="383" y="28"/>
                </a:cubicBezTo>
                <a:cubicBezTo>
                  <a:pt x="431" y="21"/>
                  <a:pt x="453" y="18"/>
                  <a:pt x="453" y="5"/>
                </a:cubicBezTo>
                <a:cubicBezTo>
                  <a:pt x="404" y="6"/>
                  <a:pt x="415" y="15"/>
                  <a:pt x="367" y="21"/>
                </a:cubicBezTo>
                <a:cubicBezTo>
                  <a:pt x="356" y="18"/>
                  <a:pt x="350" y="19"/>
                  <a:pt x="340" y="16"/>
                </a:cubicBezTo>
                <a:cubicBezTo>
                  <a:pt x="372" y="18"/>
                  <a:pt x="350" y="6"/>
                  <a:pt x="377" y="8"/>
                </a:cubicBezTo>
                <a:cubicBezTo>
                  <a:pt x="329" y="5"/>
                  <a:pt x="280" y="10"/>
                  <a:pt x="237" y="6"/>
                </a:cubicBezTo>
                <a:cubicBezTo>
                  <a:pt x="215" y="21"/>
                  <a:pt x="107" y="10"/>
                  <a:pt x="102" y="23"/>
                </a:cubicBezTo>
                <a:moveTo>
                  <a:pt x="3600" y="87"/>
                </a:moveTo>
                <a:cubicBezTo>
                  <a:pt x="3600" y="90"/>
                  <a:pt x="3600" y="92"/>
                  <a:pt x="3611" y="94"/>
                </a:cubicBezTo>
                <a:cubicBezTo>
                  <a:pt x="3600" y="94"/>
                  <a:pt x="3594" y="96"/>
                  <a:pt x="3589" y="97"/>
                </a:cubicBezTo>
                <a:cubicBezTo>
                  <a:pt x="3584" y="96"/>
                  <a:pt x="3578" y="94"/>
                  <a:pt x="3573" y="96"/>
                </a:cubicBezTo>
                <a:cubicBezTo>
                  <a:pt x="3562" y="93"/>
                  <a:pt x="3594" y="90"/>
                  <a:pt x="3600" y="87"/>
                </a:cubicBezTo>
                <a:moveTo>
                  <a:pt x="2126" y="124"/>
                </a:moveTo>
                <a:cubicBezTo>
                  <a:pt x="2115" y="118"/>
                  <a:pt x="2094" y="124"/>
                  <a:pt x="2094" y="117"/>
                </a:cubicBezTo>
                <a:cubicBezTo>
                  <a:pt x="2132" y="121"/>
                  <a:pt x="2159" y="115"/>
                  <a:pt x="2175" y="108"/>
                </a:cubicBezTo>
                <a:cubicBezTo>
                  <a:pt x="2180" y="115"/>
                  <a:pt x="2153" y="120"/>
                  <a:pt x="2126" y="124"/>
                </a:cubicBezTo>
                <a:moveTo>
                  <a:pt x="2229" y="108"/>
                </a:moveTo>
                <a:cubicBezTo>
                  <a:pt x="2223" y="103"/>
                  <a:pt x="2261" y="98"/>
                  <a:pt x="2272" y="104"/>
                </a:cubicBezTo>
                <a:cubicBezTo>
                  <a:pt x="2277" y="103"/>
                  <a:pt x="2272" y="101"/>
                  <a:pt x="2267" y="100"/>
                </a:cubicBezTo>
                <a:cubicBezTo>
                  <a:pt x="2283" y="94"/>
                  <a:pt x="2288" y="100"/>
                  <a:pt x="2304" y="97"/>
                </a:cubicBezTo>
                <a:cubicBezTo>
                  <a:pt x="2299" y="101"/>
                  <a:pt x="2277" y="103"/>
                  <a:pt x="2261" y="110"/>
                </a:cubicBezTo>
                <a:cubicBezTo>
                  <a:pt x="2250" y="108"/>
                  <a:pt x="2240" y="104"/>
                  <a:pt x="2229" y="108"/>
                </a:cubicBezTo>
                <a:moveTo>
                  <a:pt x="2299" y="93"/>
                </a:moveTo>
                <a:cubicBezTo>
                  <a:pt x="2310" y="92"/>
                  <a:pt x="2315" y="90"/>
                  <a:pt x="2326" y="89"/>
                </a:cubicBezTo>
                <a:cubicBezTo>
                  <a:pt x="2337" y="96"/>
                  <a:pt x="2304" y="94"/>
                  <a:pt x="2342" y="100"/>
                </a:cubicBezTo>
                <a:cubicBezTo>
                  <a:pt x="2342" y="100"/>
                  <a:pt x="2347" y="98"/>
                  <a:pt x="2353" y="98"/>
                </a:cubicBezTo>
                <a:cubicBezTo>
                  <a:pt x="2364" y="103"/>
                  <a:pt x="2337" y="98"/>
                  <a:pt x="2326" y="103"/>
                </a:cubicBezTo>
                <a:cubicBezTo>
                  <a:pt x="2331" y="98"/>
                  <a:pt x="2310" y="97"/>
                  <a:pt x="2315" y="103"/>
                </a:cubicBezTo>
                <a:cubicBezTo>
                  <a:pt x="2310" y="107"/>
                  <a:pt x="2310" y="96"/>
                  <a:pt x="2299" y="93"/>
                </a:cubicBezTo>
                <a:moveTo>
                  <a:pt x="2267" y="118"/>
                </a:moveTo>
                <a:cubicBezTo>
                  <a:pt x="2256" y="114"/>
                  <a:pt x="2277" y="110"/>
                  <a:pt x="2294" y="110"/>
                </a:cubicBezTo>
                <a:cubicBezTo>
                  <a:pt x="2304" y="114"/>
                  <a:pt x="2277" y="118"/>
                  <a:pt x="2267" y="118"/>
                </a:cubicBezTo>
                <a:moveTo>
                  <a:pt x="2342" y="115"/>
                </a:moveTo>
                <a:cubicBezTo>
                  <a:pt x="2342" y="113"/>
                  <a:pt x="2342" y="111"/>
                  <a:pt x="2337" y="108"/>
                </a:cubicBezTo>
                <a:cubicBezTo>
                  <a:pt x="2353" y="104"/>
                  <a:pt x="2364" y="107"/>
                  <a:pt x="2374" y="106"/>
                </a:cubicBezTo>
                <a:cubicBezTo>
                  <a:pt x="2385" y="110"/>
                  <a:pt x="2353" y="111"/>
                  <a:pt x="2342" y="115"/>
                </a:cubicBezTo>
                <a:moveTo>
                  <a:pt x="2472" y="79"/>
                </a:moveTo>
                <a:cubicBezTo>
                  <a:pt x="2461" y="73"/>
                  <a:pt x="2493" y="76"/>
                  <a:pt x="2499" y="76"/>
                </a:cubicBezTo>
                <a:cubicBezTo>
                  <a:pt x="2499" y="79"/>
                  <a:pt x="2493" y="82"/>
                  <a:pt x="2499" y="86"/>
                </a:cubicBezTo>
                <a:cubicBezTo>
                  <a:pt x="2493" y="94"/>
                  <a:pt x="2493" y="70"/>
                  <a:pt x="2472" y="79"/>
                </a:cubicBezTo>
                <a:moveTo>
                  <a:pt x="2536" y="64"/>
                </a:moveTo>
                <a:cubicBezTo>
                  <a:pt x="2553" y="70"/>
                  <a:pt x="2542" y="76"/>
                  <a:pt x="2536" y="80"/>
                </a:cubicBezTo>
                <a:cubicBezTo>
                  <a:pt x="2520" y="74"/>
                  <a:pt x="2509" y="69"/>
                  <a:pt x="2536" y="64"/>
                </a:cubicBezTo>
                <a:moveTo>
                  <a:pt x="2472" y="114"/>
                </a:moveTo>
                <a:cubicBezTo>
                  <a:pt x="2466" y="113"/>
                  <a:pt x="2488" y="107"/>
                  <a:pt x="2461" y="111"/>
                </a:cubicBezTo>
                <a:cubicBezTo>
                  <a:pt x="2461" y="103"/>
                  <a:pt x="2428" y="110"/>
                  <a:pt x="2445" y="103"/>
                </a:cubicBezTo>
                <a:cubicBezTo>
                  <a:pt x="2493" y="101"/>
                  <a:pt x="2482" y="104"/>
                  <a:pt x="2520" y="101"/>
                </a:cubicBezTo>
                <a:cubicBezTo>
                  <a:pt x="2531" y="100"/>
                  <a:pt x="2520" y="106"/>
                  <a:pt x="2536" y="104"/>
                </a:cubicBezTo>
                <a:cubicBezTo>
                  <a:pt x="2531" y="113"/>
                  <a:pt x="2477" y="101"/>
                  <a:pt x="2472" y="114"/>
                </a:cubicBezTo>
                <a:moveTo>
                  <a:pt x="2553" y="87"/>
                </a:moveTo>
                <a:cubicBezTo>
                  <a:pt x="2558" y="89"/>
                  <a:pt x="2553" y="90"/>
                  <a:pt x="2547" y="92"/>
                </a:cubicBezTo>
                <a:cubicBezTo>
                  <a:pt x="2553" y="92"/>
                  <a:pt x="2558" y="93"/>
                  <a:pt x="2569" y="94"/>
                </a:cubicBezTo>
                <a:cubicBezTo>
                  <a:pt x="2542" y="101"/>
                  <a:pt x="2520" y="90"/>
                  <a:pt x="2553" y="87"/>
                </a:cubicBezTo>
                <a:moveTo>
                  <a:pt x="2569" y="110"/>
                </a:moveTo>
                <a:cubicBezTo>
                  <a:pt x="2563" y="111"/>
                  <a:pt x="2547" y="110"/>
                  <a:pt x="2553" y="113"/>
                </a:cubicBezTo>
                <a:cubicBezTo>
                  <a:pt x="2531" y="117"/>
                  <a:pt x="2542" y="104"/>
                  <a:pt x="2553" y="110"/>
                </a:cubicBezTo>
                <a:cubicBezTo>
                  <a:pt x="2553" y="107"/>
                  <a:pt x="2553" y="94"/>
                  <a:pt x="2580" y="103"/>
                </a:cubicBezTo>
                <a:cubicBezTo>
                  <a:pt x="2574" y="104"/>
                  <a:pt x="2574" y="103"/>
                  <a:pt x="2569" y="101"/>
                </a:cubicBezTo>
                <a:cubicBezTo>
                  <a:pt x="2569" y="104"/>
                  <a:pt x="2569" y="107"/>
                  <a:pt x="2569" y="110"/>
                </a:cubicBezTo>
                <a:moveTo>
                  <a:pt x="2623" y="97"/>
                </a:moveTo>
                <a:cubicBezTo>
                  <a:pt x="2628" y="94"/>
                  <a:pt x="2639" y="93"/>
                  <a:pt x="2634" y="92"/>
                </a:cubicBezTo>
                <a:cubicBezTo>
                  <a:pt x="2661" y="87"/>
                  <a:pt x="2644" y="101"/>
                  <a:pt x="2666" y="97"/>
                </a:cubicBezTo>
                <a:cubicBezTo>
                  <a:pt x="2671" y="101"/>
                  <a:pt x="2628" y="103"/>
                  <a:pt x="2623" y="97"/>
                </a:cubicBezTo>
                <a:moveTo>
                  <a:pt x="2715" y="90"/>
                </a:moveTo>
                <a:cubicBezTo>
                  <a:pt x="2704" y="86"/>
                  <a:pt x="2698" y="82"/>
                  <a:pt x="2715" y="79"/>
                </a:cubicBezTo>
                <a:cubicBezTo>
                  <a:pt x="2731" y="83"/>
                  <a:pt x="2742" y="87"/>
                  <a:pt x="2715" y="90"/>
                </a:cubicBezTo>
                <a:moveTo>
                  <a:pt x="2849" y="62"/>
                </a:moveTo>
                <a:cubicBezTo>
                  <a:pt x="2855" y="70"/>
                  <a:pt x="2817" y="66"/>
                  <a:pt x="2806" y="66"/>
                </a:cubicBezTo>
                <a:cubicBezTo>
                  <a:pt x="2801" y="60"/>
                  <a:pt x="2839" y="64"/>
                  <a:pt x="2849" y="62"/>
                </a:cubicBezTo>
                <a:moveTo>
                  <a:pt x="2785" y="76"/>
                </a:moveTo>
                <a:cubicBezTo>
                  <a:pt x="2790" y="72"/>
                  <a:pt x="2822" y="73"/>
                  <a:pt x="2844" y="69"/>
                </a:cubicBezTo>
                <a:cubicBezTo>
                  <a:pt x="2855" y="76"/>
                  <a:pt x="2822" y="73"/>
                  <a:pt x="2806" y="79"/>
                </a:cubicBezTo>
                <a:cubicBezTo>
                  <a:pt x="2795" y="77"/>
                  <a:pt x="2790" y="74"/>
                  <a:pt x="2785" y="76"/>
                </a:cubicBezTo>
                <a:moveTo>
                  <a:pt x="2790" y="100"/>
                </a:moveTo>
                <a:cubicBezTo>
                  <a:pt x="2769" y="100"/>
                  <a:pt x="2779" y="103"/>
                  <a:pt x="2763" y="106"/>
                </a:cubicBezTo>
                <a:cubicBezTo>
                  <a:pt x="2758" y="104"/>
                  <a:pt x="2758" y="103"/>
                  <a:pt x="2752" y="100"/>
                </a:cubicBezTo>
                <a:cubicBezTo>
                  <a:pt x="2779" y="101"/>
                  <a:pt x="2752" y="94"/>
                  <a:pt x="2779" y="92"/>
                </a:cubicBezTo>
                <a:cubicBezTo>
                  <a:pt x="2774" y="92"/>
                  <a:pt x="2763" y="89"/>
                  <a:pt x="2758" y="86"/>
                </a:cubicBezTo>
                <a:cubicBezTo>
                  <a:pt x="2763" y="86"/>
                  <a:pt x="2774" y="86"/>
                  <a:pt x="2769" y="84"/>
                </a:cubicBezTo>
                <a:cubicBezTo>
                  <a:pt x="2779" y="83"/>
                  <a:pt x="2785" y="86"/>
                  <a:pt x="2790" y="84"/>
                </a:cubicBezTo>
                <a:cubicBezTo>
                  <a:pt x="2795" y="87"/>
                  <a:pt x="2785" y="87"/>
                  <a:pt x="2785" y="86"/>
                </a:cubicBezTo>
                <a:cubicBezTo>
                  <a:pt x="2795" y="92"/>
                  <a:pt x="2774" y="96"/>
                  <a:pt x="2790" y="100"/>
                </a:cubicBezTo>
                <a:moveTo>
                  <a:pt x="2720" y="107"/>
                </a:moveTo>
                <a:cubicBezTo>
                  <a:pt x="2682" y="113"/>
                  <a:pt x="2661" y="108"/>
                  <a:pt x="2634" y="114"/>
                </a:cubicBezTo>
                <a:cubicBezTo>
                  <a:pt x="2634" y="106"/>
                  <a:pt x="2693" y="104"/>
                  <a:pt x="2720" y="107"/>
                </a:cubicBezTo>
                <a:moveTo>
                  <a:pt x="2634" y="124"/>
                </a:moveTo>
                <a:cubicBezTo>
                  <a:pt x="2623" y="121"/>
                  <a:pt x="2639" y="120"/>
                  <a:pt x="2634" y="117"/>
                </a:cubicBezTo>
                <a:cubicBezTo>
                  <a:pt x="2655" y="118"/>
                  <a:pt x="2671" y="121"/>
                  <a:pt x="2693" y="120"/>
                </a:cubicBezTo>
                <a:cubicBezTo>
                  <a:pt x="2693" y="130"/>
                  <a:pt x="2655" y="118"/>
                  <a:pt x="2634" y="124"/>
                </a:cubicBezTo>
                <a:moveTo>
                  <a:pt x="2806" y="87"/>
                </a:moveTo>
                <a:cubicBezTo>
                  <a:pt x="2795" y="77"/>
                  <a:pt x="2822" y="86"/>
                  <a:pt x="2844" y="79"/>
                </a:cubicBezTo>
                <a:cubicBezTo>
                  <a:pt x="2844" y="84"/>
                  <a:pt x="2844" y="87"/>
                  <a:pt x="2866" y="90"/>
                </a:cubicBezTo>
                <a:cubicBezTo>
                  <a:pt x="2882" y="87"/>
                  <a:pt x="2887" y="84"/>
                  <a:pt x="2882" y="82"/>
                </a:cubicBezTo>
                <a:cubicBezTo>
                  <a:pt x="2903" y="80"/>
                  <a:pt x="2892" y="87"/>
                  <a:pt x="2892" y="90"/>
                </a:cubicBezTo>
                <a:cubicBezTo>
                  <a:pt x="2839" y="96"/>
                  <a:pt x="2849" y="86"/>
                  <a:pt x="2806" y="87"/>
                </a:cubicBezTo>
                <a:moveTo>
                  <a:pt x="2974" y="57"/>
                </a:moveTo>
                <a:cubicBezTo>
                  <a:pt x="2974" y="62"/>
                  <a:pt x="2963" y="64"/>
                  <a:pt x="2947" y="67"/>
                </a:cubicBezTo>
                <a:cubicBezTo>
                  <a:pt x="2941" y="66"/>
                  <a:pt x="2936" y="64"/>
                  <a:pt x="2930" y="63"/>
                </a:cubicBezTo>
                <a:cubicBezTo>
                  <a:pt x="2947" y="59"/>
                  <a:pt x="2957" y="62"/>
                  <a:pt x="2974" y="57"/>
                </a:cubicBezTo>
                <a:moveTo>
                  <a:pt x="3060" y="60"/>
                </a:moveTo>
                <a:cubicBezTo>
                  <a:pt x="3044" y="63"/>
                  <a:pt x="3028" y="64"/>
                  <a:pt x="3017" y="59"/>
                </a:cubicBezTo>
                <a:cubicBezTo>
                  <a:pt x="3033" y="55"/>
                  <a:pt x="3049" y="55"/>
                  <a:pt x="3060" y="60"/>
                </a:cubicBezTo>
                <a:moveTo>
                  <a:pt x="2742" y="120"/>
                </a:moveTo>
                <a:cubicBezTo>
                  <a:pt x="2752" y="111"/>
                  <a:pt x="2790" y="110"/>
                  <a:pt x="2806" y="103"/>
                </a:cubicBezTo>
                <a:cubicBezTo>
                  <a:pt x="2828" y="113"/>
                  <a:pt x="2763" y="111"/>
                  <a:pt x="2785" y="118"/>
                </a:cubicBezTo>
                <a:cubicBezTo>
                  <a:pt x="2769" y="124"/>
                  <a:pt x="2758" y="118"/>
                  <a:pt x="2742" y="120"/>
                </a:cubicBezTo>
                <a:moveTo>
                  <a:pt x="2925" y="84"/>
                </a:moveTo>
                <a:cubicBezTo>
                  <a:pt x="2963" y="80"/>
                  <a:pt x="2947" y="74"/>
                  <a:pt x="2974" y="70"/>
                </a:cubicBezTo>
                <a:cubicBezTo>
                  <a:pt x="2990" y="74"/>
                  <a:pt x="3011" y="74"/>
                  <a:pt x="3033" y="67"/>
                </a:cubicBezTo>
                <a:cubicBezTo>
                  <a:pt x="3055" y="80"/>
                  <a:pt x="3001" y="72"/>
                  <a:pt x="2974" y="77"/>
                </a:cubicBezTo>
                <a:cubicBezTo>
                  <a:pt x="2963" y="80"/>
                  <a:pt x="3001" y="80"/>
                  <a:pt x="3006" y="82"/>
                </a:cubicBezTo>
                <a:cubicBezTo>
                  <a:pt x="2995" y="86"/>
                  <a:pt x="3028" y="92"/>
                  <a:pt x="3001" y="96"/>
                </a:cubicBezTo>
                <a:cubicBezTo>
                  <a:pt x="2995" y="82"/>
                  <a:pt x="2963" y="86"/>
                  <a:pt x="2925" y="84"/>
                </a:cubicBezTo>
                <a:moveTo>
                  <a:pt x="3022" y="87"/>
                </a:moveTo>
                <a:cubicBezTo>
                  <a:pt x="3033" y="87"/>
                  <a:pt x="3038" y="86"/>
                  <a:pt x="3044" y="84"/>
                </a:cubicBezTo>
                <a:cubicBezTo>
                  <a:pt x="3055" y="89"/>
                  <a:pt x="3060" y="86"/>
                  <a:pt x="3060" y="90"/>
                </a:cubicBezTo>
                <a:cubicBezTo>
                  <a:pt x="3049" y="92"/>
                  <a:pt x="3033" y="92"/>
                  <a:pt x="3022" y="87"/>
                </a:cubicBezTo>
                <a:moveTo>
                  <a:pt x="2849" y="121"/>
                </a:moveTo>
                <a:cubicBezTo>
                  <a:pt x="2844" y="114"/>
                  <a:pt x="2839" y="117"/>
                  <a:pt x="2833" y="111"/>
                </a:cubicBezTo>
                <a:cubicBezTo>
                  <a:pt x="2871" y="115"/>
                  <a:pt x="2909" y="100"/>
                  <a:pt x="2941" y="93"/>
                </a:cubicBezTo>
                <a:cubicBezTo>
                  <a:pt x="2957" y="101"/>
                  <a:pt x="2903" y="103"/>
                  <a:pt x="2898" y="108"/>
                </a:cubicBezTo>
                <a:cubicBezTo>
                  <a:pt x="2909" y="113"/>
                  <a:pt x="2914" y="111"/>
                  <a:pt x="2925" y="113"/>
                </a:cubicBezTo>
                <a:cubicBezTo>
                  <a:pt x="2952" y="108"/>
                  <a:pt x="2952" y="104"/>
                  <a:pt x="2968" y="98"/>
                </a:cubicBezTo>
                <a:cubicBezTo>
                  <a:pt x="2995" y="106"/>
                  <a:pt x="2947" y="108"/>
                  <a:pt x="2979" y="115"/>
                </a:cubicBezTo>
                <a:cubicBezTo>
                  <a:pt x="2930" y="113"/>
                  <a:pt x="2903" y="120"/>
                  <a:pt x="2849" y="121"/>
                </a:cubicBezTo>
                <a:moveTo>
                  <a:pt x="2984" y="104"/>
                </a:moveTo>
                <a:cubicBezTo>
                  <a:pt x="3011" y="97"/>
                  <a:pt x="3017" y="100"/>
                  <a:pt x="3038" y="93"/>
                </a:cubicBezTo>
                <a:cubicBezTo>
                  <a:pt x="3049" y="96"/>
                  <a:pt x="3038" y="97"/>
                  <a:pt x="3028" y="100"/>
                </a:cubicBezTo>
                <a:cubicBezTo>
                  <a:pt x="3033" y="101"/>
                  <a:pt x="3038" y="100"/>
                  <a:pt x="3038" y="100"/>
                </a:cubicBezTo>
                <a:cubicBezTo>
                  <a:pt x="3038" y="101"/>
                  <a:pt x="2995" y="103"/>
                  <a:pt x="2995" y="111"/>
                </a:cubicBezTo>
                <a:cubicBezTo>
                  <a:pt x="2974" y="114"/>
                  <a:pt x="3006" y="106"/>
                  <a:pt x="2984" y="104"/>
                </a:cubicBezTo>
                <a:moveTo>
                  <a:pt x="3060" y="93"/>
                </a:moveTo>
                <a:cubicBezTo>
                  <a:pt x="3082" y="87"/>
                  <a:pt x="3109" y="89"/>
                  <a:pt x="3114" y="77"/>
                </a:cubicBezTo>
                <a:cubicBezTo>
                  <a:pt x="3119" y="83"/>
                  <a:pt x="3136" y="79"/>
                  <a:pt x="3146" y="79"/>
                </a:cubicBezTo>
                <a:cubicBezTo>
                  <a:pt x="3136" y="84"/>
                  <a:pt x="3103" y="96"/>
                  <a:pt x="3060" y="93"/>
                </a:cubicBezTo>
                <a:moveTo>
                  <a:pt x="3168" y="120"/>
                </a:moveTo>
                <a:cubicBezTo>
                  <a:pt x="3146" y="115"/>
                  <a:pt x="3173" y="113"/>
                  <a:pt x="3168" y="110"/>
                </a:cubicBezTo>
                <a:cubicBezTo>
                  <a:pt x="3152" y="107"/>
                  <a:pt x="3168" y="115"/>
                  <a:pt x="3141" y="117"/>
                </a:cubicBezTo>
                <a:cubicBezTo>
                  <a:pt x="3125" y="113"/>
                  <a:pt x="3136" y="110"/>
                  <a:pt x="3146" y="106"/>
                </a:cubicBezTo>
                <a:cubicBezTo>
                  <a:pt x="3168" y="107"/>
                  <a:pt x="3184" y="111"/>
                  <a:pt x="3206" y="115"/>
                </a:cubicBezTo>
                <a:cubicBezTo>
                  <a:pt x="3200" y="120"/>
                  <a:pt x="3184" y="118"/>
                  <a:pt x="3168" y="120"/>
                </a:cubicBezTo>
                <a:moveTo>
                  <a:pt x="3297" y="83"/>
                </a:moveTo>
                <a:cubicBezTo>
                  <a:pt x="3303" y="89"/>
                  <a:pt x="3297" y="94"/>
                  <a:pt x="3270" y="98"/>
                </a:cubicBezTo>
                <a:cubicBezTo>
                  <a:pt x="3265" y="94"/>
                  <a:pt x="3254" y="93"/>
                  <a:pt x="3238" y="94"/>
                </a:cubicBezTo>
                <a:cubicBezTo>
                  <a:pt x="3238" y="93"/>
                  <a:pt x="3281" y="89"/>
                  <a:pt x="3297" y="83"/>
                </a:cubicBezTo>
                <a:moveTo>
                  <a:pt x="3200" y="111"/>
                </a:moveTo>
                <a:cubicBezTo>
                  <a:pt x="3195" y="108"/>
                  <a:pt x="3206" y="106"/>
                  <a:pt x="3200" y="103"/>
                </a:cubicBezTo>
                <a:cubicBezTo>
                  <a:pt x="3211" y="101"/>
                  <a:pt x="3222" y="103"/>
                  <a:pt x="3227" y="107"/>
                </a:cubicBezTo>
                <a:cubicBezTo>
                  <a:pt x="3216" y="111"/>
                  <a:pt x="3211" y="110"/>
                  <a:pt x="3200" y="111"/>
                </a:cubicBezTo>
                <a:moveTo>
                  <a:pt x="3303" y="97"/>
                </a:moveTo>
                <a:cubicBezTo>
                  <a:pt x="3308" y="92"/>
                  <a:pt x="3324" y="87"/>
                  <a:pt x="3319" y="82"/>
                </a:cubicBezTo>
                <a:cubicBezTo>
                  <a:pt x="3324" y="80"/>
                  <a:pt x="3324" y="83"/>
                  <a:pt x="3324" y="83"/>
                </a:cubicBezTo>
                <a:cubicBezTo>
                  <a:pt x="3341" y="86"/>
                  <a:pt x="3362" y="82"/>
                  <a:pt x="3373" y="87"/>
                </a:cubicBezTo>
                <a:cubicBezTo>
                  <a:pt x="3346" y="87"/>
                  <a:pt x="3330" y="96"/>
                  <a:pt x="3303" y="97"/>
                </a:cubicBezTo>
                <a:moveTo>
                  <a:pt x="3346" y="104"/>
                </a:moveTo>
                <a:cubicBezTo>
                  <a:pt x="3324" y="110"/>
                  <a:pt x="3314" y="103"/>
                  <a:pt x="3292" y="110"/>
                </a:cubicBezTo>
                <a:cubicBezTo>
                  <a:pt x="3287" y="107"/>
                  <a:pt x="3287" y="104"/>
                  <a:pt x="3292" y="103"/>
                </a:cubicBezTo>
                <a:cubicBezTo>
                  <a:pt x="3308" y="101"/>
                  <a:pt x="3330" y="100"/>
                  <a:pt x="3346" y="104"/>
                </a:cubicBezTo>
                <a:moveTo>
                  <a:pt x="3465" y="87"/>
                </a:moveTo>
                <a:cubicBezTo>
                  <a:pt x="3449" y="89"/>
                  <a:pt x="3432" y="87"/>
                  <a:pt x="3416" y="92"/>
                </a:cubicBezTo>
                <a:cubicBezTo>
                  <a:pt x="3411" y="89"/>
                  <a:pt x="3422" y="87"/>
                  <a:pt x="3416" y="84"/>
                </a:cubicBezTo>
                <a:cubicBezTo>
                  <a:pt x="3432" y="82"/>
                  <a:pt x="3449" y="82"/>
                  <a:pt x="3465" y="87"/>
                </a:cubicBezTo>
                <a:moveTo>
                  <a:pt x="3557" y="57"/>
                </a:moveTo>
                <a:cubicBezTo>
                  <a:pt x="3524" y="59"/>
                  <a:pt x="3551" y="64"/>
                  <a:pt x="3524" y="69"/>
                </a:cubicBezTo>
                <a:cubicBezTo>
                  <a:pt x="3519" y="69"/>
                  <a:pt x="3513" y="67"/>
                  <a:pt x="3502" y="69"/>
                </a:cubicBezTo>
                <a:cubicBezTo>
                  <a:pt x="3497" y="62"/>
                  <a:pt x="3530" y="48"/>
                  <a:pt x="3557" y="57"/>
                </a:cubicBezTo>
                <a:moveTo>
                  <a:pt x="3486" y="49"/>
                </a:moveTo>
                <a:cubicBezTo>
                  <a:pt x="3486" y="55"/>
                  <a:pt x="3470" y="59"/>
                  <a:pt x="3449" y="63"/>
                </a:cubicBezTo>
                <a:cubicBezTo>
                  <a:pt x="3443" y="62"/>
                  <a:pt x="3449" y="60"/>
                  <a:pt x="3454" y="59"/>
                </a:cubicBezTo>
                <a:cubicBezTo>
                  <a:pt x="3459" y="56"/>
                  <a:pt x="3449" y="57"/>
                  <a:pt x="3443" y="53"/>
                </a:cubicBezTo>
                <a:cubicBezTo>
                  <a:pt x="3454" y="52"/>
                  <a:pt x="3449" y="49"/>
                  <a:pt x="3459" y="48"/>
                </a:cubicBezTo>
                <a:cubicBezTo>
                  <a:pt x="3470" y="48"/>
                  <a:pt x="3476" y="50"/>
                  <a:pt x="3486" y="49"/>
                </a:cubicBezTo>
                <a:moveTo>
                  <a:pt x="3470" y="60"/>
                </a:moveTo>
                <a:cubicBezTo>
                  <a:pt x="3470" y="73"/>
                  <a:pt x="3411" y="80"/>
                  <a:pt x="3357" y="79"/>
                </a:cubicBezTo>
                <a:cubicBezTo>
                  <a:pt x="3357" y="72"/>
                  <a:pt x="3405" y="77"/>
                  <a:pt x="3416" y="69"/>
                </a:cubicBezTo>
                <a:cubicBezTo>
                  <a:pt x="3411" y="66"/>
                  <a:pt x="3400" y="66"/>
                  <a:pt x="3389" y="66"/>
                </a:cubicBezTo>
                <a:cubicBezTo>
                  <a:pt x="3389" y="63"/>
                  <a:pt x="3395" y="60"/>
                  <a:pt x="3411" y="57"/>
                </a:cubicBezTo>
                <a:cubicBezTo>
                  <a:pt x="3416" y="64"/>
                  <a:pt x="3443" y="67"/>
                  <a:pt x="3470" y="60"/>
                </a:cubicBezTo>
                <a:moveTo>
                  <a:pt x="3351" y="59"/>
                </a:moveTo>
                <a:cubicBezTo>
                  <a:pt x="3384" y="64"/>
                  <a:pt x="3335" y="66"/>
                  <a:pt x="3357" y="72"/>
                </a:cubicBezTo>
                <a:cubicBezTo>
                  <a:pt x="3346" y="73"/>
                  <a:pt x="3330" y="72"/>
                  <a:pt x="3335" y="74"/>
                </a:cubicBezTo>
                <a:cubicBezTo>
                  <a:pt x="3330" y="76"/>
                  <a:pt x="3324" y="73"/>
                  <a:pt x="3319" y="72"/>
                </a:cubicBezTo>
                <a:cubicBezTo>
                  <a:pt x="3346" y="67"/>
                  <a:pt x="3319" y="63"/>
                  <a:pt x="3351" y="59"/>
                </a:cubicBezTo>
                <a:moveTo>
                  <a:pt x="3292" y="73"/>
                </a:moveTo>
                <a:cubicBezTo>
                  <a:pt x="3303" y="79"/>
                  <a:pt x="3265" y="79"/>
                  <a:pt x="3260" y="82"/>
                </a:cubicBezTo>
                <a:cubicBezTo>
                  <a:pt x="3238" y="73"/>
                  <a:pt x="3287" y="76"/>
                  <a:pt x="3292" y="73"/>
                </a:cubicBezTo>
                <a:moveTo>
                  <a:pt x="3206" y="94"/>
                </a:moveTo>
                <a:cubicBezTo>
                  <a:pt x="3211" y="93"/>
                  <a:pt x="3173" y="92"/>
                  <a:pt x="3168" y="103"/>
                </a:cubicBezTo>
                <a:cubicBezTo>
                  <a:pt x="3119" y="96"/>
                  <a:pt x="3227" y="80"/>
                  <a:pt x="3238" y="70"/>
                </a:cubicBezTo>
                <a:cubicBezTo>
                  <a:pt x="3249" y="79"/>
                  <a:pt x="3222" y="86"/>
                  <a:pt x="3206" y="94"/>
                </a:cubicBezTo>
                <a:moveTo>
                  <a:pt x="3281" y="66"/>
                </a:moveTo>
                <a:cubicBezTo>
                  <a:pt x="3276" y="72"/>
                  <a:pt x="3249" y="66"/>
                  <a:pt x="3260" y="70"/>
                </a:cubicBezTo>
                <a:cubicBezTo>
                  <a:pt x="3238" y="74"/>
                  <a:pt x="3254" y="60"/>
                  <a:pt x="3227" y="64"/>
                </a:cubicBezTo>
                <a:cubicBezTo>
                  <a:pt x="3216" y="60"/>
                  <a:pt x="3243" y="64"/>
                  <a:pt x="3254" y="59"/>
                </a:cubicBezTo>
                <a:cubicBezTo>
                  <a:pt x="3260" y="64"/>
                  <a:pt x="3270" y="62"/>
                  <a:pt x="3281" y="66"/>
                </a:cubicBezTo>
                <a:moveTo>
                  <a:pt x="3281" y="63"/>
                </a:moveTo>
                <a:cubicBezTo>
                  <a:pt x="3270" y="56"/>
                  <a:pt x="3265" y="57"/>
                  <a:pt x="3260" y="52"/>
                </a:cubicBezTo>
                <a:cubicBezTo>
                  <a:pt x="3276" y="50"/>
                  <a:pt x="3308" y="59"/>
                  <a:pt x="3281" y="63"/>
                </a:cubicBezTo>
                <a:moveTo>
                  <a:pt x="3184" y="79"/>
                </a:moveTo>
                <a:cubicBezTo>
                  <a:pt x="3157" y="73"/>
                  <a:pt x="3190" y="69"/>
                  <a:pt x="3173" y="63"/>
                </a:cubicBezTo>
                <a:cubicBezTo>
                  <a:pt x="3206" y="60"/>
                  <a:pt x="3206" y="74"/>
                  <a:pt x="3184" y="79"/>
                </a:cubicBezTo>
                <a:moveTo>
                  <a:pt x="3103" y="72"/>
                </a:moveTo>
                <a:cubicBezTo>
                  <a:pt x="3087" y="60"/>
                  <a:pt x="3141" y="67"/>
                  <a:pt x="3157" y="60"/>
                </a:cubicBezTo>
                <a:cubicBezTo>
                  <a:pt x="3168" y="72"/>
                  <a:pt x="3109" y="60"/>
                  <a:pt x="3103" y="72"/>
                </a:cubicBezTo>
                <a:moveTo>
                  <a:pt x="3114" y="56"/>
                </a:moveTo>
                <a:cubicBezTo>
                  <a:pt x="3162" y="53"/>
                  <a:pt x="3114" y="49"/>
                  <a:pt x="3146" y="43"/>
                </a:cubicBezTo>
                <a:cubicBezTo>
                  <a:pt x="3152" y="43"/>
                  <a:pt x="3157" y="45"/>
                  <a:pt x="3162" y="46"/>
                </a:cubicBezTo>
                <a:cubicBezTo>
                  <a:pt x="3157" y="52"/>
                  <a:pt x="3157" y="69"/>
                  <a:pt x="3114" y="56"/>
                </a:cubicBezTo>
                <a:moveTo>
                  <a:pt x="3157" y="35"/>
                </a:moveTo>
                <a:cubicBezTo>
                  <a:pt x="3184" y="40"/>
                  <a:pt x="3146" y="46"/>
                  <a:pt x="3136" y="39"/>
                </a:cubicBezTo>
                <a:cubicBezTo>
                  <a:pt x="3141" y="35"/>
                  <a:pt x="3141" y="38"/>
                  <a:pt x="3157" y="35"/>
                </a:cubicBezTo>
                <a:moveTo>
                  <a:pt x="3114" y="46"/>
                </a:moveTo>
                <a:cubicBezTo>
                  <a:pt x="3119" y="53"/>
                  <a:pt x="3092" y="56"/>
                  <a:pt x="3071" y="55"/>
                </a:cubicBezTo>
                <a:cubicBezTo>
                  <a:pt x="3082" y="49"/>
                  <a:pt x="3076" y="48"/>
                  <a:pt x="3098" y="40"/>
                </a:cubicBezTo>
                <a:cubicBezTo>
                  <a:pt x="3098" y="40"/>
                  <a:pt x="3098" y="49"/>
                  <a:pt x="3114" y="46"/>
                </a:cubicBezTo>
                <a:moveTo>
                  <a:pt x="3055" y="42"/>
                </a:moveTo>
                <a:cubicBezTo>
                  <a:pt x="3049" y="45"/>
                  <a:pt x="3060" y="49"/>
                  <a:pt x="3060" y="53"/>
                </a:cubicBezTo>
                <a:cubicBezTo>
                  <a:pt x="3044" y="57"/>
                  <a:pt x="3038" y="52"/>
                  <a:pt x="3022" y="55"/>
                </a:cubicBezTo>
                <a:cubicBezTo>
                  <a:pt x="3022" y="52"/>
                  <a:pt x="3022" y="50"/>
                  <a:pt x="3033" y="48"/>
                </a:cubicBezTo>
                <a:cubicBezTo>
                  <a:pt x="3022" y="48"/>
                  <a:pt x="3017" y="46"/>
                  <a:pt x="3006" y="43"/>
                </a:cubicBezTo>
                <a:cubicBezTo>
                  <a:pt x="2979" y="46"/>
                  <a:pt x="3001" y="50"/>
                  <a:pt x="2979" y="53"/>
                </a:cubicBezTo>
                <a:cubicBezTo>
                  <a:pt x="2952" y="32"/>
                  <a:pt x="3017" y="43"/>
                  <a:pt x="3055" y="42"/>
                </a:cubicBezTo>
                <a:moveTo>
                  <a:pt x="2936" y="32"/>
                </a:moveTo>
                <a:cubicBezTo>
                  <a:pt x="2963" y="29"/>
                  <a:pt x="2925" y="38"/>
                  <a:pt x="2914" y="39"/>
                </a:cubicBezTo>
                <a:cubicBezTo>
                  <a:pt x="2925" y="45"/>
                  <a:pt x="2941" y="36"/>
                  <a:pt x="2947" y="42"/>
                </a:cubicBezTo>
                <a:cubicBezTo>
                  <a:pt x="2914" y="46"/>
                  <a:pt x="2963" y="52"/>
                  <a:pt x="2936" y="55"/>
                </a:cubicBezTo>
                <a:cubicBezTo>
                  <a:pt x="2920" y="45"/>
                  <a:pt x="2898" y="39"/>
                  <a:pt x="2892" y="33"/>
                </a:cubicBezTo>
                <a:cubicBezTo>
                  <a:pt x="2909" y="28"/>
                  <a:pt x="2920" y="40"/>
                  <a:pt x="2936" y="32"/>
                </a:cubicBezTo>
                <a:moveTo>
                  <a:pt x="2860" y="39"/>
                </a:moveTo>
                <a:cubicBezTo>
                  <a:pt x="2849" y="43"/>
                  <a:pt x="2882" y="49"/>
                  <a:pt x="2855" y="53"/>
                </a:cubicBezTo>
                <a:cubicBezTo>
                  <a:pt x="2866" y="55"/>
                  <a:pt x="2871" y="52"/>
                  <a:pt x="2882" y="56"/>
                </a:cubicBezTo>
                <a:cubicBezTo>
                  <a:pt x="2892" y="55"/>
                  <a:pt x="2887" y="52"/>
                  <a:pt x="2882" y="50"/>
                </a:cubicBezTo>
                <a:cubicBezTo>
                  <a:pt x="2909" y="50"/>
                  <a:pt x="2898" y="57"/>
                  <a:pt x="2941" y="59"/>
                </a:cubicBezTo>
                <a:cubicBezTo>
                  <a:pt x="2920" y="63"/>
                  <a:pt x="2914" y="67"/>
                  <a:pt x="2930" y="72"/>
                </a:cubicBezTo>
                <a:cubicBezTo>
                  <a:pt x="2914" y="73"/>
                  <a:pt x="2898" y="76"/>
                  <a:pt x="2887" y="72"/>
                </a:cubicBezTo>
                <a:cubicBezTo>
                  <a:pt x="2909" y="69"/>
                  <a:pt x="2898" y="62"/>
                  <a:pt x="2920" y="63"/>
                </a:cubicBezTo>
                <a:cubicBezTo>
                  <a:pt x="2892" y="53"/>
                  <a:pt x="2855" y="67"/>
                  <a:pt x="2828" y="55"/>
                </a:cubicBezTo>
                <a:cubicBezTo>
                  <a:pt x="2855" y="49"/>
                  <a:pt x="2822" y="40"/>
                  <a:pt x="2860" y="39"/>
                </a:cubicBezTo>
                <a:moveTo>
                  <a:pt x="2801" y="46"/>
                </a:moveTo>
                <a:cubicBezTo>
                  <a:pt x="2806" y="56"/>
                  <a:pt x="2769" y="56"/>
                  <a:pt x="2758" y="66"/>
                </a:cubicBezTo>
                <a:cubicBezTo>
                  <a:pt x="2731" y="62"/>
                  <a:pt x="2763" y="57"/>
                  <a:pt x="2758" y="53"/>
                </a:cubicBezTo>
                <a:cubicBezTo>
                  <a:pt x="2790" y="55"/>
                  <a:pt x="2779" y="48"/>
                  <a:pt x="2801" y="46"/>
                </a:cubicBezTo>
                <a:moveTo>
                  <a:pt x="2725" y="59"/>
                </a:moveTo>
                <a:cubicBezTo>
                  <a:pt x="2709" y="67"/>
                  <a:pt x="2731" y="67"/>
                  <a:pt x="2709" y="73"/>
                </a:cubicBezTo>
                <a:cubicBezTo>
                  <a:pt x="2704" y="69"/>
                  <a:pt x="2720" y="62"/>
                  <a:pt x="2693" y="64"/>
                </a:cubicBezTo>
                <a:cubicBezTo>
                  <a:pt x="2666" y="62"/>
                  <a:pt x="2715" y="64"/>
                  <a:pt x="2725" y="59"/>
                </a:cubicBezTo>
                <a:moveTo>
                  <a:pt x="2655" y="76"/>
                </a:moveTo>
                <a:cubicBezTo>
                  <a:pt x="2677" y="70"/>
                  <a:pt x="2671" y="72"/>
                  <a:pt x="2698" y="67"/>
                </a:cubicBezTo>
                <a:cubicBezTo>
                  <a:pt x="2709" y="73"/>
                  <a:pt x="2671" y="77"/>
                  <a:pt x="2666" y="82"/>
                </a:cubicBezTo>
                <a:cubicBezTo>
                  <a:pt x="2661" y="79"/>
                  <a:pt x="2650" y="77"/>
                  <a:pt x="2639" y="80"/>
                </a:cubicBezTo>
                <a:cubicBezTo>
                  <a:pt x="2628" y="69"/>
                  <a:pt x="2612" y="76"/>
                  <a:pt x="2596" y="76"/>
                </a:cubicBezTo>
                <a:cubicBezTo>
                  <a:pt x="2574" y="69"/>
                  <a:pt x="2617" y="73"/>
                  <a:pt x="2628" y="66"/>
                </a:cubicBezTo>
                <a:cubicBezTo>
                  <a:pt x="2634" y="74"/>
                  <a:pt x="2655" y="69"/>
                  <a:pt x="2655" y="76"/>
                </a:cubicBezTo>
                <a:moveTo>
                  <a:pt x="2736" y="45"/>
                </a:moveTo>
                <a:cubicBezTo>
                  <a:pt x="2742" y="48"/>
                  <a:pt x="2725" y="48"/>
                  <a:pt x="2720" y="45"/>
                </a:cubicBezTo>
                <a:cubicBezTo>
                  <a:pt x="2720" y="49"/>
                  <a:pt x="2725" y="52"/>
                  <a:pt x="2704" y="52"/>
                </a:cubicBezTo>
                <a:cubicBezTo>
                  <a:pt x="2704" y="49"/>
                  <a:pt x="2709" y="48"/>
                  <a:pt x="2698" y="45"/>
                </a:cubicBezTo>
                <a:cubicBezTo>
                  <a:pt x="2715" y="39"/>
                  <a:pt x="2725" y="48"/>
                  <a:pt x="2736" y="45"/>
                </a:cubicBezTo>
                <a:moveTo>
                  <a:pt x="2617" y="40"/>
                </a:moveTo>
                <a:cubicBezTo>
                  <a:pt x="2639" y="45"/>
                  <a:pt x="2607" y="46"/>
                  <a:pt x="2612" y="50"/>
                </a:cubicBezTo>
                <a:cubicBezTo>
                  <a:pt x="2617" y="50"/>
                  <a:pt x="2634" y="52"/>
                  <a:pt x="2623" y="55"/>
                </a:cubicBezTo>
                <a:cubicBezTo>
                  <a:pt x="2650" y="56"/>
                  <a:pt x="2666" y="48"/>
                  <a:pt x="2698" y="55"/>
                </a:cubicBezTo>
                <a:cubicBezTo>
                  <a:pt x="2677" y="55"/>
                  <a:pt x="2639" y="59"/>
                  <a:pt x="2623" y="64"/>
                </a:cubicBezTo>
                <a:cubicBezTo>
                  <a:pt x="2601" y="59"/>
                  <a:pt x="2607" y="48"/>
                  <a:pt x="2569" y="50"/>
                </a:cubicBezTo>
                <a:cubicBezTo>
                  <a:pt x="2574" y="45"/>
                  <a:pt x="2607" y="49"/>
                  <a:pt x="2617" y="40"/>
                </a:cubicBezTo>
                <a:moveTo>
                  <a:pt x="2558" y="46"/>
                </a:moveTo>
                <a:cubicBezTo>
                  <a:pt x="2542" y="50"/>
                  <a:pt x="2525" y="50"/>
                  <a:pt x="2558" y="59"/>
                </a:cubicBezTo>
                <a:cubicBezTo>
                  <a:pt x="2547" y="64"/>
                  <a:pt x="2531" y="64"/>
                  <a:pt x="2509" y="60"/>
                </a:cubicBezTo>
                <a:cubicBezTo>
                  <a:pt x="2525" y="57"/>
                  <a:pt x="2520" y="56"/>
                  <a:pt x="2515" y="57"/>
                </a:cubicBezTo>
                <a:cubicBezTo>
                  <a:pt x="2520" y="52"/>
                  <a:pt x="2536" y="46"/>
                  <a:pt x="2531" y="40"/>
                </a:cubicBezTo>
                <a:cubicBezTo>
                  <a:pt x="2547" y="36"/>
                  <a:pt x="2536" y="49"/>
                  <a:pt x="2558" y="46"/>
                </a:cubicBezTo>
                <a:moveTo>
                  <a:pt x="2466" y="55"/>
                </a:moveTo>
                <a:cubicBezTo>
                  <a:pt x="2488" y="66"/>
                  <a:pt x="2423" y="60"/>
                  <a:pt x="2401" y="62"/>
                </a:cubicBezTo>
                <a:cubicBezTo>
                  <a:pt x="2401" y="52"/>
                  <a:pt x="2385" y="67"/>
                  <a:pt x="2364" y="59"/>
                </a:cubicBezTo>
                <a:cubicBezTo>
                  <a:pt x="2407" y="50"/>
                  <a:pt x="2428" y="66"/>
                  <a:pt x="2466" y="55"/>
                </a:cubicBezTo>
                <a:moveTo>
                  <a:pt x="2121" y="106"/>
                </a:moveTo>
                <a:cubicBezTo>
                  <a:pt x="2115" y="104"/>
                  <a:pt x="2110" y="103"/>
                  <a:pt x="2105" y="100"/>
                </a:cubicBezTo>
                <a:cubicBezTo>
                  <a:pt x="2105" y="107"/>
                  <a:pt x="2083" y="110"/>
                  <a:pt x="2061" y="111"/>
                </a:cubicBezTo>
                <a:cubicBezTo>
                  <a:pt x="2051" y="101"/>
                  <a:pt x="2115" y="103"/>
                  <a:pt x="2110" y="96"/>
                </a:cubicBezTo>
                <a:cubicBezTo>
                  <a:pt x="2132" y="94"/>
                  <a:pt x="2153" y="103"/>
                  <a:pt x="2121" y="106"/>
                </a:cubicBezTo>
                <a:moveTo>
                  <a:pt x="2272" y="70"/>
                </a:moveTo>
                <a:cubicBezTo>
                  <a:pt x="2250" y="79"/>
                  <a:pt x="2240" y="67"/>
                  <a:pt x="2218" y="73"/>
                </a:cubicBezTo>
                <a:cubicBezTo>
                  <a:pt x="2213" y="70"/>
                  <a:pt x="2223" y="67"/>
                  <a:pt x="2240" y="64"/>
                </a:cubicBezTo>
                <a:cubicBezTo>
                  <a:pt x="2261" y="66"/>
                  <a:pt x="2250" y="67"/>
                  <a:pt x="2272" y="70"/>
                </a:cubicBezTo>
                <a:moveTo>
                  <a:pt x="2380" y="42"/>
                </a:moveTo>
                <a:cubicBezTo>
                  <a:pt x="2391" y="48"/>
                  <a:pt x="2347" y="49"/>
                  <a:pt x="2342" y="52"/>
                </a:cubicBezTo>
                <a:cubicBezTo>
                  <a:pt x="2331" y="48"/>
                  <a:pt x="2331" y="43"/>
                  <a:pt x="2347" y="40"/>
                </a:cubicBezTo>
                <a:cubicBezTo>
                  <a:pt x="2337" y="49"/>
                  <a:pt x="2364" y="48"/>
                  <a:pt x="2380" y="42"/>
                </a:cubicBezTo>
                <a:moveTo>
                  <a:pt x="2024" y="111"/>
                </a:moveTo>
                <a:cubicBezTo>
                  <a:pt x="2024" y="115"/>
                  <a:pt x="1964" y="115"/>
                  <a:pt x="1970" y="110"/>
                </a:cubicBezTo>
                <a:cubicBezTo>
                  <a:pt x="1980" y="111"/>
                  <a:pt x="1997" y="111"/>
                  <a:pt x="2013" y="106"/>
                </a:cubicBezTo>
                <a:cubicBezTo>
                  <a:pt x="2024" y="107"/>
                  <a:pt x="2002" y="114"/>
                  <a:pt x="2024" y="111"/>
                </a:cubicBezTo>
                <a:moveTo>
                  <a:pt x="2099" y="83"/>
                </a:moveTo>
                <a:cubicBezTo>
                  <a:pt x="2094" y="80"/>
                  <a:pt x="2142" y="77"/>
                  <a:pt x="2110" y="76"/>
                </a:cubicBezTo>
                <a:cubicBezTo>
                  <a:pt x="2105" y="69"/>
                  <a:pt x="2137" y="77"/>
                  <a:pt x="2148" y="76"/>
                </a:cubicBezTo>
                <a:cubicBezTo>
                  <a:pt x="2159" y="70"/>
                  <a:pt x="2180" y="62"/>
                  <a:pt x="2202" y="67"/>
                </a:cubicBezTo>
                <a:cubicBezTo>
                  <a:pt x="2169" y="82"/>
                  <a:pt x="2142" y="74"/>
                  <a:pt x="2099" y="83"/>
                </a:cubicBezTo>
                <a:moveTo>
                  <a:pt x="2250" y="52"/>
                </a:moveTo>
                <a:cubicBezTo>
                  <a:pt x="2256" y="56"/>
                  <a:pt x="2218" y="60"/>
                  <a:pt x="2207" y="53"/>
                </a:cubicBezTo>
                <a:cubicBezTo>
                  <a:pt x="2223" y="49"/>
                  <a:pt x="2240" y="55"/>
                  <a:pt x="2250" y="52"/>
                </a:cubicBezTo>
                <a:moveTo>
                  <a:pt x="1932" y="107"/>
                </a:moveTo>
                <a:cubicBezTo>
                  <a:pt x="1932" y="108"/>
                  <a:pt x="1937" y="108"/>
                  <a:pt x="1943" y="107"/>
                </a:cubicBezTo>
                <a:cubicBezTo>
                  <a:pt x="1948" y="110"/>
                  <a:pt x="1937" y="110"/>
                  <a:pt x="1937" y="108"/>
                </a:cubicBezTo>
                <a:cubicBezTo>
                  <a:pt x="1921" y="111"/>
                  <a:pt x="1948" y="113"/>
                  <a:pt x="1953" y="113"/>
                </a:cubicBezTo>
                <a:cubicBezTo>
                  <a:pt x="1959" y="114"/>
                  <a:pt x="1948" y="117"/>
                  <a:pt x="1943" y="115"/>
                </a:cubicBezTo>
                <a:cubicBezTo>
                  <a:pt x="1937" y="115"/>
                  <a:pt x="1937" y="117"/>
                  <a:pt x="1943" y="118"/>
                </a:cubicBezTo>
                <a:cubicBezTo>
                  <a:pt x="1937" y="118"/>
                  <a:pt x="1932" y="117"/>
                  <a:pt x="1937" y="115"/>
                </a:cubicBezTo>
                <a:cubicBezTo>
                  <a:pt x="1927" y="113"/>
                  <a:pt x="1916" y="117"/>
                  <a:pt x="1905" y="113"/>
                </a:cubicBezTo>
                <a:cubicBezTo>
                  <a:pt x="1921" y="113"/>
                  <a:pt x="1927" y="110"/>
                  <a:pt x="1927" y="106"/>
                </a:cubicBezTo>
                <a:cubicBezTo>
                  <a:pt x="1932" y="104"/>
                  <a:pt x="1932" y="107"/>
                  <a:pt x="1932" y="107"/>
                </a:cubicBezTo>
                <a:moveTo>
                  <a:pt x="1943" y="87"/>
                </a:moveTo>
                <a:cubicBezTo>
                  <a:pt x="1943" y="84"/>
                  <a:pt x="1948" y="84"/>
                  <a:pt x="1964" y="80"/>
                </a:cubicBezTo>
                <a:cubicBezTo>
                  <a:pt x="1970" y="82"/>
                  <a:pt x="1964" y="83"/>
                  <a:pt x="1959" y="84"/>
                </a:cubicBezTo>
                <a:cubicBezTo>
                  <a:pt x="1986" y="83"/>
                  <a:pt x="1980" y="93"/>
                  <a:pt x="2013" y="89"/>
                </a:cubicBezTo>
                <a:cubicBezTo>
                  <a:pt x="1991" y="100"/>
                  <a:pt x="1975" y="80"/>
                  <a:pt x="1943" y="87"/>
                </a:cubicBezTo>
                <a:moveTo>
                  <a:pt x="2218" y="33"/>
                </a:moveTo>
                <a:cubicBezTo>
                  <a:pt x="2234" y="33"/>
                  <a:pt x="2250" y="33"/>
                  <a:pt x="2267" y="33"/>
                </a:cubicBezTo>
                <a:cubicBezTo>
                  <a:pt x="2267" y="46"/>
                  <a:pt x="2240" y="33"/>
                  <a:pt x="2218" y="36"/>
                </a:cubicBezTo>
                <a:cubicBezTo>
                  <a:pt x="2218" y="33"/>
                  <a:pt x="2207" y="31"/>
                  <a:pt x="2213" y="29"/>
                </a:cubicBezTo>
                <a:cubicBezTo>
                  <a:pt x="2207" y="22"/>
                  <a:pt x="2229" y="32"/>
                  <a:pt x="2218" y="33"/>
                </a:cubicBezTo>
                <a:moveTo>
                  <a:pt x="1862" y="101"/>
                </a:moveTo>
                <a:cubicBezTo>
                  <a:pt x="1878" y="107"/>
                  <a:pt x="1905" y="96"/>
                  <a:pt x="1921" y="101"/>
                </a:cubicBezTo>
                <a:cubicBezTo>
                  <a:pt x="1873" y="103"/>
                  <a:pt x="1883" y="115"/>
                  <a:pt x="1845" y="111"/>
                </a:cubicBezTo>
                <a:cubicBezTo>
                  <a:pt x="1851" y="108"/>
                  <a:pt x="1856" y="108"/>
                  <a:pt x="1862" y="111"/>
                </a:cubicBezTo>
                <a:cubicBezTo>
                  <a:pt x="1856" y="97"/>
                  <a:pt x="1797" y="107"/>
                  <a:pt x="1770" y="103"/>
                </a:cubicBezTo>
                <a:cubicBezTo>
                  <a:pt x="1819" y="97"/>
                  <a:pt x="1851" y="98"/>
                  <a:pt x="1873" y="94"/>
                </a:cubicBezTo>
                <a:cubicBezTo>
                  <a:pt x="1873" y="96"/>
                  <a:pt x="1867" y="98"/>
                  <a:pt x="1862" y="101"/>
                </a:cubicBezTo>
                <a:moveTo>
                  <a:pt x="1937" y="77"/>
                </a:moveTo>
                <a:cubicBezTo>
                  <a:pt x="1932" y="73"/>
                  <a:pt x="1916" y="69"/>
                  <a:pt x="1948" y="67"/>
                </a:cubicBezTo>
                <a:cubicBezTo>
                  <a:pt x="1964" y="72"/>
                  <a:pt x="1959" y="74"/>
                  <a:pt x="1937" y="77"/>
                </a:cubicBezTo>
                <a:moveTo>
                  <a:pt x="2067" y="45"/>
                </a:moveTo>
                <a:cubicBezTo>
                  <a:pt x="2072" y="52"/>
                  <a:pt x="2040" y="52"/>
                  <a:pt x="2029" y="49"/>
                </a:cubicBezTo>
                <a:cubicBezTo>
                  <a:pt x="2034" y="53"/>
                  <a:pt x="2002" y="56"/>
                  <a:pt x="2018" y="62"/>
                </a:cubicBezTo>
                <a:cubicBezTo>
                  <a:pt x="2007" y="62"/>
                  <a:pt x="2002" y="59"/>
                  <a:pt x="1991" y="62"/>
                </a:cubicBezTo>
                <a:cubicBezTo>
                  <a:pt x="2002" y="53"/>
                  <a:pt x="2029" y="45"/>
                  <a:pt x="2067" y="45"/>
                </a:cubicBezTo>
                <a:moveTo>
                  <a:pt x="1279" y="108"/>
                </a:moveTo>
                <a:cubicBezTo>
                  <a:pt x="1268" y="104"/>
                  <a:pt x="1300" y="107"/>
                  <a:pt x="1306" y="104"/>
                </a:cubicBezTo>
                <a:cubicBezTo>
                  <a:pt x="1317" y="108"/>
                  <a:pt x="1327" y="111"/>
                  <a:pt x="1306" y="114"/>
                </a:cubicBezTo>
                <a:cubicBezTo>
                  <a:pt x="1300" y="113"/>
                  <a:pt x="1290" y="106"/>
                  <a:pt x="1279" y="108"/>
                </a:cubicBezTo>
                <a:moveTo>
                  <a:pt x="1403" y="90"/>
                </a:moveTo>
                <a:cubicBezTo>
                  <a:pt x="1419" y="87"/>
                  <a:pt x="1430" y="84"/>
                  <a:pt x="1425" y="82"/>
                </a:cubicBezTo>
                <a:cubicBezTo>
                  <a:pt x="1452" y="83"/>
                  <a:pt x="1414" y="94"/>
                  <a:pt x="1408" y="98"/>
                </a:cubicBezTo>
                <a:cubicBezTo>
                  <a:pt x="1403" y="97"/>
                  <a:pt x="1397" y="96"/>
                  <a:pt x="1392" y="94"/>
                </a:cubicBezTo>
                <a:cubicBezTo>
                  <a:pt x="1403" y="93"/>
                  <a:pt x="1403" y="96"/>
                  <a:pt x="1408" y="96"/>
                </a:cubicBezTo>
                <a:cubicBezTo>
                  <a:pt x="1419" y="94"/>
                  <a:pt x="1408" y="93"/>
                  <a:pt x="1403" y="90"/>
                </a:cubicBezTo>
                <a:moveTo>
                  <a:pt x="1338" y="115"/>
                </a:moveTo>
                <a:cubicBezTo>
                  <a:pt x="1327" y="111"/>
                  <a:pt x="1344" y="108"/>
                  <a:pt x="1354" y="104"/>
                </a:cubicBezTo>
                <a:cubicBezTo>
                  <a:pt x="1371" y="111"/>
                  <a:pt x="1365" y="114"/>
                  <a:pt x="1338" y="115"/>
                </a:cubicBezTo>
                <a:moveTo>
                  <a:pt x="1468" y="90"/>
                </a:moveTo>
                <a:cubicBezTo>
                  <a:pt x="1441" y="83"/>
                  <a:pt x="1500" y="84"/>
                  <a:pt x="1484" y="82"/>
                </a:cubicBezTo>
                <a:cubicBezTo>
                  <a:pt x="1516" y="82"/>
                  <a:pt x="1489" y="90"/>
                  <a:pt x="1468" y="90"/>
                </a:cubicBezTo>
                <a:moveTo>
                  <a:pt x="1554" y="66"/>
                </a:moveTo>
                <a:cubicBezTo>
                  <a:pt x="1565" y="69"/>
                  <a:pt x="1581" y="69"/>
                  <a:pt x="1559" y="60"/>
                </a:cubicBezTo>
                <a:cubicBezTo>
                  <a:pt x="1581" y="59"/>
                  <a:pt x="1570" y="62"/>
                  <a:pt x="1581" y="66"/>
                </a:cubicBezTo>
                <a:cubicBezTo>
                  <a:pt x="1586" y="63"/>
                  <a:pt x="1581" y="62"/>
                  <a:pt x="1592" y="59"/>
                </a:cubicBezTo>
                <a:cubicBezTo>
                  <a:pt x="1586" y="64"/>
                  <a:pt x="1613" y="62"/>
                  <a:pt x="1624" y="67"/>
                </a:cubicBezTo>
                <a:cubicBezTo>
                  <a:pt x="1624" y="70"/>
                  <a:pt x="1619" y="72"/>
                  <a:pt x="1608" y="74"/>
                </a:cubicBezTo>
                <a:cubicBezTo>
                  <a:pt x="1624" y="63"/>
                  <a:pt x="1570" y="70"/>
                  <a:pt x="1570" y="74"/>
                </a:cubicBezTo>
                <a:cubicBezTo>
                  <a:pt x="1543" y="76"/>
                  <a:pt x="1565" y="69"/>
                  <a:pt x="1554" y="66"/>
                </a:cubicBezTo>
                <a:moveTo>
                  <a:pt x="1457" y="97"/>
                </a:moveTo>
                <a:cubicBezTo>
                  <a:pt x="1462" y="98"/>
                  <a:pt x="1457" y="100"/>
                  <a:pt x="1452" y="100"/>
                </a:cubicBezTo>
                <a:cubicBezTo>
                  <a:pt x="1457" y="101"/>
                  <a:pt x="1468" y="101"/>
                  <a:pt x="1473" y="104"/>
                </a:cubicBezTo>
                <a:cubicBezTo>
                  <a:pt x="1473" y="101"/>
                  <a:pt x="1479" y="100"/>
                  <a:pt x="1489" y="103"/>
                </a:cubicBezTo>
                <a:cubicBezTo>
                  <a:pt x="1462" y="107"/>
                  <a:pt x="1457" y="111"/>
                  <a:pt x="1441" y="115"/>
                </a:cubicBezTo>
                <a:cubicBezTo>
                  <a:pt x="1435" y="108"/>
                  <a:pt x="1441" y="103"/>
                  <a:pt x="1457" y="97"/>
                </a:cubicBezTo>
                <a:moveTo>
                  <a:pt x="1635" y="66"/>
                </a:moveTo>
                <a:cubicBezTo>
                  <a:pt x="1640" y="63"/>
                  <a:pt x="1651" y="63"/>
                  <a:pt x="1662" y="66"/>
                </a:cubicBezTo>
                <a:cubicBezTo>
                  <a:pt x="1657" y="67"/>
                  <a:pt x="1651" y="66"/>
                  <a:pt x="1651" y="64"/>
                </a:cubicBezTo>
                <a:cubicBezTo>
                  <a:pt x="1646" y="67"/>
                  <a:pt x="1678" y="73"/>
                  <a:pt x="1651" y="79"/>
                </a:cubicBezTo>
                <a:cubicBezTo>
                  <a:pt x="1630" y="73"/>
                  <a:pt x="1657" y="70"/>
                  <a:pt x="1635" y="66"/>
                </a:cubicBezTo>
                <a:moveTo>
                  <a:pt x="1775" y="45"/>
                </a:moveTo>
                <a:cubicBezTo>
                  <a:pt x="1786" y="48"/>
                  <a:pt x="1775" y="49"/>
                  <a:pt x="1770" y="50"/>
                </a:cubicBezTo>
                <a:cubicBezTo>
                  <a:pt x="1781" y="56"/>
                  <a:pt x="1792" y="53"/>
                  <a:pt x="1802" y="57"/>
                </a:cubicBezTo>
                <a:cubicBezTo>
                  <a:pt x="1775" y="59"/>
                  <a:pt x="1743" y="50"/>
                  <a:pt x="1775" y="45"/>
                </a:cubicBezTo>
                <a:moveTo>
                  <a:pt x="1759" y="66"/>
                </a:moveTo>
                <a:cubicBezTo>
                  <a:pt x="1705" y="69"/>
                  <a:pt x="1721" y="80"/>
                  <a:pt x="1694" y="87"/>
                </a:cubicBezTo>
                <a:cubicBezTo>
                  <a:pt x="1684" y="87"/>
                  <a:pt x="1684" y="86"/>
                  <a:pt x="1689" y="86"/>
                </a:cubicBezTo>
                <a:cubicBezTo>
                  <a:pt x="1684" y="84"/>
                  <a:pt x="1678" y="86"/>
                  <a:pt x="1673" y="86"/>
                </a:cubicBezTo>
                <a:cubicBezTo>
                  <a:pt x="1662" y="80"/>
                  <a:pt x="1700" y="77"/>
                  <a:pt x="1711" y="76"/>
                </a:cubicBezTo>
                <a:cubicBezTo>
                  <a:pt x="1700" y="74"/>
                  <a:pt x="1694" y="74"/>
                  <a:pt x="1684" y="76"/>
                </a:cubicBezTo>
                <a:cubicBezTo>
                  <a:pt x="1705" y="72"/>
                  <a:pt x="1721" y="55"/>
                  <a:pt x="1759" y="66"/>
                </a:cubicBezTo>
                <a:moveTo>
                  <a:pt x="1597" y="107"/>
                </a:moveTo>
                <a:cubicBezTo>
                  <a:pt x="1592" y="104"/>
                  <a:pt x="1603" y="106"/>
                  <a:pt x="1608" y="104"/>
                </a:cubicBezTo>
                <a:cubicBezTo>
                  <a:pt x="1586" y="103"/>
                  <a:pt x="1586" y="104"/>
                  <a:pt x="1581" y="97"/>
                </a:cubicBezTo>
                <a:cubicBezTo>
                  <a:pt x="1586" y="96"/>
                  <a:pt x="1592" y="98"/>
                  <a:pt x="1597" y="100"/>
                </a:cubicBezTo>
                <a:cubicBezTo>
                  <a:pt x="1603" y="98"/>
                  <a:pt x="1597" y="97"/>
                  <a:pt x="1597" y="97"/>
                </a:cubicBezTo>
                <a:cubicBezTo>
                  <a:pt x="1603" y="96"/>
                  <a:pt x="1613" y="98"/>
                  <a:pt x="1608" y="100"/>
                </a:cubicBezTo>
                <a:cubicBezTo>
                  <a:pt x="1608" y="101"/>
                  <a:pt x="1613" y="103"/>
                  <a:pt x="1619" y="101"/>
                </a:cubicBezTo>
                <a:cubicBezTo>
                  <a:pt x="1630" y="106"/>
                  <a:pt x="1603" y="107"/>
                  <a:pt x="1597" y="107"/>
                </a:cubicBezTo>
                <a:moveTo>
                  <a:pt x="1802" y="93"/>
                </a:moveTo>
                <a:cubicBezTo>
                  <a:pt x="1781" y="96"/>
                  <a:pt x="1765" y="96"/>
                  <a:pt x="1748" y="92"/>
                </a:cubicBezTo>
                <a:cubicBezTo>
                  <a:pt x="1765" y="89"/>
                  <a:pt x="1797" y="92"/>
                  <a:pt x="1781" y="83"/>
                </a:cubicBezTo>
                <a:cubicBezTo>
                  <a:pt x="1792" y="79"/>
                  <a:pt x="1797" y="87"/>
                  <a:pt x="1808" y="89"/>
                </a:cubicBezTo>
                <a:cubicBezTo>
                  <a:pt x="1802" y="90"/>
                  <a:pt x="1797" y="92"/>
                  <a:pt x="1802" y="93"/>
                </a:cubicBezTo>
                <a:moveTo>
                  <a:pt x="1873" y="76"/>
                </a:moveTo>
                <a:cubicBezTo>
                  <a:pt x="1862" y="70"/>
                  <a:pt x="1867" y="66"/>
                  <a:pt x="1862" y="62"/>
                </a:cubicBezTo>
                <a:cubicBezTo>
                  <a:pt x="1894" y="60"/>
                  <a:pt x="1894" y="70"/>
                  <a:pt x="1873" y="76"/>
                </a:cubicBezTo>
                <a:moveTo>
                  <a:pt x="1921" y="48"/>
                </a:moveTo>
                <a:cubicBezTo>
                  <a:pt x="1937" y="53"/>
                  <a:pt x="1916" y="56"/>
                  <a:pt x="1921" y="60"/>
                </a:cubicBezTo>
                <a:cubicBezTo>
                  <a:pt x="1910" y="62"/>
                  <a:pt x="1905" y="59"/>
                  <a:pt x="1900" y="57"/>
                </a:cubicBezTo>
                <a:cubicBezTo>
                  <a:pt x="1927" y="55"/>
                  <a:pt x="1900" y="50"/>
                  <a:pt x="1921" y="48"/>
                </a:cubicBezTo>
                <a:moveTo>
                  <a:pt x="1835" y="69"/>
                </a:moveTo>
                <a:cubicBezTo>
                  <a:pt x="1824" y="73"/>
                  <a:pt x="1808" y="77"/>
                  <a:pt x="1829" y="83"/>
                </a:cubicBezTo>
                <a:cubicBezTo>
                  <a:pt x="1802" y="83"/>
                  <a:pt x="1802" y="72"/>
                  <a:pt x="1802" y="67"/>
                </a:cubicBezTo>
                <a:cubicBezTo>
                  <a:pt x="1781" y="66"/>
                  <a:pt x="1781" y="67"/>
                  <a:pt x="1765" y="72"/>
                </a:cubicBezTo>
                <a:cubicBezTo>
                  <a:pt x="1759" y="69"/>
                  <a:pt x="1786" y="66"/>
                  <a:pt x="1775" y="62"/>
                </a:cubicBezTo>
                <a:cubicBezTo>
                  <a:pt x="1786" y="62"/>
                  <a:pt x="1819" y="70"/>
                  <a:pt x="1813" y="62"/>
                </a:cubicBezTo>
                <a:cubicBezTo>
                  <a:pt x="1829" y="59"/>
                  <a:pt x="1813" y="66"/>
                  <a:pt x="1835" y="69"/>
                </a:cubicBezTo>
                <a:moveTo>
                  <a:pt x="1878" y="40"/>
                </a:moveTo>
                <a:cubicBezTo>
                  <a:pt x="1873" y="48"/>
                  <a:pt x="1851" y="52"/>
                  <a:pt x="1824" y="57"/>
                </a:cubicBezTo>
                <a:cubicBezTo>
                  <a:pt x="1829" y="48"/>
                  <a:pt x="1851" y="42"/>
                  <a:pt x="1878" y="36"/>
                </a:cubicBezTo>
                <a:cubicBezTo>
                  <a:pt x="1883" y="39"/>
                  <a:pt x="1845" y="46"/>
                  <a:pt x="1878" y="40"/>
                </a:cubicBezTo>
                <a:moveTo>
                  <a:pt x="1792" y="52"/>
                </a:moveTo>
                <a:cubicBezTo>
                  <a:pt x="1786" y="42"/>
                  <a:pt x="1797" y="36"/>
                  <a:pt x="1813" y="32"/>
                </a:cubicBezTo>
                <a:cubicBezTo>
                  <a:pt x="1808" y="38"/>
                  <a:pt x="1824" y="43"/>
                  <a:pt x="1792" y="52"/>
                </a:cubicBezTo>
                <a:moveTo>
                  <a:pt x="1792" y="33"/>
                </a:moveTo>
                <a:cubicBezTo>
                  <a:pt x="1781" y="33"/>
                  <a:pt x="1775" y="35"/>
                  <a:pt x="1775" y="36"/>
                </a:cubicBezTo>
                <a:cubicBezTo>
                  <a:pt x="1770" y="38"/>
                  <a:pt x="1765" y="33"/>
                  <a:pt x="1754" y="36"/>
                </a:cubicBezTo>
                <a:cubicBezTo>
                  <a:pt x="1754" y="38"/>
                  <a:pt x="1754" y="39"/>
                  <a:pt x="1743" y="40"/>
                </a:cubicBezTo>
                <a:cubicBezTo>
                  <a:pt x="1732" y="36"/>
                  <a:pt x="1754" y="32"/>
                  <a:pt x="1759" y="28"/>
                </a:cubicBezTo>
                <a:cubicBezTo>
                  <a:pt x="1770" y="32"/>
                  <a:pt x="1781" y="29"/>
                  <a:pt x="1792" y="33"/>
                </a:cubicBezTo>
                <a:moveTo>
                  <a:pt x="1721" y="38"/>
                </a:moveTo>
                <a:cubicBezTo>
                  <a:pt x="1711" y="40"/>
                  <a:pt x="1705" y="39"/>
                  <a:pt x="1711" y="38"/>
                </a:cubicBezTo>
                <a:cubicBezTo>
                  <a:pt x="1711" y="35"/>
                  <a:pt x="1673" y="43"/>
                  <a:pt x="1694" y="40"/>
                </a:cubicBezTo>
                <a:cubicBezTo>
                  <a:pt x="1705" y="45"/>
                  <a:pt x="1673" y="43"/>
                  <a:pt x="1667" y="39"/>
                </a:cubicBezTo>
                <a:cubicBezTo>
                  <a:pt x="1689" y="33"/>
                  <a:pt x="1705" y="32"/>
                  <a:pt x="1721" y="38"/>
                </a:cubicBezTo>
                <a:moveTo>
                  <a:pt x="1640" y="42"/>
                </a:moveTo>
                <a:cubicBezTo>
                  <a:pt x="1630" y="52"/>
                  <a:pt x="1662" y="48"/>
                  <a:pt x="1667" y="56"/>
                </a:cubicBezTo>
                <a:cubicBezTo>
                  <a:pt x="1678" y="46"/>
                  <a:pt x="1705" y="50"/>
                  <a:pt x="1743" y="43"/>
                </a:cubicBezTo>
                <a:cubicBezTo>
                  <a:pt x="1743" y="46"/>
                  <a:pt x="1737" y="49"/>
                  <a:pt x="1743" y="50"/>
                </a:cubicBezTo>
                <a:cubicBezTo>
                  <a:pt x="1727" y="53"/>
                  <a:pt x="1689" y="49"/>
                  <a:pt x="1700" y="57"/>
                </a:cubicBezTo>
                <a:cubicBezTo>
                  <a:pt x="1694" y="59"/>
                  <a:pt x="1662" y="53"/>
                  <a:pt x="1667" y="59"/>
                </a:cubicBezTo>
                <a:cubicBezTo>
                  <a:pt x="1651" y="55"/>
                  <a:pt x="1630" y="59"/>
                  <a:pt x="1613" y="55"/>
                </a:cubicBezTo>
                <a:cubicBezTo>
                  <a:pt x="1640" y="50"/>
                  <a:pt x="1603" y="45"/>
                  <a:pt x="1640" y="42"/>
                </a:cubicBezTo>
                <a:moveTo>
                  <a:pt x="1500" y="70"/>
                </a:moveTo>
                <a:cubicBezTo>
                  <a:pt x="1489" y="70"/>
                  <a:pt x="1484" y="69"/>
                  <a:pt x="1473" y="66"/>
                </a:cubicBezTo>
                <a:cubicBezTo>
                  <a:pt x="1489" y="63"/>
                  <a:pt x="1495" y="64"/>
                  <a:pt x="1495" y="69"/>
                </a:cubicBezTo>
                <a:cubicBezTo>
                  <a:pt x="1495" y="59"/>
                  <a:pt x="1527" y="64"/>
                  <a:pt x="1532" y="62"/>
                </a:cubicBezTo>
                <a:cubicBezTo>
                  <a:pt x="1565" y="66"/>
                  <a:pt x="1522" y="64"/>
                  <a:pt x="1500" y="70"/>
                </a:cubicBezTo>
                <a:moveTo>
                  <a:pt x="1608" y="35"/>
                </a:moveTo>
                <a:cubicBezTo>
                  <a:pt x="1635" y="35"/>
                  <a:pt x="1592" y="45"/>
                  <a:pt x="1592" y="49"/>
                </a:cubicBezTo>
                <a:cubicBezTo>
                  <a:pt x="1575" y="48"/>
                  <a:pt x="1559" y="52"/>
                  <a:pt x="1543" y="46"/>
                </a:cubicBezTo>
                <a:cubicBezTo>
                  <a:pt x="1554" y="45"/>
                  <a:pt x="1559" y="43"/>
                  <a:pt x="1554" y="40"/>
                </a:cubicBezTo>
                <a:cubicBezTo>
                  <a:pt x="1575" y="49"/>
                  <a:pt x="1586" y="36"/>
                  <a:pt x="1608" y="35"/>
                </a:cubicBezTo>
                <a:moveTo>
                  <a:pt x="1468" y="66"/>
                </a:moveTo>
                <a:cubicBezTo>
                  <a:pt x="1452" y="72"/>
                  <a:pt x="1441" y="67"/>
                  <a:pt x="1430" y="70"/>
                </a:cubicBezTo>
                <a:cubicBezTo>
                  <a:pt x="1414" y="63"/>
                  <a:pt x="1457" y="62"/>
                  <a:pt x="1468" y="66"/>
                </a:cubicBezTo>
                <a:moveTo>
                  <a:pt x="1241" y="106"/>
                </a:moveTo>
                <a:cubicBezTo>
                  <a:pt x="1246" y="107"/>
                  <a:pt x="1241" y="107"/>
                  <a:pt x="1241" y="108"/>
                </a:cubicBezTo>
                <a:cubicBezTo>
                  <a:pt x="1235" y="108"/>
                  <a:pt x="1235" y="110"/>
                  <a:pt x="1241" y="111"/>
                </a:cubicBezTo>
                <a:cubicBezTo>
                  <a:pt x="1230" y="111"/>
                  <a:pt x="1209" y="100"/>
                  <a:pt x="1182" y="101"/>
                </a:cubicBezTo>
                <a:cubicBezTo>
                  <a:pt x="1182" y="94"/>
                  <a:pt x="1219" y="84"/>
                  <a:pt x="1241" y="93"/>
                </a:cubicBezTo>
                <a:cubicBezTo>
                  <a:pt x="1235" y="93"/>
                  <a:pt x="1230" y="92"/>
                  <a:pt x="1225" y="90"/>
                </a:cubicBezTo>
                <a:cubicBezTo>
                  <a:pt x="1219" y="92"/>
                  <a:pt x="1230" y="93"/>
                  <a:pt x="1230" y="94"/>
                </a:cubicBezTo>
                <a:cubicBezTo>
                  <a:pt x="1214" y="96"/>
                  <a:pt x="1203" y="94"/>
                  <a:pt x="1182" y="98"/>
                </a:cubicBezTo>
                <a:cubicBezTo>
                  <a:pt x="1192" y="101"/>
                  <a:pt x="1209" y="96"/>
                  <a:pt x="1219" y="97"/>
                </a:cubicBezTo>
                <a:cubicBezTo>
                  <a:pt x="1219" y="101"/>
                  <a:pt x="1214" y="108"/>
                  <a:pt x="1241" y="106"/>
                </a:cubicBezTo>
                <a:moveTo>
                  <a:pt x="1381" y="69"/>
                </a:moveTo>
                <a:cubicBezTo>
                  <a:pt x="1376" y="76"/>
                  <a:pt x="1371" y="66"/>
                  <a:pt x="1360" y="63"/>
                </a:cubicBezTo>
                <a:cubicBezTo>
                  <a:pt x="1376" y="59"/>
                  <a:pt x="1392" y="59"/>
                  <a:pt x="1408" y="63"/>
                </a:cubicBezTo>
                <a:cubicBezTo>
                  <a:pt x="1414" y="67"/>
                  <a:pt x="1397" y="63"/>
                  <a:pt x="1392" y="62"/>
                </a:cubicBezTo>
                <a:cubicBezTo>
                  <a:pt x="1381" y="64"/>
                  <a:pt x="1376" y="66"/>
                  <a:pt x="1381" y="69"/>
                </a:cubicBezTo>
                <a:moveTo>
                  <a:pt x="1511" y="39"/>
                </a:moveTo>
                <a:cubicBezTo>
                  <a:pt x="1538" y="25"/>
                  <a:pt x="1575" y="38"/>
                  <a:pt x="1511" y="39"/>
                </a:cubicBezTo>
                <a:moveTo>
                  <a:pt x="1495" y="31"/>
                </a:moveTo>
                <a:cubicBezTo>
                  <a:pt x="1511" y="29"/>
                  <a:pt x="1500" y="40"/>
                  <a:pt x="1500" y="45"/>
                </a:cubicBezTo>
                <a:cubicBezTo>
                  <a:pt x="1479" y="48"/>
                  <a:pt x="1495" y="39"/>
                  <a:pt x="1489" y="38"/>
                </a:cubicBezTo>
                <a:cubicBezTo>
                  <a:pt x="1468" y="33"/>
                  <a:pt x="1473" y="42"/>
                  <a:pt x="1457" y="43"/>
                </a:cubicBezTo>
                <a:cubicBezTo>
                  <a:pt x="1435" y="33"/>
                  <a:pt x="1495" y="35"/>
                  <a:pt x="1495" y="31"/>
                </a:cubicBezTo>
                <a:moveTo>
                  <a:pt x="1435" y="45"/>
                </a:moveTo>
                <a:cubicBezTo>
                  <a:pt x="1452" y="50"/>
                  <a:pt x="1441" y="56"/>
                  <a:pt x="1462" y="49"/>
                </a:cubicBezTo>
                <a:cubicBezTo>
                  <a:pt x="1479" y="57"/>
                  <a:pt x="1435" y="55"/>
                  <a:pt x="1419" y="56"/>
                </a:cubicBezTo>
                <a:cubicBezTo>
                  <a:pt x="1408" y="50"/>
                  <a:pt x="1403" y="53"/>
                  <a:pt x="1397" y="48"/>
                </a:cubicBezTo>
                <a:cubicBezTo>
                  <a:pt x="1414" y="46"/>
                  <a:pt x="1425" y="46"/>
                  <a:pt x="1435" y="45"/>
                </a:cubicBezTo>
                <a:moveTo>
                  <a:pt x="1333" y="57"/>
                </a:moveTo>
                <a:cubicBezTo>
                  <a:pt x="1344" y="62"/>
                  <a:pt x="1311" y="64"/>
                  <a:pt x="1317" y="69"/>
                </a:cubicBezTo>
                <a:cubicBezTo>
                  <a:pt x="1311" y="70"/>
                  <a:pt x="1306" y="67"/>
                  <a:pt x="1311" y="66"/>
                </a:cubicBezTo>
                <a:cubicBezTo>
                  <a:pt x="1306" y="64"/>
                  <a:pt x="1300" y="64"/>
                  <a:pt x="1300" y="66"/>
                </a:cubicBezTo>
                <a:cubicBezTo>
                  <a:pt x="1295" y="63"/>
                  <a:pt x="1300" y="63"/>
                  <a:pt x="1306" y="64"/>
                </a:cubicBezTo>
                <a:cubicBezTo>
                  <a:pt x="1327" y="62"/>
                  <a:pt x="1317" y="57"/>
                  <a:pt x="1333" y="57"/>
                </a:cubicBezTo>
                <a:moveTo>
                  <a:pt x="1031" y="103"/>
                </a:moveTo>
                <a:cubicBezTo>
                  <a:pt x="1025" y="97"/>
                  <a:pt x="1031" y="100"/>
                  <a:pt x="1014" y="104"/>
                </a:cubicBezTo>
                <a:cubicBezTo>
                  <a:pt x="1009" y="100"/>
                  <a:pt x="1009" y="97"/>
                  <a:pt x="1020" y="94"/>
                </a:cubicBezTo>
                <a:cubicBezTo>
                  <a:pt x="1041" y="94"/>
                  <a:pt x="1052" y="100"/>
                  <a:pt x="1031" y="103"/>
                </a:cubicBezTo>
                <a:moveTo>
                  <a:pt x="1160" y="74"/>
                </a:moveTo>
                <a:cubicBezTo>
                  <a:pt x="1155" y="76"/>
                  <a:pt x="1149" y="74"/>
                  <a:pt x="1149" y="73"/>
                </a:cubicBezTo>
                <a:cubicBezTo>
                  <a:pt x="1144" y="72"/>
                  <a:pt x="1138" y="73"/>
                  <a:pt x="1138" y="73"/>
                </a:cubicBezTo>
                <a:cubicBezTo>
                  <a:pt x="1122" y="72"/>
                  <a:pt x="1176" y="69"/>
                  <a:pt x="1144" y="69"/>
                </a:cubicBezTo>
                <a:cubicBezTo>
                  <a:pt x="1144" y="63"/>
                  <a:pt x="1192" y="67"/>
                  <a:pt x="1198" y="57"/>
                </a:cubicBezTo>
                <a:cubicBezTo>
                  <a:pt x="1209" y="63"/>
                  <a:pt x="1225" y="56"/>
                  <a:pt x="1235" y="63"/>
                </a:cubicBezTo>
                <a:cubicBezTo>
                  <a:pt x="1209" y="64"/>
                  <a:pt x="1160" y="64"/>
                  <a:pt x="1160" y="74"/>
                </a:cubicBezTo>
                <a:moveTo>
                  <a:pt x="1397" y="40"/>
                </a:moveTo>
                <a:cubicBezTo>
                  <a:pt x="1365" y="39"/>
                  <a:pt x="1365" y="52"/>
                  <a:pt x="1333" y="50"/>
                </a:cubicBezTo>
                <a:cubicBezTo>
                  <a:pt x="1327" y="48"/>
                  <a:pt x="1371" y="33"/>
                  <a:pt x="1371" y="40"/>
                </a:cubicBezTo>
                <a:cubicBezTo>
                  <a:pt x="1376" y="38"/>
                  <a:pt x="1387" y="35"/>
                  <a:pt x="1381" y="31"/>
                </a:cubicBezTo>
                <a:cubicBezTo>
                  <a:pt x="1408" y="29"/>
                  <a:pt x="1381" y="38"/>
                  <a:pt x="1397" y="40"/>
                </a:cubicBezTo>
                <a:moveTo>
                  <a:pt x="1273" y="40"/>
                </a:moveTo>
                <a:cubicBezTo>
                  <a:pt x="1290" y="46"/>
                  <a:pt x="1263" y="49"/>
                  <a:pt x="1279" y="55"/>
                </a:cubicBezTo>
                <a:cubicBezTo>
                  <a:pt x="1268" y="56"/>
                  <a:pt x="1268" y="53"/>
                  <a:pt x="1273" y="53"/>
                </a:cubicBezTo>
                <a:cubicBezTo>
                  <a:pt x="1263" y="49"/>
                  <a:pt x="1246" y="60"/>
                  <a:pt x="1241" y="52"/>
                </a:cubicBezTo>
                <a:cubicBezTo>
                  <a:pt x="1241" y="50"/>
                  <a:pt x="1246" y="52"/>
                  <a:pt x="1252" y="52"/>
                </a:cubicBezTo>
                <a:cubicBezTo>
                  <a:pt x="1279" y="49"/>
                  <a:pt x="1241" y="43"/>
                  <a:pt x="1273" y="40"/>
                </a:cubicBezTo>
                <a:moveTo>
                  <a:pt x="1095" y="76"/>
                </a:moveTo>
                <a:cubicBezTo>
                  <a:pt x="1095" y="80"/>
                  <a:pt x="1106" y="83"/>
                  <a:pt x="1106" y="87"/>
                </a:cubicBezTo>
                <a:cubicBezTo>
                  <a:pt x="1095" y="92"/>
                  <a:pt x="1068" y="82"/>
                  <a:pt x="1090" y="90"/>
                </a:cubicBezTo>
                <a:cubicBezTo>
                  <a:pt x="1079" y="92"/>
                  <a:pt x="1057" y="86"/>
                  <a:pt x="1079" y="93"/>
                </a:cubicBezTo>
                <a:cubicBezTo>
                  <a:pt x="1063" y="92"/>
                  <a:pt x="1036" y="93"/>
                  <a:pt x="1036" y="86"/>
                </a:cubicBezTo>
                <a:cubicBezTo>
                  <a:pt x="1074" y="92"/>
                  <a:pt x="1068" y="83"/>
                  <a:pt x="1095" y="76"/>
                </a:cubicBezTo>
                <a:moveTo>
                  <a:pt x="442" y="86"/>
                </a:moveTo>
                <a:cubicBezTo>
                  <a:pt x="410" y="84"/>
                  <a:pt x="442" y="73"/>
                  <a:pt x="404" y="83"/>
                </a:cubicBezTo>
                <a:cubicBezTo>
                  <a:pt x="399" y="77"/>
                  <a:pt x="447" y="72"/>
                  <a:pt x="480" y="66"/>
                </a:cubicBezTo>
                <a:cubicBezTo>
                  <a:pt x="485" y="70"/>
                  <a:pt x="485" y="73"/>
                  <a:pt x="491" y="76"/>
                </a:cubicBezTo>
                <a:cubicBezTo>
                  <a:pt x="458" y="77"/>
                  <a:pt x="447" y="77"/>
                  <a:pt x="442" y="86"/>
                </a:cubicBezTo>
                <a:moveTo>
                  <a:pt x="572" y="53"/>
                </a:moveTo>
                <a:cubicBezTo>
                  <a:pt x="593" y="49"/>
                  <a:pt x="572" y="62"/>
                  <a:pt x="588" y="57"/>
                </a:cubicBezTo>
                <a:cubicBezTo>
                  <a:pt x="593" y="60"/>
                  <a:pt x="577" y="62"/>
                  <a:pt x="572" y="63"/>
                </a:cubicBezTo>
                <a:cubicBezTo>
                  <a:pt x="550" y="60"/>
                  <a:pt x="577" y="57"/>
                  <a:pt x="572" y="53"/>
                </a:cubicBezTo>
                <a:moveTo>
                  <a:pt x="431" y="98"/>
                </a:moveTo>
                <a:cubicBezTo>
                  <a:pt x="404" y="94"/>
                  <a:pt x="464" y="87"/>
                  <a:pt x="475" y="94"/>
                </a:cubicBezTo>
                <a:cubicBezTo>
                  <a:pt x="458" y="98"/>
                  <a:pt x="447" y="92"/>
                  <a:pt x="431" y="98"/>
                </a:cubicBezTo>
                <a:moveTo>
                  <a:pt x="815" y="60"/>
                </a:moveTo>
                <a:cubicBezTo>
                  <a:pt x="842" y="53"/>
                  <a:pt x="815" y="53"/>
                  <a:pt x="858" y="52"/>
                </a:cubicBezTo>
                <a:cubicBezTo>
                  <a:pt x="858" y="53"/>
                  <a:pt x="852" y="53"/>
                  <a:pt x="852" y="53"/>
                </a:cubicBezTo>
                <a:cubicBezTo>
                  <a:pt x="842" y="55"/>
                  <a:pt x="852" y="56"/>
                  <a:pt x="858" y="59"/>
                </a:cubicBezTo>
                <a:cubicBezTo>
                  <a:pt x="842" y="63"/>
                  <a:pt x="831" y="57"/>
                  <a:pt x="815" y="60"/>
                </a:cubicBezTo>
                <a:moveTo>
                  <a:pt x="653" y="96"/>
                </a:moveTo>
                <a:cubicBezTo>
                  <a:pt x="663" y="97"/>
                  <a:pt x="669" y="100"/>
                  <a:pt x="674" y="101"/>
                </a:cubicBezTo>
                <a:cubicBezTo>
                  <a:pt x="653" y="107"/>
                  <a:pt x="626" y="98"/>
                  <a:pt x="653" y="96"/>
                </a:cubicBezTo>
                <a:moveTo>
                  <a:pt x="917" y="56"/>
                </a:moveTo>
                <a:cubicBezTo>
                  <a:pt x="928" y="63"/>
                  <a:pt x="917" y="63"/>
                  <a:pt x="890" y="67"/>
                </a:cubicBezTo>
                <a:cubicBezTo>
                  <a:pt x="869" y="62"/>
                  <a:pt x="912" y="60"/>
                  <a:pt x="917" y="56"/>
                </a:cubicBezTo>
                <a:moveTo>
                  <a:pt x="723" y="108"/>
                </a:moveTo>
                <a:cubicBezTo>
                  <a:pt x="712" y="106"/>
                  <a:pt x="717" y="104"/>
                  <a:pt x="712" y="101"/>
                </a:cubicBezTo>
                <a:cubicBezTo>
                  <a:pt x="723" y="101"/>
                  <a:pt x="728" y="100"/>
                  <a:pt x="739" y="98"/>
                </a:cubicBezTo>
                <a:cubicBezTo>
                  <a:pt x="755" y="101"/>
                  <a:pt x="750" y="103"/>
                  <a:pt x="755" y="106"/>
                </a:cubicBezTo>
                <a:cubicBezTo>
                  <a:pt x="744" y="108"/>
                  <a:pt x="734" y="106"/>
                  <a:pt x="723" y="108"/>
                </a:cubicBezTo>
                <a:moveTo>
                  <a:pt x="766" y="100"/>
                </a:moveTo>
                <a:cubicBezTo>
                  <a:pt x="766" y="92"/>
                  <a:pt x="787" y="100"/>
                  <a:pt x="820" y="94"/>
                </a:cubicBezTo>
                <a:cubicBezTo>
                  <a:pt x="809" y="94"/>
                  <a:pt x="798" y="96"/>
                  <a:pt x="793" y="93"/>
                </a:cubicBezTo>
                <a:cubicBezTo>
                  <a:pt x="804" y="90"/>
                  <a:pt x="815" y="90"/>
                  <a:pt x="825" y="93"/>
                </a:cubicBezTo>
                <a:cubicBezTo>
                  <a:pt x="820" y="101"/>
                  <a:pt x="787" y="96"/>
                  <a:pt x="766" y="100"/>
                </a:cubicBezTo>
                <a:moveTo>
                  <a:pt x="858" y="89"/>
                </a:moveTo>
                <a:cubicBezTo>
                  <a:pt x="852" y="86"/>
                  <a:pt x="874" y="89"/>
                  <a:pt x="869" y="84"/>
                </a:cubicBezTo>
                <a:cubicBezTo>
                  <a:pt x="890" y="90"/>
                  <a:pt x="869" y="97"/>
                  <a:pt x="874" y="104"/>
                </a:cubicBezTo>
                <a:cubicBezTo>
                  <a:pt x="858" y="100"/>
                  <a:pt x="869" y="90"/>
                  <a:pt x="858" y="89"/>
                </a:cubicBezTo>
                <a:moveTo>
                  <a:pt x="1052" y="52"/>
                </a:moveTo>
                <a:cubicBezTo>
                  <a:pt x="1031" y="48"/>
                  <a:pt x="1074" y="42"/>
                  <a:pt x="1084" y="43"/>
                </a:cubicBezTo>
                <a:cubicBezTo>
                  <a:pt x="1095" y="50"/>
                  <a:pt x="1068" y="48"/>
                  <a:pt x="1052" y="52"/>
                </a:cubicBezTo>
                <a:moveTo>
                  <a:pt x="1235" y="40"/>
                </a:moveTo>
                <a:cubicBezTo>
                  <a:pt x="1225" y="43"/>
                  <a:pt x="1214" y="40"/>
                  <a:pt x="1203" y="43"/>
                </a:cubicBezTo>
                <a:cubicBezTo>
                  <a:pt x="1192" y="46"/>
                  <a:pt x="1230" y="39"/>
                  <a:pt x="1209" y="35"/>
                </a:cubicBezTo>
                <a:cubicBezTo>
                  <a:pt x="1219" y="33"/>
                  <a:pt x="1230" y="31"/>
                  <a:pt x="1241" y="29"/>
                </a:cubicBezTo>
                <a:cubicBezTo>
                  <a:pt x="1225" y="29"/>
                  <a:pt x="1225" y="26"/>
                  <a:pt x="1235" y="25"/>
                </a:cubicBezTo>
                <a:cubicBezTo>
                  <a:pt x="1257" y="31"/>
                  <a:pt x="1219" y="35"/>
                  <a:pt x="1235" y="40"/>
                </a:cubicBezTo>
                <a:moveTo>
                  <a:pt x="982" y="72"/>
                </a:moveTo>
                <a:cubicBezTo>
                  <a:pt x="998" y="70"/>
                  <a:pt x="971" y="79"/>
                  <a:pt x="977" y="83"/>
                </a:cubicBezTo>
                <a:cubicBezTo>
                  <a:pt x="960" y="86"/>
                  <a:pt x="944" y="79"/>
                  <a:pt x="966" y="74"/>
                </a:cubicBezTo>
                <a:cubicBezTo>
                  <a:pt x="971" y="83"/>
                  <a:pt x="966" y="74"/>
                  <a:pt x="982" y="72"/>
                </a:cubicBezTo>
                <a:moveTo>
                  <a:pt x="1144" y="33"/>
                </a:moveTo>
                <a:cubicBezTo>
                  <a:pt x="1176" y="35"/>
                  <a:pt x="1127" y="38"/>
                  <a:pt x="1111" y="42"/>
                </a:cubicBezTo>
                <a:cubicBezTo>
                  <a:pt x="1111" y="40"/>
                  <a:pt x="1111" y="39"/>
                  <a:pt x="1106" y="36"/>
                </a:cubicBezTo>
                <a:cubicBezTo>
                  <a:pt x="1117" y="29"/>
                  <a:pt x="1149" y="42"/>
                  <a:pt x="1144" y="33"/>
                </a:cubicBezTo>
                <a:moveTo>
                  <a:pt x="993" y="62"/>
                </a:moveTo>
                <a:cubicBezTo>
                  <a:pt x="982" y="67"/>
                  <a:pt x="950" y="59"/>
                  <a:pt x="955" y="67"/>
                </a:cubicBezTo>
                <a:cubicBezTo>
                  <a:pt x="928" y="69"/>
                  <a:pt x="944" y="62"/>
                  <a:pt x="960" y="60"/>
                </a:cubicBezTo>
                <a:cubicBezTo>
                  <a:pt x="950" y="57"/>
                  <a:pt x="939" y="62"/>
                  <a:pt x="928" y="56"/>
                </a:cubicBezTo>
                <a:cubicBezTo>
                  <a:pt x="939" y="53"/>
                  <a:pt x="950" y="56"/>
                  <a:pt x="939" y="57"/>
                </a:cubicBezTo>
                <a:cubicBezTo>
                  <a:pt x="966" y="60"/>
                  <a:pt x="971" y="52"/>
                  <a:pt x="987" y="53"/>
                </a:cubicBezTo>
                <a:cubicBezTo>
                  <a:pt x="993" y="56"/>
                  <a:pt x="971" y="57"/>
                  <a:pt x="993" y="62"/>
                </a:cubicBezTo>
                <a:moveTo>
                  <a:pt x="1047" y="25"/>
                </a:moveTo>
                <a:cubicBezTo>
                  <a:pt x="1063" y="23"/>
                  <a:pt x="1074" y="23"/>
                  <a:pt x="1084" y="22"/>
                </a:cubicBezTo>
                <a:cubicBezTo>
                  <a:pt x="1106" y="33"/>
                  <a:pt x="1052" y="28"/>
                  <a:pt x="1047" y="40"/>
                </a:cubicBezTo>
                <a:cubicBezTo>
                  <a:pt x="1025" y="40"/>
                  <a:pt x="1025" y="38"/>
                  <a:pt x="1025" y="32"/>
                </a:cubicBezTo>
                <a:cubicBezTo>
                  <a:pt x="1020" y="36"/>
                  <a:pt x="1014" y="36"/>
                  <a:pt x="1009" y="33"/>
                </a:cubicBezTo>
                <a:cubicBezTo>
                  <a:pt x="1025" y="32"/>
                  <a:pt x="1047" y="31"/>
                  <a:pt x="1063" y="29"/>
                </a:cubicBezTo>
                <a:cubicBezTo>
                  <a:pt x="1068" y="26"/>
                  <a:pt x="1057" y="28"/>
                  <a:pt x="1047" y="25"/>
                </a:cubicBezTo>
                <a:moveTo>
                  <a:pt x="998" y="43"/>
                </a:moveTo>
                <a:cubicBezTo>
                  <a:pt x="982" y="45"/>
                  <a:pt x="955" y="43"/>
                  <a:pt x="955" y="39"/>
                </a:cubicBezTo>
                <a:cubicBezTo>
                  <a:pt x="971" y="35"/>
                  <a:pt x="998" y="39"/>
                  <a:pt x="998" y="43"/>
                </a:cubicBezTo>
                <a:moveTo>
                  <a:pt x="912" y="48"/>
                </a:moveTo>
                <a:cubicBezTo>
                  <a:pt x="885" y="42"/>
                  <a:pt x="923" y="39"/>
                  <a:pt x="912" y="35"/>
                </a:cubicBezTo>
                <a:cubicBezTo>
                  <a:pt x="923" y="33"/>
                  <a:pt x="923" y="45"/>
                  <a:pt x="912" y="48"/>
                </a:cubicBezTo>
                <a:moveTo>
                  <a:pt x="647" y="89"/>
                </a:moveTo>
                <a:cubicBezTo>
                  <a:pt x="653" y="93"/>
                  <a:pt x="642" y="90"/>
                  <a:pt x="637" y="89"/>
                </a:cubicBezTo>
                <a:cubicBezTo>
                  <a:pt x="615" y="94"/>
                  <a:pt x="615" y="110"/>
                  <a:pt x="577" y="98"/>
                </a:cubicBezTo>
                <a:cubicBezTo>
                  <a:pt x="610" y="96"/>
                  <a:pt x="604" y="92"/>
                  <a:pt x="615" y="86"/>
                </a:cubicBezTo>
                <a:cubicBezTo>
                  <a:pt x="626" y="83"/>
                  <a:pt x="637" y="90"/>
                  <a:pt x="647" y="89"/>
                </a:cubicBezTo>
                <a:moveTo>
                  <a:pt x="739" y="62"/>
                </a:moveTo>
                <a:cubicBezTo>
                  <a:pt x="734" y="63"/>
                  <a:pt x="739" y="63"/>
                  <a:pt x="739" y="64"/>
                </a:cubicBezTo>
                <a:cubicBezTo>
                  <a:pt x="707" y="63"/>
                  <a:pt x="755" y="60"/>
                  <a:pt x="761" y="56"/>
                </a:cubicBezTo>
                <a:cubicBezTo>
                  <a:pt x="782" y="60"/>
                  <a:pt x="755" y="64"/>
                  <a:pt x="739" y="62"/>
                </a:cubicBezTo>
                <a:moveTo>
                  <a:pt x="863" y="40"/>
                </a:moveTo>
                <a:cubicBezTo>
                  <a:pt x="847" y="42"/>
                  <a:pt x="836" y="45"/>
                  <a:pt x="825" y="48"/>
                </a:cubicBezTo>
                <a:cubicBezTo>
                  <a:pt x="815" y="42"/>
                  <a:pt x="842" y="38"/>
                  <a:pt x="842" y="33"/>
                </a:cubicBezTo>
                <a:cubicBezTo>
                  <a:pt x="863" y="35"/>
                  <a:pt x="847" y="36"/>
                  <a:pt x="863" y="40"/>
                </a:cubicBezTo>
                <a:moveTo>
                  <a:pt x="637" y="76"/>
                </a:moveTo>
                <a:cubicBezTo>
                  <a:pt x="653" y="77"/>
                  <a:pt x="653" y="70"/>
                  <a:pt x="674" y="73"/>
                </a:cubicBezTo>
                <a:cubicBezTo>
                  <a:pt x="680" y="82"/>
                  <a:pt x="642" y="79"/>
                  <a:pt x="626" y="83"/>
                </a:cubicBezTo>
                <a:cubicBezTo>
                  <a:pt x="620" y="80"/>
                  <a:pt x="615" y="79"/>
                  <a:pt x="610" y="76"/>
                </a:cubicBezTo>
                <a:cubicBezTo>
                  <a:pt x="620" y="72"/>
                  <a:pt x="626" y="69"/>
                  <a:pt x="631" y="67"/>
                </a:cubicBezTo>
                <a:cubicBezTo>
                  <a:pt x="653" y="64"/>
                  <a:pt x="626" y="73"/>
                  <a:pt x="637" y="76"/>
                </a:cubicBezTo>
                <a:moveTo>
                  <a:pt x="669" y="50"/>
                </a:moveTo>
                <a:cubicBezTo>
                  <a:pt x="690" y="56"/>
                  <a:pt x="669" y="60"/>
                  <a:pt x="669" y="64"/>
                </a:cubicBezTo>
                <a:cubicBezTo>
                  <a:pt x="663" y="64"/>
                  <a:pt x="663" y="63"/>
                  <a:pt x="663" y="62"/>
                </a:cubicBezTo>
                <a:cubicBezTo>
                  <a:pt x="658" y="62"/>
                  <a:pt x="647" y="62"/>
                  <a:pt x="637" y="63"/>
                </a:cubicBezTo>
                <a:cubicBezTo>
                  <a:pt x="631" y="59"/>
                  <a:pt x="647" y="55"/>
                  <a:pt x="669" y="50"/>
                </a:cubicBezTo>
                <a:moveTo>
                  <a:pt x="583" y="72"/>
                </a:moveTo>
                <a:cubicBezTo>
                  <a:pt x="566" y="77"/>
                  <a:pt x="555" y="86"/>
                  <a:pt x="534" y="87"/>
                </a:cubicBezTo>
                <a:cubicBezTo>
                  <a:pt x="534" y="80"/>
                  <a:pt x="518" y="73"/>
                  <a:pt x="550" y="67"/>
                </a:cubicBezTo>
                <a:cubicBezTo>
                  <a:pt x="572" y="67"/>
                  <a:pt x="561" y="74"/>
                  <a:pt x="583" y="72"/>
                </a:cubicBezTo>
                <a:moveTo>
                  <a:pt x="793" y="21"/>
                </a:moveTo>
                <a:cubicBezTo>
                  <a:pt x="782" y="23"/>
                  <a:pt x="777" y="22"/>
                  <a:pt x="782" y="21"/>
                </a:cubicBezTo>
                <a:cubicBezTo>
                  <a:pt x="771" y="19"/>
                  <a:pt x="750" y="23"/>
                  <a:pt x="739" y="25"/>
                </a:cubicBezTo>
                <a:cubicBezTo>
                  <a:pt x="723" y="19"/>
                  <a:pt x="777" y="12"/>
                  <a:pt x="793" y="21"/>
                </a:cubicBezTo>
                <a:moveTo>
                  <a:pt x="723" y="26"/>
                </a:moveTo>
                <a:cubicBezTo>
                  <a:pt x="723" y="33"/>
                  <a:pt x="701" y="36"/>
                  <a:pt x="707" y="40"/>
                </a:cubicBezTo>
                <a:cubicBezTo>
                  <a:pt x="696" y="43"/>
                  <a:pt x="685" y="46"/>
                  <a:pt x="669" y="48"/>
                </a:cubicBezTo>
                <a:cubicBezTo>
                  <a:pt x="658" y="46"/>
                  <a:pt x="658" y="43"/>
                  <a:pt x="669" y="40"/>
                </a:cubicBezTo>
                <a:cubicBezTo>
                  <a:pt x="674" y="42"/>
                  <a:pt x="669" y="43"/>
                  <a:pt x="669" y="43"/>
                </a:cubicBezTo>
                <a:cubicBezTo>
                  <a:pt x="690" y="45"/>
                  <a:pt x="701" y="25"/>
                  <a:pt x="690" y="29"/>
                </a:cubicBezTo>
                <a:cubicBezTo>
                  <a:pt x="685" y="26"/>
                  <a:pt x="707" y="25"/>
                  <a:pt x="701" y="22"/>
                </a:cubicBezTo>
                <a:cubicBezTo>
                  <a:pt x="712" y="21"/>
                  <a:pt x="707" y="25"/>
                  <a:pt x="723" y="26"/>
                </a:cubicBezTo>
                <a:moveTo>
                  <a:pt x="647" y="33"/>
                </a:moveTo>
                <a:cubicBezTo>
                  <a:pt x="663" y="38"/>
                  <a:pt x="631" y="40"/>
                  <a:pt x="642" y="45"/>
                </a:cubicBezTo>
                <a:cubicBezTo>
                  <a:pt x="626" y="46"/>
                  <a:pt x="620" y="35"/>
                  <a:pt x="647" y="33"/>
                </a:cubicBezTo>
                <a:moveTo>
                  <a:pt x="572" y="48"/>
                </a:moveTo>
                <a:cubicBezTo>
                  <a:pt x="572" y="43"/>
                  <a:pt x="588" y="39"/>
                  <a:pt x="604" y="36"/>
                </a:cubicBezTo>
                <a:cubicBezTo>
                  <a:pt x="631" y="43"/>
                  <a:pt x="593" y="45"/>
                  <a:pt x="572" y="48"/>
                </a:cubicBezTo>
                <a:moveTo>
                  <a:pt x="242" y="77"/>
                </a:moveTo>
                <a:cubicBezTo>
                  <a:pt x="221" y="80"/>
                  <a:pt x="199" y="80"/>
                  <a:pt x="183" y="74"/>
                </a:cubicBezTo>
                <a:cubicBezTo>
                  <a:pt x="178" y="79"/>
                  <a:pt x="167" y="83"/>
                  <a:pt x="183" y="87"/>
                </a:cubicBezTo>
                <a:cubicBezTo>
                  <a:pt x="151" y="92"/>
                  <a:pt x="156" y="93"/>
                  <a:pt x="129" y="93"/>
                </a:cubicBezTo>
                <a:cubicBezTo>
                  <a:pt x="145" y="84"/>
                  <a:pt x="167" y="83"/>
                  <a:pt x="145" y="72"/>
                </a:cubicBezTo>
                <a:cubicBezTo>
                  <a:pt x="194" y="70"/>
                  <a:pt x="172" y="57"/>
                  <a:pt x="189" y="50"/>
                </a:cubicBezTo>
                <a:cubicBezTo>
                  <a:pt x="194" y="56"/>
                  <a:pt x="205" y="63"/>
                  <a:pt x="183" y="69"/>
                </a:cubicBezTo>
                <a:cubicBezTo>
                  <a:pt x="183" y="67"/>
                  <a:pt x="178" y="67"/>
                  <a:pt x="172" y="69"/>
                </a:cubicBezTo>
                <a:cubicBezTo>
                  <a:pt x="178" y="69"/>
                  <a:pt x="183" y="70"/>
                  <a:pt x="183" y="72"/>
                </a:cubicBezTo>
                <a:cubicBezTo>
                  <a:pt x="194" y="74"/>
                  <a:pt x="205" y="69"/>
                  <a:pt x="215" y="70"/>
                </a:cubicBezTo>
                <a:cubicBezTo>
                  <a:pt x="221" y="67"/>
                  <a:pt x="226" y="64"/>
                  <a:pt x="215" y="62"/>
                </a:cubicBezTo>
                <a:cubicBezTo>
                  <a:pt x="232" y="59"/>
                  <a:pt x="248" y="56"/>
                  <a:pt x="264" y="52"/>
                </a:cubicBezTo>
                <a:cubicBezTo>
                  <a:pt x="296" y="62"/>
                  <a:pt x="226" y="66"/>
                  <a:pt x="242" y="77"/>
                </a:cubicBezTo>
                <a:moveTo>
                  <a:pt x="345" y="69"/>
                </a:moveTo>
                <a:cubicBezTo>
                  <a:pt x="340" y="67"/>
                  <a:pt x="334" y="70"/>
                  <a:pt x="329" y="70"/>
                </a:cubicBezTo>
                <a:cubicBezTo>
                  <a:pt x="307" y="57"/>
                  <a:pt x="394" y="69"/>
                  <a:pt x="350" y="76"/>
                </a:cubicBezTo>
                <a:cubicBezTo>
                  <a:pt x="345" y="73"/>
                  <a:pt x="350" y="72"/>
                  <a:pt x="345" y="69"/>
                </a:cubicBezTo>
                <a:moveTo>
                  <a:pt x="523" y="40"/>
                </a:moveTo>
                <a:cubicBezTo>
                  <a:pt x="512" y="31"/>
                  <a:pt x="572" y="38"/>
                  <a:pt x="561" y="28"/>
                </a:cubicBezTo>
                <a:cubicBezTo>
                  <a:pt x="583" y="32"/>
                  <a:pt x="610" y="18"/>
                  <a:pt x="626" y="26"/>
                </a:cubicBezTo>
                <a:cubicBezTo>
                  <a:pt x="604" y="29"/>
                  <a:pt x="610" y="28"/>
                  <a:pt x="599" y="33"/>
                </a:cubicBezTo>
                <a:cubicBezTo>
                  <a:pt x="593" y="25"/>
                  <a:pt x="555" y="38"/>
                  <a:pt x="539" y="45"/>
                </a:cubicBezTo>
                <a:cubicBezTo>
                  <a:pt x="512" y="40"/>
                  <a:pt x="502" y="43"/>
                  <a:pt x="464" y="38"/>
                </a:cubicBezTo>
                <a:cubicBezTo>
                  <a:pt x="485" y="35"/>
                  <a:pt x="502" y="35"/>
                  <a:pt x="523" y="40"/>
                </a:cubicBezTo>
                <a:moveTo>
                  <a:pt x="431" y="62"/>
                </a:moveTo>
                <a:cubicBezTo>
                  <a:pt x="410" y="53"/>
                  <a:pt x="469" y="53"/>
                  <a:pt x="485" y="50"/>
                </a:cubicBezTo>
                <a:cubicBezTo>
                  <a:pt x="496" y="59"/>
                  <a:pt x="447" y="56"/>
                  <a:pt x="431" y="62"/>
                </a:cubicBezTo>
                <a:moveTo>
                  <a:pt x="453" y="45"/>
                </a:moveTo>
                <a:cubicBezTo>
                  <a:pt x="437" y="45"/>
                  <a:pt x="421" y="50"/>
                  <a:pt x="410" y="49"/>
                </a:cubicBezTo>
                <a:cubicBezTo>
                  <a:pt x="394" y="43"/>
                  <a:pt x="431" y="36"/>
                  <a:pt x="442" y="36"/>
                </a:cubicBezTo>
                <a:cubicBezTo>
                  <a:pt x="442" y="39"/>
                  <a:pt x="447" y="42"/>
                  <a:pt x="453" y="45"/>
                </a:cubicBezTo>
                <a:moveTo>
                  <a:pt x="491" y="18"/>
                </a:moveTo>
                <a:cubicBezTo>
                  <a:pt x="502" y="23"/>
                  <a:pt x="491" y="31"/>
                  <a:pt x="469" y="31"/>
                </a:cubicBezTo>
                <a:cubicBezTo>
                  <a:pt x="464" y="26"/>
                  <a:pt x="469" y="22"/>
                  <a:pt x="491" y="18"/>
                </a:cubicBezTo>
                <a:moveTo>
                  <a:pt x="372" y="79"/>
                </a:moveTo>
                <a:cubicBezTo>
                  <a:pt x="383" y="70"/>
                  <a:pt x="372" y="69"/>
                  <a:pt x="367" y="62"/>
                </a:cubicBezTo>
                <a:cubicBezTo>
                  <a:pt x="361" y="56"/>
                  <a:pt x="323" y="62"/>
                  <a:pt x="334" y="56"/>
                </a:cubicBezTo>
                <a:cubicBezTo>
                  <a:pt x="367" y="46"/>
                  <a:pt x="453" y="67"/>
                  <a:pt x="372" y="79"/>
                </a:cubicBezTo>
                <a:moveTo>
                  <a:pt x="388" y="45"/>
                </a:moveTo>
                <a:cubicBezTo>
                  <a:pt x="377" y="48"/>
                  <a:pt x="313" y="52"/>
                  <a:pt x="302" y="57"/>
                </a:cubicBezTo>
                <a:cubicBezTo>
                  <a:pt x="296" y="52"/>
                  <a:pt x="318" y="48"/>
                  <a:pt x="340" y="42"/>
                </a:cubicBezTo>
                <a:cubicBezTo>
                  <a:pt x="356" y="43"/>
                  <a:pt x="372" y="46"/>
                  <a:pt x="388" y="45"/>
                </a:cubicBezTo>
                <a:moveTo>
                  <a:pt x="410" y="35"/>
                </a:moveTo>
                <a:cubicBezTo>
                  <a:pt x="377" y="35"/>
                  <a:pt x="377" y="36"/>
                  <a:pt x="350" y="39"/>
                </a:cubicBezTo>
                <a:cubicBezTo>
                  <a:pt x="340" y="36"/>
                  <a:pt x="356" y="35"/>
                  <a:pt x="350" y="32"/>
                </a:cubicBezTo>
                <a:cubicBezTo>
                  <a:pt x="334" y="31"/>
                  <a:pt x="313" y="46"/>
                  <a:pt x="285" y="38"/>
                </a:cubicBezTo>
                <a:cubicBezTo>
                  <a:pt x="323" y="32"/>
                  <a:pt x="318" y="26"/>
                  <a:pt x="345" y="21"/>
                </a:cubicBezTo>
                <a:cubicBezTo>
                  <a:pt x="356" y="29"/>
                  <a:pt x="372" y="32"/>
                  <a:pt x="410" y="35"/>
                </a:cubicBezTo>
                <a:moveTo>
                  <a:pt x="269" y="35"/>
                </a:moveTo>
                <a:cubicBezTo>
                  <a:pt x="248" y="45"/>
                  <a:pt x="307" y="46"/>
                  <a:pt x="285" y="50"/>
                </a:cubicBezTo>
                <a:cubicBezTo>
                  <a:pt x="275" y="45"/>
                  <a:pt x="259" y="50"/>
                  <a:pt x="253" y="45"/>
                </a:cubicBezTo>
                <a:cubicBezTo>
                  <a:pt x="242" y="49"/>
                  <a:pt x="242" y="53"/>
                  <a:pt x="215" y="56"/>
                </a:cubicBezTo>
                <a:cubicBezTo>
                  <a:pt x="215" y="45"/>
                  <a:pt x="221" y="38"/>
                  <a:pt x="269" y="35"/>
                </a:cubicBezTo>
                <a:moveTo>
                  <a:pt x="334" y="18"/>
                </a:moveTo>
                <a:cubicBezTo>
                  <a:pt x="334" y="23"/>
                  <a:pt x="285" y="21"/>
                  <a:pt x="269" y="31"/>
                </a:cubicBezTo>
                <a:cubicBezTo>
                  <a:pt x="259" y="28"/>
                  <a:pt x="248" y="32"/>
                  <a:pt x="237" y="28"/>
                </a:cubicBezTo>
                <a:cubicBezTo>
                  <a:pt x="253" y="23"/>
                  <a:pt x="285" y="28"/>
                  <a:pt x="264" y="19"/>
                </a:cubicBezTo>
                <a:cubicBezTo>
                  <a:pt x="291" y="14"/>
                  <a:pt x="313" y="19"/>
                  <a:pt x="334" y="18"/>
                </a:cubicBezTo>
              </a:path>
            </a:pathLst>
          </a:custGeom>
          <a:solidFill>
            <a:srgbClr val="5F7797">
              <a:alpha val="100000"/>
            </a:srgbClr>
          </a:solidFill>
          <a:ln w="0" cap="flat">
            <a:noFill/>
            <a:prstDash val="solid"/>
            <a:miter lim="0"/>
          </a:ln>
        </p:spPr>
        <p:txBody>
          <a:bodyPr rtlCol="0"/>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textbox 500"/>
          <p:cNvSpPr/>
          <p:nvPr/>
        </p:nvSpPr>
        <p:spPr>
          <a:xfrm>
            <a:off x="305822" y="1479010"/>
            <a:ext cx="11720830" cy="1693545"/>
          </a:xfrm>
          <a:prstGeom prst="rect">
            <a:avLst/>
          </a:prstGeom>
          <a:noFill/>
          <a:ln w="0" cap="flat">
            <a:noFill/>
            <a:prstDash val="solid"/>
            <a:miter lim="0"/>
          </a:ln>
        </p:spPr>
        <p:txBody>
          <a:bodyPr vert="horz" wrap="square" lIns="0" tIns="0" rIns="0" bIns="0"/>
          <a:lstStyle/>
          <a:p>
            <a:pPr algn="l" rtl="0" eaLnBrk="0">
              <a:lnSpc>
                <a:spcPct val="82000"/>
              </a:lnSpc>
            </a:pPr>
            <a:r>
              <a:rPr sz="2000"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这类启发式算法的背后思想</a:t>
            </a:r>
            <a:r>
              <a:rPr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都是一样的</a:t>
            </a:r>
            <a:r>
              <a:rPr lang="zh-CN" sz="2000" kern="0" spc="-3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a:p>
            <a:pPr marL="12700" algn="l" rtl="0" eaLnBrk="0">
              <a:lnSpc>
                <a:spcPct val="154000"/>
              </a:lnSpc>
              <a:spcBef>
                <a:spcPts val="10"/>
              </a:spcBef>
            </a:pP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基本思想就是择优进化，好的根据</a:t>
            </a:r>
            <a:r>
              <a:rPr sz="2000" b="1"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一定策略</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实现更好，差的根据</a:t>
            </a:r>
            <a:r>
              <a:rPr sz="2000" b="1"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一定策略</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向好的发展。哪怕下一次产</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生的</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 解不好，大不了不更新就可以了，如果更好，就更新。这就会有一个</a:t>
            </a:r>
            <a:r>
              <a:rPr sz="2000" b="1"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保底机制</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471170" algn="l" rtl="0" eaLnBrk="0">
              <a:lnSpc>
                <a:spcPct val="97000"/>
              </a:lnSpc>
            </a:pP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无论是蚁群算法，粒子群算法，免疫算法，鱼群算法，蝙蝠算法以及本次的遗传算法，算法思</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想</a:t>
            </a:r>
            <a:endParaRPr sz="2000" dirty="0">
              <a:latin typeface="微软雅黑" panose="020B0503020204020204" charset="-122"/>
              <a:ea typeface="微软雅黑" panose="020B0503020204020204" charset="-122"/>
              <a:cs typeface="微软雅黑" panose="020B0503020204020204" charset="-122"/>
            </a:endParaRPr>
          </a:p>
        </p:txBody>
      </p:sp>
      <p:sp>
        <p:nvSpPr>
          <p:cNvPr id="502" name="textbox 502"/>
          <p:cNvSpPr/>
          <p:nvPr/>
        </p:nvSpPr>
        <p:spPr>
          <a:xfrm>
            <a:off x="775724" y="4854924"/>
            <a:ext cx="11660505" cy="122872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474345" algn="l" rtl="0" eaLnBrk="0">
              <a:lnSpc>
                <a:spcPct val="97000"/>
              </a:lnSpc>
            </a:pPr>
            <a:endParaRPr sz="2000" dirty="0">
              <a:latin typeface="微软雅黑" panose="020B0503020204020204" charset="-122"/>
              <a:ea typeface="微软雅黑" panose="020B0503020204020204" charset="-122"/>
              <a:cs typeface="微软雅黑" panose="020B0503020204020204" charset="-122"/>
            </a:endParaRPr>
          </a:p>
        </p:txBody>
      </p:sp>
      <p:sp>
        <p:nvSpPr>
          <p:cNvPr id="504" name="textbox 504"/>
          <p:cNvSpPr/>
          <p:nvPr/>
        </p:nvSpPr>
        <p:spPr>
          <a:xfrm>
            <a:off x="276402" y="178383"/>
            <a:ext cx="6913880" cy="91630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5000"/>
              </a:lnSpc>
            </a:pPr>
            <a:endParaRPr sz="1600" dirty="0">
              <a:latin typeface="Arial" panose="020B0604020202020204"/>
              <a:ea typeface="Arial" panose="020B0604020202020204"/>
              <a:cs typeface="Arial" panose="020B0604020202020204"/>
            </a:endParaRPr>
          </a:p>
          <a:p>
            <a:pPr algn="r" rtl="0" eaLnBrk="0">
              <a:lnSpc>
                <a:spcPct val="97000"/>
              </a:lnSpc>
              <a:spcBef>
                <a:spcPts val="5"/>
              </a:spcBef>
            </a:pPr>
            <a:r>
              <a:rPr sz="3000" b="1" kern="0" spc="-10" dirty="0">
                <a:solidFill>
                  <a:srgbClr val="5F7797">
                    <a:alpha val="100000"/>
                  </a:srgbClr>
                </a:solidFill>
                <a:latin typeface="Arial" panose="020B0604020202020204"/>
                <a:ea typeface="Arial" panose="020B0604020202020204"/>
                <a:cs typeface="Arial" panose="020B0604020202020204"/>
              </a:rPr>
              <a:t>4.1 </a:t>
            </a:r>
            <a:r>
              <a:rPr sz="3000" b="1"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算法拓展</a:t>
            </a:r>
            <a:endParaRPr sz="3000" dirty="0">
              <a:latin typeface="微软雅黑" panose="020B0503020204020204" charset="-122"/>
              <a:ea typeface="微软雅黑" panose="020B0503020204020204" charset="-122"/>
              <a:cs typeface="微软雅黑" panose="020B0503020204020204" charset="-122"/>
            </a:endParaRPr>
          </a:p>
        </p:txBody>
      </p:sp>
      <p:pic>
        <p:nvPicPr>
          <p:cNvPr id="506" name="picture 506"/>
          <p:cNvPicPr>
            <a:picLocks noChangeAspect="1"/>
          </p:cNvPicPr>
          <p:nvPr/>
        </p:nvPicPr>
        <p:blipFill>
          <a:blip r:embed="rId3"/>
          <a:stretch>
            <a:fillRect/>
          </a:stretch>
        </p:blipFill>
        <p:spPr>
          <a:xfrm rot="21600000">
            <a:off x="11045006" y="6024838"/>
            <a:ext cx="921774" cy="822622"/>
          </a:xfrm>
          <a:prstGeom prst="rect">
            <a:avLst/>
          </a:prstGeom>
        </p:spPr>
      </p:pic>
      <p:graphicFrame>
        <p:nvGraphicFramePr>
          <p:cNvPr id="508" name="table 508"/>
          <p:cNvGraphicFramePr>
            <a:graphicFrameLocks noGrp="1"/>
          </p:cNvGraphicFramePr>
          <p:nvPr/>
        </p:nvGraphicFramePr>
        <p:xfrm>
          <a:off x="776025" y="6323572"/>
          <a:ext cx="11190604" cy="478219"/>
        </p:xfrm>
        <a:graphic>
          <a:graphicData uri="http://schemas.openxmlformats.org/drawingml/2006/table">
            <a:tbl>
              <a:tblPr/>
              <a:tblGrid>
                <a:gridCol w="7927975">
                  <a:extLst>
                    <a:ext uri="{9D8B030D-6E8A-4147-A177-3AD203B41FA5}">
                      <a16:colId xmlns:a16="http://schemas.microsoft.com/office/drawing/2014/main" val="20000"/>
                    </a:ext>
                  </a:extLst>
                </a:gridCol>
                <a:gridCol w="3262629">
                  <a:extLst>
                    <a:ext uri="{9D8B030D-6E8A-4147-A177-3AD203B41FA5}">
                      <a16:colId xmlns:a16="http://schemas.microsoft.com/office/drawing/2014/main" val="20001"/>
                    </a:ext>
                  </a:extLst>
                </a:gridCol>
              </a:tblGrid>
              <a:tr h="19177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a:noFill/>
                    </a:lnL>
                    <a:lnR>
                      <a:noFill/>
                    </a:lnR>
                    <a:lnT>
                      <a:noFill/>
                    </a:lnT>
                    <a:lnB>
                      <a:noFill/>
                    </a:lnB>
                  </a:tcPr>
                </a:tc>
                <a:tc>
                  <a:txBody>
                    <a:bodyPr/>
                    <a:lstStyle/>
                    <a:p>
                      <a:pPr marL="2691765" algn="l" rtl="0" eaLnBrk="0">
                        <a:lnSpc>
                          <a:spcPts val="1460"/>
                        </a:lnSpc>
                      </a:pPr>
                      <a:r>
                        <a:rPr sz="2000" b="1" kern="0" spc="-30" dirty="0">
                          <a:solidFill>
                            <a:srgbClr val="5F7797">
                              <a:alpha val="100000"/>
                            </a:srgbClr>
                          </a:solidFill>
                          <a:latin typeface="Arial" panose="020B0604020202020204"/>
                          <a:ea typeface="Arial" panose="020B0604020202020204"/>
                          <a:cs typeface="Arial" panose="020B0604020202020204"/>
                        </a:rPr>
                        <a:t>20</a:t>
                      </a:r>
                      <a:endParaRPr sz="2000" dirty="0">
                        <a:latin typeface="Arial" panose="020B0604020202020204"/>
                        <a:ea typeface="Arial" panose="020B0604020202020204"/>
                        <a:cs typeface="Arial" panose="020B0604020202020204"/>
                      </a:endParaRPr>
                    </a:p>
                  </a:txBody>
                  <a:tcPr marL="0" marR="0" marT="1" marB="0">
                    <a:lnL>
                      <a:noFill/>
                    </a:lnL>
                    <a:lnR>
                      <a:noFill/>
                    </a:lnR>
                    <a:lnT>
                      <a:noFill/>
                    </a:lnT>
                    <a:lnB>
                      <a:noFill/>
                    </a:lnB>
                  </a:tcPr>
                </a:tc>
                <a:extLst>
                  <a:ext uri="{0D108BD9-81ED-4DB2-BD59-A6C34878D82A}">
                    <a16:rowId xmlns:a16="http://schemas.microsoft.com/office/drawing/2014/main" val="10000"/>
                  </a:ext>
                </a:extLst>
              </a:tr>
              <a:tr h="277494">
                <a:tc>
                  <a:txBody>
                    <a:bodyPr/>
                    <a:lstStyle/>
                    <a:p>
                      <a:pPr algn="l" rtl="0" eaLnBrk="0">
                        <a:lnSpc>
                          <a:spcPct val="39000"/>
                        </a:lnSpc>
                      </a:pPr>
                      <a:endParaRPr sz="100" dirty="0">
                        <a:latin typeface="Arial" panose="020B0604020202020204"/>
                        <a:ea typeface="Arial" panose="020B0604020202020204"/>
                        <a:cs typeface="Arial" panose="020B0604020202020204"/>
                      </a:endParaRPr>
                    </a:p>
                    <a:p>
                      <a:pPr algn="l" rtl="0" eaLnBrk="0">
                        <a:lnSpc>
                          <a:spcPct val="87000"/>
                        </a:lnSpc>
                      </a:pPr>
                      <a:endParaRPr sz="2000" dirty="0">
                        <a:latin typeface="微软雅黑" panose="020B0503020204020204" charset="-122"/>
                        <a:ea typeface="微软雅黑" panose="020B0503020204020204" charset="-122"/>
                        <a:cs typeface="微软雅黑" panose="020B0503020204020204" charset="-122"/>
                      </a:endParaRPr>
                    </a:p>
                  </a:txBody>
                  <a:tcPr marL="0" marR="0" marT="0" marB="0">
                    <a:lnL>
                      <a:noFill/>
                    </a:lnL>
                    <a:lnR>
                      <a:noFill/>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a:noFill/>
                    </a:lnL>
                    <a:lnR>
                      <a:noFill/>
                    </a:lnR>
                    <a:lnT>
                      <a:noFill/>
                    </a:lnT>
                    <a:lnB>
                      <a:noFill/>
                    </a:lnB>
                  </a:tcPr>
                </a:tc>
                <a:extLst>
                  <a:ext uri="{0D108BD9-81ED-4DB2-BD59-A6C34878D82A}">
                    <a16:rowId xmlns:a16="http://schemas.microsoft.com/office/drawing/2014/main" val="10001"/>
                  </a:ext>
                </a:extLst>
              </a:tr>
            </a:tbl>
          </a:graphicData>
        </a:graphic>
      </p:graphicFrame>
      <p:sp>
        <p:nvSpPr>
          <p:cNvPr id="510" name="textbox 510"/>
          <p:cNvSpPr/>
          <p:nvPr/>
        </p:nvSpPr>
        <p:spPr>
          <a:xfrm>
            <a:off x="328218" y="3308445"/>
            <a:ext cx="5888354" cy="778509"/>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marL="12700" algn="l" rtl="0" eaLnBrk="0">
              <a:lnSpc>
                <a:spcPct val="97000"/>
              </a:lnSpc>
            </a:pPr>
            <a:r>
              <a:rPr sz="2000" kern="0" spc="-160" dirty="0">
                <a:solidFill>
                  <a:srgbClr val="5F7797">
                    <a:alpha val="100000"/>
                  </a:srgbClr>
                </a:solidFill>
                <a:latin typeface="微软雅黑" panose="020B0503020204020204" charset="-122"/>
                <a:ea typeface="微软雅黑" panose="020B0503020204020204" charset="-122"/>
                <a:cs typeface="微软雅黑" panose="020B0503020204020204" charset="-122"/>
              </a:rPr>
              <a:t>内涵是一致的：</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05000"/>
              </a:lnSpc>
            </a:pPr>
            <a:endParaRPr sz="1000" dirty="0">
              <a:latin typeface="Arial" panose="020B0604020202020204"/>
              <a:ea typeface="Arial" panose="020B0604020202020204"/>
              <a:cs typeface="Arial" panose="020B0604020202020204"/>
            </a:endParaRPr>
          </a:p>
          <a:p>
            <a:pPr algn="r" rtl="0" eaLnBrk="0">
              <a:lnSpc>
                <a:spcPct val="97000"/>
              </a:lnSpc>
              <a:spcBef>
                <a:spcPts val="5"/>
              </a:spcBef>
            </a:pPr>
            <a:r>
              <a:rPr sz="2000" kern="0" spc="30" dirty="0">
                <a:solidFill>
                  <a:srgbClr val="FF0000">
                    <a:alpha val="100000"/>
                  </a:srgbClr>
                </a:solidFill>
                <a:latin typeface="微软雅黑" panose="020B0503020204020204" charset="-122"/>
                <a:ea typeface="微软雅黑" panose="020B0503020204020204" charset="-122"/>
                <a:cs typeface="微软雅黑" panose="020B0503020204020204" charset="-122"/>
              </a:rPr>
              <a:t>保底机制 </a:t>
            </a:r>
            <a:r>
              <a:rPr sz="2000" kern="0" spc="30" dirty="0">
                <a:solidFill>
                  <a:srgbClr val="FF0000">
                    <a:alpha val="100000"/>
                  </a:srgbClr>
                </a:solidFill>
                <a:latin typeface="Times New Roman" panose="02020603050405020304"/>
                <a:ea typeface="Times New Roman" panose="02020603050405020304"/>
                <a:cs typeface="Times New Roman" panose="02020603050405020304"/>
              </a:rPr>
              <a:t>+ </a:t>
            </a:r>
            <a:r>
              <a:rPr sz="2000" kern="0" spc="30" dirty="0">
                <a:solidFill>
                  <a:srgbClr val="FF0000">
                    <a:alpha val="100000"/>
                  </a:srgbClr>
                </a:solidFill>
                <a:latin typeface="微软雅黑" panose="020B0503020204020204" charset="-122"/>
                <a:ea typeface="微软雅黑" panose="020B0503020204020204" charset="-122"/>
                <a:cs typeface="微软雅黑" panose="020B0503020204020204" charset="-122"/>
              </a:rPr>
              <a:t>更新策略</a:t>
            </a:r>
            <a:r>
              <a:rPr sz="2000" kern="0" spc="30" dirty="0">
                <a:solidFill>
                  <a:srgbClr val="FF0000">
                    <a:alpha val="100000"/>
                  </a:srgbClr>
                </a:solidFill>
                <a:latin typeface="Times New Roman" panose="02020603050405020304"/>
                <a:ea typeface="Times New Roman" panose="02020603050405020304"/>
                <a:cs typeface="Times New Roman" panose="02020603050405020304"/>
              </a:rPr>
              <a:t>+</a:t>
            </a:r>
            <a:endParaRPr sz="2000" dirty="0">
              <a:latin typeface="Times New Roman" panose="02020603050405020304"/>
              <a:ea typeface="Times New Roman" panose="02020603050405020304"/>
              <a:cs typeface="Times New Roman" panose="02020603050405020304"/>
            </a:endParaRPr>
          </a:p>
        </p:txBody>
      </p:sp>
      <p:pic>
        <p:nvPicPr>
          <p:cNvPr id="512" name="picture 512"/>
          <p:cNvPicPr>
            <a:picLocks noChangeAspect="1"/>
          </p:cNvPicPr>
          <p:nvPr/>
        </p:nvPicPr>
        <p:blipFill>
          <a:blip r:embed="rId4"/>
          <a:stretch>
            <a:fillRect/>
          </a:stretch>
        </p:blipFill>
        <p:spPr>
          <a:xfrm rot="21600000">
            <a:off x="6397752" y="3296411"/>
            <a:ext cx="1098804" cy="1098804"/>
          </a:xfrm>
          <a:prstGeom prst="rect">
            <a:avLst/>
          </a:prstGeom>
        </p:spPr>
      </p:pic>
      <p:sp>
        <p:nvSpPr>
          <p:cNvPr id="514" name="textbox 514"/>
          <p:cNvSpPr/>
          <p:nvPr/>
        </p:nvSpPr>
        <p:spPr>
          <a:xfrm>
            <a:off x="7593338" y="3765645"/>
            <a:ext cx="1450339" cy="32257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340"/>
              </a:lnSpc>
            </a:pPr>
            <a:r>
              <a:rPr sz="1900" kern="0" spc="-130" dirty="0">
                <a:solidFill>
                  <a:srgbClr val="FF0000">
                    <a:alpha val="100000"/>
                  </a:srgbClr>
                </a:solidFill>
                <a:latin typeface="Times New Roman" panose="02020603050405020304"/>
                <a:ea typeface="Times New Roman" panose="02020603050405020304"/>
                <a:cs typeface="Times New Roman" panose="02020603050405020304"/>
              </a:rPr>
              <a:t>= </a:t>
            </a:r>
            <a:r>
              <a:rPr sz="1900" kern="0" spc="-130" dirty="0">
                <a:solidFill>
                  <a:srgbClr val="FF0000">
                    <a:alpha val="100000"/>
                  </a:srgbClr>
                </a:solidFill>
                <a:latin typeface="微软雅黑" panose="020B0503020204020204" charset="-122"/>
                <a:ea typeface="微软雅黑" panose="020B0503020204020204" charset="-122"/>
                <a:cs typeface="微软雅黑" panose="020B0503020204020204" charset="-122"/>
              </a:rPr>
              <a:t>寻得优解</a:t>
            </a:r>
            <a:r>
              <a:rPr sz="1900" kern="0" spc="-130" dirty="0">
                <a:solidFill>
                  <a:srgbClr val="5F7797">
                    <a:alpha val="100000"/>
                  </a:srgbClr>
                </a:solidFill>
                <a:latin typeface="微软雅黑" panose="020B0503020204020204" charset="-122"/>
                <a:ea typeface="微软雅黑" panose="020B0503020204020204" charset="-122"/>
                <a:cs typeface="微软雅黑" panose="020B0503020204020204" charset="-122"/>
              </a:rPr>
              <a:t>。</a:t>
            </a:r>
            <a:endParaRPr sz="1900" dirty="0">
              <a:latin typeface="微软雅黑" panose="020B0503020204020204" charset="-122"/>
              <a:ea typeface="微软雅黑" panose="020B0503020204020204" charset="-122"/>
              <a:cs typeface="微软雅黑" panose="020B0503020204020204" charset="-122"/>
            </a:endParaRPr>
          </a:p>
        </p:txBody>
      </p:sp>
      <p:sp>
        <p:nvSpPr>
          <p:cNvPr id="516" name="path 516"/>
          <p:cNvSpPr/>
          <p:nvPr/>
        </p:nvSpPr>
        <p:spPr>
          <a:xfrm>
            <a:off x="4870703" y="1118616"/>
            <a:ext cx="2450592" cy="85343"/>
          </a:xfrm>
          <a:custGeom>
            <a:avLst/>
            <a:gdLst/>
            <a:ahLst/>
            <a:cxnLst/>
            <a:rect l="0" t="0" r="0" b="0"/>
            <a:pathLst>
              <a:path w="3859" h="134">
                <a:moveTo>
                  <a:pt x="102" y="23"/>
                </a:moveTo>
                <a:cubicBezTo>
                  <a:pt x="113" y="26"/>
                  <a:pt x="124" y="19"/>
                  <a:pt x="135" y="22"/>
                </a:cubicBezTo>
                <a:cubicBezTo>
                  <a:pt x="129" y="23"/>
                  <a:pt x="135" y="25"/>
                  <a:pt x="129" y="26"/>
                </a:cubicBezTo>
                <a:cubicBezTo>
                  <a:pt x="102" y="23"/>
                  <a:pt x="102" y="31"/>
                  <a:pt x="75" y="32"/>
                </a:cubicBezTo>
                <a:cubicBezTo>
                  <a:pt x="86" y="36"/>
                  <a:pt x="107" y="31"/>
                  <a:pt x="107" y="39"/>
                </a:cubicBezTo>
                <a:cubicBezTo>
                  <a:pt x="145" y="35"/>
                  <a:pt x="156" y="18"/>
                  <a:pt x="183" y="22"/>
                </a:cubicBezTo>
                <a:cubicBezTo>
                  <a:pt x="178" y="23"/>
                  <a:pt x="189" y="26"/>
                  <a:pt x="183" y="28"/>
                </a:cubicBezTo>
                <a:cubicBezTo>
                  <a:pt x="167" y="32"/>
                  <a:pt x="151" y="36"/>
                  <a:pt x="172" y="40"/>
                </a:cubicBezTo>
                <a:cubicBezTo>
                  <a:pt x="183" y="39"/>
                  <a:pt x="189" y="36"/>
                  <a:pt x="199" y="35"/>
                </a:cubicBezTo>
                <a:cubicBezTo>
                  <a:pt x="194" y="28"/>
                  <a:pt x="189" y="22"/>
                  <a:pt x="205" y="16"/>
                </a:cubicBezTo>
                <a:cubicBezTo>
                  <a:pt x="210" y="23"/>
                  <a:pt x="215" y="23"/>
                  <a:pt x="237" y="31"/>
                </a:cubicBezTo>
                <a:cubicBezTo>
                  <a:pt x="215" y="36"/>
                  <a:pt x="205" y="36"/>
                  <a:pt x="199" y="45"/>
                </a:cubicBezTo>
                <a:cubicBezTo>
                  <a:pt x="183" y="38"/>
                  <a:pt x="183" y="46"/>
                  <a:pt x="183" y="49"/>
                </a:cubicBezTo>
                <a:cubicBezTo>
                  <a:pt x="178" y="46"/>
                  <a:pt x="172" y="45"/>
                  <a:pt x="167" y="43"/>
                </a:cubicBezTo>
                <a:cubicBezTo>
                  <a:pt x="135" y="52"/>
                  <a:pt x="162" y="59"/>
                  <a:pt x="135" y="64"/>
                </a:cubicBezTo>
                <a:cubicBezTo>
                  <a:pt x="140" y="63"/>
                  <a:pt x="151" y="63"/>
                  <a:pt x="162" y="63"/>
                </a:cubicBezTo>
                <a:cubicBezTo>
                  <a:pt x="145" y="66"/>
                  <a:pt x="151" y="67"/>
                  <a:pt x="140" y="70"/>
                </a:cubicBezTo>
                <a:cubicBezTo>
                  <a:pt x="129" y="60"/>
                  <a:pt x="107" y="72"/>
                  <a:pt x="91" y="67"/>
                </a:cubicBezTo>
                <a:cubicBezTo>
                  <a:pt x="107" y="57"/>
                  <a:pt x="113" y="48"/>
                  <a:pt x="135" y="40"/>
                </a:cubicBezTo>
                <a:cubicBezTo>
                  <a:pt x="118" y="39"/>
                  <a:pt x="97" y="42"/>
                  <a:pt x="86" y="38"/>
                </a:cubicBezTo>
                <a:cubicBezTo>
                  <a:pt x="64" y="42"/>
                  <a:pt x="54" y="46"/>
                  <a:pt x="54" y="50"/>
                </a:cubicBezTo>
                <a:cubicBezTo>
                  <a:pt x="70" y="52"/>
                  <a:pt x="64" y="42"/>
                  <a:pt x="86" y="45"/>
                </a:cubicBezTo>
                <a:cubicBezTo>
                  <a:pt x="97" y="49"/>
                  <a:pt x="75" y="50"/>
                  <a:pt x="81" y="53"/>
                </a:cubicBezTo>
                <a:cubicBezTo>
                  <a:pt x="86" y="53"/>
                  <a:pt x="97" y="52"/>
                  <a:pt x="97" y="53"/>
                </a:cubicBezTo>
                <a:cubicBezTo>
                  <a:pt x="37" y="62"/>
                  <a:pt x="37" y="74"/>
                  <a:pt x="0" y="84"/>
                </a:cubicBezTo>
                <a:cubicBezTo>
                  <a:pt x="32" y="80"/>
                  <a:pt x="64" y="74"/>
                  <a:pt x="91" y="80"/>
                </a:cubicBezTo>
                <a:cubicBezTo>
                  <a:pt x="102" y="74"/>
                  <a:pt x="43" y="73"/>
                  <a:pt x="70" y="66"/>
                </a:cubicBezTo>
                <a:cubicBezTo>
                  <a:pt x="75" y="73"/>
                  <a:pt x="118" y="70"/>
                  <a:pt x="135" y="79"/>
                </a:cubicBezTo>
                <a:cubicBezTo>
                  <a:pt x="118" y="82"/>
                  <a:pt x="102" y="86"/>
                  <a:pt x="86" y="89"/>
                </a:cubicBezTo>
                <a:cubicBezTo>
                  <a:pt x="64" y="83"/>
                  <a:pt x="37" y="90"/>
                  <a:pt x="16" y="90"/>
                </a:cubicBezTo>
                <a:cubicBezTo>
                  <a:pt x="32" y="94"/>
                  <a:pt x="10" y="101"/>
                  <a:pt x="37" y="98"/>
                </a:cubicBezTo>
                <a:cubicBezTo>
                  <a:pt x="37" y="90"/>
                  <a:pt x="129" y="90"/>
                  <a:pt x="140" y="98"/>
                </a:cubicBezTo>
                <a:cubicBezTo>
                  <a:pt x="151" y="96"/>
                  <a:pt x="167" y="93"/>
                  <a:pt x="183" y="90"/>
                </a:cubicBezTo>
                <a:cubicBezTo>
                  <a:pt x="194" y="98"/>
                  <a:pt x="215" y="90"/>
                  <a:pt x="232" y="94"/>
                </a:cubicBezTo>
                <a:cubicBezTo>
                  <a:pt x="232" y="104"/>
                  <a:pt x="215" y="97"/>
                  <a:pt x="194" y="100"/>
                </a:cubicBezTo>
                <a:cubicBezTo>
                  <a:pt x="189" y="103"/>
                  <a:pt x="189" y="106"/>
                  <a:pt x="199" y="110"/>
                </a:cubicBezTo>
                <a:cubicBezTo>
                  <a:pt x="221" y="103"/>
                  <a:pt x="237" y="106"/>
                  <a:pt x="259" y="100"/>
                </a:cubicBezTo>
                <a:cubicBezTo>
                  <a:pt x="248" y="96"/>
                  <a:pt x="226" y="84"/>
                  <a:pt x="269" y="84"/>
                </a:cubicBezTo>
                <a:cubicBezTo>
                  <a:pt x="259" y="80"/>
                  <a:pt x="237" y="76"/>
                  <a:pt x="253" y="72"/>
                </a:cubicBezTo>
                <a:cubicBezTo>
                  <a:pt x="280" y="74"/>
                  <a:pt x="280" y="62"/>
                  <a:pt x="302" y="64"/>
                </a:cubicBezTo>
                <a:cubicBezTo>
                  <a:pt x="291" y="67"/>
                  <a:pt x="302" y="69"/>
                  <a:pt x="296" y="70"/>
                </a:cubicBezTo>
                <a:cubicBezTo>
                  <a:pt x="291" y="72"/>
                  <a:pt x="275" y="70"/>
                  <a:pt x="280" y="74"/>
                </a:cubicBezTo>
                <a:cubicBezTo>
                  <a:pt x="302" y="74"/>
                  <a:pt x="269" y="97"/>
                  <a:pt x="264" y="106"/>
                </a:cubicBezTo>
                <a:cubicBezTo>
                  <a:pt x="296" y="106"/>
                  <a:pt x="307" y="96"/>
                  <a:pt x="318" y="107"/>
                </a:cubicBezTo>
                <a:cubicBezTo>
                  <a:pt x="334" y="98"/>
                  <a:pt x="367" y="100"/>
                  <a:pt x="350" y="92"/>
                </a:cubicBezTo>
                <a:cubicBezTo>
                  <a:pt x="334" y="92"/>
                  <a:pt x="329" y="93"/>
                  <a:pt x="323" y="96"/>
                </a:cubicBezTo>
                <a:cubicBezTo>
                  <a:pt x="323" y="93"/>
                  <a:pt x="285" y="93"/>
                  <a:pt x="302" y="89"/>
                </a:cubicBezTo>
                <a:cubicBezTo>
                  <a:pt x="334" y="87"/>
                  <a:pt x="329" y="86"/>
                  <a:pt x="334" y="79"/>
                </a:cubicBezTo>
                <a:cubicBezTo>
                  <a:pt x="345" y="82"/>
                  <a:pt x="361" y="76"/>
                  <a:pt x="372" y="82"/>
                </a:cubicBezTo>
                <a:cubicBezTo>
                  <a:pt x="334" y="87"/>
                  <a:pt x="361" y="90"/>
                  <a:pt x="383" y="89"/>
                </a:cubicBezTo>
                <a:cubicBezTo>
                  <a:pt x="361" y="94"/>
                  <a:pt x="356" y="101"/>
                  <a:pt x="350" y="107"/>
                </a:cubicBezTo>
                <a:cubicBezTo>
                  <a:pt x="388" y="110"/>
                  <a:pt x="404" y="90"/>
                  <a:pt x="442" y="103"/>
                </a:cubicBezTo>
                <a:cubicBezTo>
                  <a:pt x="437" y="106"/>
                  <a:pt x="421" y="104"/>
                  <a:pt x="426" y="107"/>
                </a:cubicBezTo>
                <a:cubicBezTo>
                  <a:pt x="437" y="106"/>
                  <a:pt x="431" y="108"/>
                  <a:pt x="437" y="111"/>
                </a:cubicBezTo>
                <a:cubicBezTo>
                  <a:pt x="458" y="103"/>
                  <a:pt x="480" y="101"/>
                  <a:pt x="496" y="92"/>
                </a:cubicBezTo>
                <a:cubicBezTo>
                  <a:pt x="512" y="93"/>
                  <a:pt x="529" y="89"/>
                  <a:pt x="545" y="90"/>
                </a:cubicBezTo>
                <a:cubicBezTo>
                  <a:pt x="518" y="94"/>
                  <a:pt x="523" y="101"/>
                  <a:pt x="512" y="107"/>
                </a:cubicBezTo>
                <a:cubicBezTo>
                  <a:pt x="502" y="108"/>
                  <a:pt x="469" y="104"/>
                  <a:pt x="475" y="110"/>
                </a:cubicBezTo>
                <a:cubicBezTo>
                  <a:pt x="485" y="107"/>
                  <a:pt x="491" y="114"/>
                  <a:pt x="502" y="113"/>
                </a:cubicBezTo>
                <a:cubicBezTo>
                  <a:pt x="512" y="111"/>
                  <a:pt x="523" y="108"/>
                  <a:pt x="534" y="107"/>
                </a:cubicBezTo>
                <a:cubicBezTo>
                  <a:pt x="550" y="111"/>
                  <a:pt x="534" y="113"/>
                  <a:pt x="555" y="114"/>
                </a:cubicBezTo>
                <a:cubicBezTo>
                  <a:pt x="577" y="111"/>
                  <a:pt x="583" y="110"/>
                  <a:pt x="583" y="104"/>
                </a:cubicBezTo>
                <a:cubicBezTo>
                  <a:pt x="620" y="106"/>
                  <a:pt x="593" y="110"/>
                  <a:pt x="631" y="115"/>
                </a:cubicBezTo>
                <a:cubicBezTo>
                  <a:pt x="653" y="108"/>
                  <a:pt x="669" y="115"/>
                  <a:pt x="690" y="108"/>
                </a:cubicBezTo>
                <a:cubicBezTo>
                  <a:pt x="696" y="110"/>
                  <a:pt x="690" y="113"/>
                  <a:pt x="707" y="115"/>
                </a:cubicBezTo>
                <a:cubicBezTo>
                  <a:pt x="723" y="114"/>
                  <a:pt x="744" y="113"/>
                  <a:pt x="761" y="114"/>
                </a:cubicBezTo>
                <a:cubicBezTo>
                  <a:pt x="744" y="110"/>
                  <a:pt x="782" y="103"/>
                  <a:pt x="798" y="107"/>
                </a:cubicBezTo>
                <a:cubicBezTo>
                  <a:pt x="798" y="114"/>
                  <a:pt x="755" y="106"/>
                  <a:pt x="771" y="114"/>
                </a:cubicBezTo>
                <a:cubicBezTo>
                  <a:pt x="831" y="111"/>
                  <a:pt x="885" y="118"/>
                  <a:pt x="950" y="114"/>
                </a:cubicBezTo>
                <a:cubicBezTo>
                  <a:pt x="923" y="110"/>
                  <a:pt x="944" y="106"/>
                  <a:pt x="950" y="101"/>
                </a:cubicBezTo>
                <a:cubicBezTo>
                  <a:pt x="944" y="111"/>
                  <a:pt x="1009" y="127"/>
                  <a:pt x="1009" y="113"/>
                </a:cubicBezTo>
                <a:cubicBezTo>
                  <a:pt x="982" y="117"/>
                  <a:pt x="993" y="101"/>
                  <a:pt x="971" y="100"/>
                </a:cubicBezTo>
                <a:cubicBezTo>
                  <a:pt x="977" y="98"/>
                  <a:pt x="982" y="96"/>
                  <a:pt x="982" y="94"/>
                </a:cubicBezTo>
                <a:cubicBezTo>
                  <a:pt x="982" y="100"/>
                  <a:pt x="993" y="98"/>
                  <a:pt x="1009" y="100"/>
                </a:cubicBezTo>
                <a:cubicBezTo>
                  <a:pt x="977" y="106"/>
                  <a:pt x="1020" y="111"/>
                  <a:pt x="1036" y="108"/>
                </a:cubicBezTo>
                <a:cubicBezTo>
                  <a:pt x="1025" y="111"/>
                  <a:pt x="1020" y="114"/>
                  <a:pt x="1036" y="117"/>
                </a:cubicBezTo>
                <a:cubicBezTo>
                  <a:pt x="1041" y="117"/>
                  <a:pt x="1047" y="115"/>
                  <a:pt x="1052" y="117"/>
                </a:cubicBezTo>
                <a:cubicBezTo>
                  <a:pt x="1057" y="106"/>
                  <a:pt x="1101" y="107"/>
                  <a:pt x="1095" y="92"/>
                </a:cubicBezTo>
                <a:cubicBezTo>
                  <a:pt x="1095" y="93"/>
                  <a:pt x="1101" y="94"/>
                  <a:pt x="1106" y="93"/>
                </a:cubicBezTo>
                <a:cubicBezTo>
                  <a:pt x="1101" y="96"/>
                  <a:pt x="1101" y="100"/>
                  <a:pt x="1122" y="104"/>
                </a:cubicBezTo>
                <a:cubicBezTo>
                  <a:pt x="1138" y="101"/>
                  <a:pt x="1192" y="101"/>
                  <a:pt x="1176" y="108"/>
                </a:cubicBezTo>
                <a:cubicBezTo>
                  <a:pt x="1155" y="101"/>
                  <a:pt x="1127" y="110"/>
                  <a:pt x="1084" y="107"/>
                </a:cubicBezTo>
                <a:cubicBezTo>
                  <a:pt x="1074" y="110"/>
                  <a:pt x="1079" y="113"/>
                  <a:pt x="1074" y="114"/>
                </a:cubicBezTo>
                <a:cubicBezTo>
                  <a:pt x="1106" y="121"/>
                  <a:pt x="1144" y="115"/>
                  <a:pt x="1176" y="118"/>
                </a:cubicBezTo>
                <a:cubicBezTo>
                  <a:pt x="1171" y="117"/>
                  <a:pt x="1165" y="115"/>
                  <a:pt x="1176" y="113"/>
                </a:cubicBezTo>
                <a:cubicBezTo>
                  <a:pt x="1225" y="108"/>
                  <a:pt x="1214" y="128"/>
                  <a:pt x="1214" y="128"/>
                </a:cubicBezTo>
                <a:cubicBezTo>
                  <a:pt x="1230" y="124"/>
                  <a:pt x="1263" y="120"/>
                  <a:pt x="1225" y="120"/>
                </a:cubicBezTo>
                <a:cubicBezTo>
                  <a:pt x="1230" y="114"/>
                  <a:pt x="1257" y="110"/>
                  <a:pt x="1268" y="121"/>
                </a:cubicBezTo>
                <a:cubicBezTo>
                  <a:pt x="1327" y="117"/>
                  <a:pt x="1365" y="124"/>
                  <a:pt x="1419" y="115"/>
                </a:cubicBezTo>
                <a:cubicBezTo>
                  <a:pt x="1425" y="122"/>
                  <a:pt x="1473" y="121"/>
                  <a:pt x="1500" y="120"/>
                </a:cubicBezTo>
                <a:cubicBezTo>
                  <a:pt x="1505" y="111"/>
                  <a:pt x="1516" y="114"/>
                  <a:pt x="1505" y="110"/>
                </a:cubicBezTo>
                <a:cubicBezTo>
                  <a:pt x="1516" y="108"/>
                  <a:pt x="1522" y="106"/>
                  <a:pt x="1532" y="104"/>
                </a:cubicBezTo>
                <a:cubicBezTo>
                  <a:pt x="1532" y="108"/>
                  <a:pt x="1543" y="111"/>
                  <a:pt x="1559" y="107"/>
                </a:cubicBezTo>
                <a:cubicBezTo>
                  <a:pt x="1559" y="101"/>
                  <a:pt x="1549" y="104"/>
                  <a:pt x="1532" y="101"/>
                </a:cubicBezTo>
                <a:cubicBezTo>
                  <a:pt x="1543" y="98"/>
                  <a:pt x="1538" y="96"/>
                  <a:pt x="1554" y="93"/>
                </a:cubicBezTo>
                <a:cubicBezTo>
                  <a:pt x="1554" y="101"/>
                  <a:pt x="1586" y="113"/>
                  <a:pt x="1543" y="121"/>
                </a:cubicBezTo>
                <a:cubicBezTo>
                  <a:pt x="1559" y="128"/>
                  <a:pt x="1559" y="114"/>
                  <a:pt x="1575" y="124"/>
                </a:cubicBezTo>
                <a:cubicBezTo>
                  <a:pt x="1597" y="122"/>
                  <a:pt x="1597" y="114"/>
                  <a:pt x="1608" y="117"/>
                </a:cubicBezTo>
                <a:cubicBezTo>
                  <a:pt x="1619" y="128"/>
                  <a:pt x="1624" y="115"/>
                  <a:pt x="1657" y="117"/>
                </a:cubicBezTo>
                <a:cubicBezTo>
                  <a:pt x="1662" y="120"/>
                  <a:pt x="1651" y="121"/>
                  <a:pt x="1646" y="122"/>
                </a:cubicBezTo>
                <a:cubicBezTo>
                  <a:pt x="1700" y="131"/>
                  <a:pt x="1662" y="108"/>
                  <a:pt x="1705" y="104"/>
                </a:cubicBezTo>
                <a:cubicBezTo>
                  <a:pt x="1667" y="94"/>
                  <a:pt x="1667" y="121"/>
                  <a:pt x="1624" y="111"/>
                </a:cubicBezTo>
                <a:cubicBezTo>
                  <a:pt x="1667" y="113"/>
                  <a:pt x="1657" y="96"/>
                  <a:pt x="1700" y="98"/>
                </a:cubicBezTo>
                <a:cubicBezTo>
                  <a:pt x="1705" y="93"/>
                  <a:pt x="1711" y="87"/>
                  <a:pt x="1727" y="82"/>
                </a:cubicBezTo>
                <a:cubicBezTo>
                  <a:pt x="1743" y="87"/>
                  <a:pt x="1705" y="94"/>
                  <a:pt x="1743" y="93"/>
                </a:cubicBezTo>
                <a:cubicBezTo>
                  <a:pt x="1727" y="98"/>
                  <a:pt x="1716" y="93"/>
                  <a:pt x="1705" y="94"/>
                </a:cubicBezTo>
                <a:cubicBezTo>
                  <a:pt x="1748" y="106"/>
                  <a:pt x="1667" y="114"/>
                  <a:pt x="1705" y="125"/>
                </a:cubicBezTo>
                <a:cubicBezTo>
                  <a:pt x="1727" y="121"/>
                  <a:pt x="1743" y="115"/>
                  <a:pt x="1732" y="110"/>
                </a:cubicBezTo>
                <a:cubicBezTo>
                  <a:pt x="1754" y="104"/>
                  <a:pt x="1770" y="107"/>
                  <a:pt x="1786" y="108"/>
                </a:cubicBezTo>
                <a:cubicBezTo>
                  <a:pt x="1759" y="111"/>
                  <a:pt x="1781" y="115"/>
                  <a:pt x="1759" y="120"/>
                </a:cubicBezTo>
                <a:cubicBezTo>
                  <a:pt x="1754" y="117"/>
                  <a:pt x="1748" y="114"/>
                  <a:pt x="1743" y="115"/>
                </a:cubicBezTo>
                <a:cubicBezTo>
                  <a:pt x="1759" y="122"/>
                  <a:pt x="1737" y="118"/>
                  <a:pt x="1743" y="125"/>
                </a:cubicBezTo>
                <a:cubicBezTo>
                  <a:pt x="1765" y="124"/>
                  <a:pt x="1797" y="125"/>
                  <a:pt x="1802" y="121"/>
                </a:cubicBezTo>
                <a:cubicBezTo>
                  <a:pt x="1797" y="117"/>
                  <a:pt x="1786" y="118"/>
                  <a:pt x="1775" y="118"/>
                </a:cubicBezTo>
                <a:cubicBezTo>
                  <a:pt x="1808" y="118"/>
                  <a:pt x="1792" y="110"/>
                  <a:pt x="1808" y="113"/>
                </a:cubicBezTo>
                <a:cubicBezTo>
                  <a:pt x="1813" y="115"/>
                  <a:pt x="1813" y="120"/>
                  <a:pt x="1813" y="124"/>
                </a:cubicBezTo>
                <a:cubicBezTo>
                  <a:pt x="1937" y="122"/>
                  <a:pt x="2061" y="127"/>
                  <a:pt x="2185" y="124"/>
                </a:cubicBezTo>
                <a:cubicBezTo>
                  <a:pt x="2159" y="115"/>
                  <a:pt x="2202" y="111"/>
                  <a:pt x="2213" y="111"/>
                </a:cubicBezTo>
                <a:cubicBezTo>
                  <a:pt x="2218" y="118"/>
                  <a:pt x="2196" y="118"/>
                  <a:pt x="2185" y="124"/>
                </a:cubicBezTo>
                <a:cubicBezTo>
                  <a:pt x="2202" y="131"/>
                  <a:pt x="2223" y="124"/>
                  <a:pt x="2234" y="120"/>
                </a:cubicBezTo>
                <a:cubicBezTo>
                  <a:pt x="2256" y="121"/>
                  <a:pt x="2240" y="127"/>
                  <a:pt x="2261" y="120"/>
                </a:cubicBezTo>
                <a:cubicBezTo>
                  <a:pt x="2261" y="131"/>
                  <a:pt x="2310" y="120"/>
                  <a:pt x="2331" y="127"/>
                </a:cubicBezTo>
                <a:cubicBezTo>
                  <a:pt x="2331" y="125"/>
                  <a:pt x="2364" y="122"/>
                  <a:pt x="2369" y="117"/>
                </a:cubicBezTo>
                <a:cubicBezTo>
                  <a:pt x="2374" y="120"/>
                  <a:pt x="2385" y="120"/>
                  <a:pt x="2391" y="121"/>
                </a:cubicBezTo>
                <a:cubicBezTo>
                  <a:pt x="2385" y="124"/>
                  <a:pt x="2358" y="120"/>
                  <a:pt x="2364" y="125"/>
                </a:cubicBezTo>
                <a:cubicBezTo>
                  <a:pt x="2380" y="124"/>
                  <a:pt x="2369" y="128"/>
                  <a:pt x="2380" y="131"/>
                </a:cubicBezTo>
                <a:cubicBezTo>
                  <a:pt x="2417" y="124"/>
                  <a:pt x="2482" y="134"/>
                  <a:pt x="2504" y="125"/>
                </a:cubicBezTo>
                <a:cubicBezTo>
                  <a:pt x="2493" y="120"/>
                  <a:pt x="2417" y="125"/>
                  <a:pt x="2407" y="117"/>
                </a:cubicBezTo>
                <a:cubicBezTo>
                  <a:pt x="2450" y="122"/>
                  <a:pt x="2499" y="118"/>
                  <a:pt x="2547" y="117"/>
                </a:cubicBezTo>
                <a:cubicBezTo>
                  <a:pt x="2536" y="118"/>
                  <a:pt x="2531" y="120"/>
                  <a:pt x="2520" y="122"/>
                </a:cubicBezTo>
                <a:cubicBezTo>
                  <a:pt x="2531" y="125"/>
                  <a:pt x="2542" y="128"/>
                  <a:pt x="2547" y="131"/>
                </a:cubicBezTo>
                <a:cubicBezTo>
                  <a:pt x="2580" y="128"/>
                  <a:pt x="2547" y="121"/>
                  <a:pt x="2569" y="118"/>
                </a:cubicBezTo>
                <a:cubicBezTo>
                  <a:pt x="2574" y="120"/>
                  <a:pt x="2563" y="121"/>
                  <a:pt x="2574" y="124"/>
                </a:cubicBezTo>
                <a:cubicBezTo>
                  <a:pt x="2617" y="117"/>
                  <a:pt x="2585" y="101"/>
                  <a:pt x="2617" y="100"/>
                </a:cubicBezTo>
                <a:cubicBezTo>
                  <a:pt x="2601" y="107"/>
                  <a:pt x="2623" y="117"/>
                  <a:pt x="2585" y="124"/>
                </a:cubicBezTo>
                <a:cubicBezTo>
                  <a:pt x="2617" y="134"/>
                  <a:pt x="2623" y="120"/>
                  <a:pt x="2650" y="131"/>
                </a:cubicBezTo>
                <a:cubicBezTo>
                  <a:pt x="2666" y="127"/>
                  <a:pt x="2677" y="130"/>
                  <a:pt x="2693" y="124"/>
                </a:cubicBezTo>
                <a:cubicBezTo>
                  <a:pt x="2698" y="131"/>
                  <a:pt x="2758" y="134"/>
                  <a:pt x="2769" y="125"/>
                </a:cubicBezTo>
                <a:cubicBezTo>
                  <a:pt x="2790" y="130"/>
                  <a:pt x="2828" y="134"/>
                  <a:pt x="2849" y="124"/>
                </a:cubicBezTo>
                <a:cubicBezTo>
                  <a:pt x="2855" y="131"/>
                  <a:pt x="2892" y="131"/>
                  <a:pt x="2892" y="122"/>
                </a:cubicBezTo>
                <a:cubicBezTo>
                  <a:pt x="2903" y="125"/>
                  <a:pt x="2909" y="128"/>
                  <a:pt x="2909" y="130"/>
                </a:cubicBezTo>
                <a:cubicBezTo>
                  <a:pt x="2941" y="118"/>
                  <a:pt x="3065" y="128"/>
                  <a:pt x="3038" y="108"/>
                </a:cubicBezTo>
                <a:cubicBezTo>
                  <a:pt x="3049" y="107"/>
                  <a:pt x="3055" y="111"/>
                  <a:pt x="3060" y="114"/>
                </a:cubicBezTo>
                <a:cubicBezTo>
                  <a:pt x="3076" y="111"/>
                  <a:pt x="3065" y="108"/>
                  <a:pt x="3071" y="107"/>
                </a:cubicBezTo>
                <a:cubicBezTo>
                  <a:pt x="3082" y="107"/>
                  <a:pt x="3098" y="103"/>
                  <a:pt x="3109" y="107"/>
                </a:cubicBezTo>
                <a:cubicBezTo>
                  <a:pt x="3087" y="111"/>
                  <a:pt x="3076" y="114"/>
                  <a:pt x="3082" y="122"/>
                </a:cubicBezTo>
                <a:cubicBezTo>
                  <a:pt x="3060" y="121"/>
                  <a:pt x="3038" y="127"/>
                  <a:pt x="3022" y="127"/>
                </a:cubicBezTo>
                <a:cubicBezTo>
                  <a:pt x="3082" y="131"/>
                  <a:pt x="3190" y="132"/>
                  <a:pt x="3254" y="118"/>
                </a:cubicBezTo>
                <a:cubicBezTo>
                  <a:pt x="3265" y="127"/>
                  <a:pt x="3287" y="111"/>
                  <a:pt x="3303" y="115"/>
                </a:cubicBezTo>
                <a:cubicBezTo>
                  <a:pt x="3281" y="120"/>
                  <a:pt x="3260" y="124"/>
                  <a:pt x="3260" y="130"/>
                </a:cubicBezTo>
                <a:cubicBezTo>
                  <a:pt x="3270" y="128"/>
                  <a:pt x="3287" y="125"/>
                  <a:pt x="3297" y="130"/>
                </a:cubicBezTo>
                <a:cubicBezTo>
                  <a:pt x="3335" y="122"/>
                  <a:pt x="3319" y="108"/>
                  <a:pt x="3362" y="110"/>
                </a:cubicBezTo>
                <a:cubicBezTo>
                  <a:pt x="3368" y="104"/>
                  <a:pt x="3357" y="90"/>
                  <a:pt x="3400" y="90"/>
                </a:cubicBezTo>
                <a:cubicBezTo>
                  <a:pt x="3378" y="106"/>
                  <a:pt x="3405" y="115"/>
                  <a:pt x="3324" y="127"/>
                </a:cubicBezTo>
                <a:cubicBezTo>
                  <a:pt x="3362" y="134"/>
                  <a:pt x="3422" y="125"/>
                  <a:pt x="3449" y="115"/>
                </a:cubicBezTo>
                <a:cubicBezTo>
                  <a:pt x="3438" y="110"/>
                  <a:pt x="3422" y="115"/>
                  <a:pt x="3416" y="110"/>
                </a:cubicBezTo>
                <a:cubicBezTo>
                  <a:pt x="3422" y="110"/>
                  <a:pt x="3416" y="107"/>
                  <a:pt x="3422" y="107"/>
                </a:cubicBezTo>
                <a:cubicBezTo>
                  <a:pt x="3459" y="108"/>
                  <a:pt x="3513" y="107"/>
                  <a:pt x="3535" y="96"/>
                </a:cubicBezTo>
                <a:cubicBezTo>
                  <a:pt x="3557" y="100"/>
                  <a:pt x="3540" y="104"/>
                  <a:pt x="3524" y="108"/>
                </a:cubicBezTo>
                <a:cubicBezTo>
                  <a:pt x="3519" y="106"/>
                  <a:pt x="3524" y="103"/>
                  <a:pt x="3508" y="106"/>
                </a:cubicBezTo>
                <a:cubicBezTo>
                  <a:pt x="3497" y="114"/>
                  <a:pt x="3519" y="110"/>
                  <a:pt x="3535" y="114"/>
                </a:cubicBezTo>
                <a:cubicBezTo>
                  <a:pt x="3519" y="115"/>
                  <a:pt x="3508" y="122"/>
                  <a:pt x="3497" y="118"/>
                </a:cubicBezTo>
                <a:cubicBezTo>
                  <a:pt x="3481" y="115"/>
                  <a:pt x="3502" y="113"/>
                  <a:pt x="3492" y="110"/>
                </a:cubicBezTo>
                <a:cubicBezTo>
                  <a:pt x="3432" y="111"/>
                  <a:pt x="3476" y="121"/>
                  <a:pt x="3449" y="128"/>
                </a:cubicBezTo>
                <a:cubicBezTo>
                  <a:pt x="3481" y="131"/>
                  <a:pt x="3535" y="117"/>
                  <a:pt x="3557" y="110"/>
                </a:cubicBezTo>
                <a:cubicBezTo>
                  <a:pt x="3567" y="111"/>
                  <a:pt x="3573" y="110"/>
                  <a:pt x="3584" y="114"/>
                </a:cubicBezTo>
                <a:cubicBezTo>
                  <a:pt x="3600" y="103"/>
                  <a:pt x="3632" y="94"/>
                  <a:pt x="3664" y="87"/>
                </a:cubicBezTo>
                <a:cubicBezTo>
                  <a:pt x="3648" y="80"/>
                  <a:pt x="3638" y="86"/>
                  <a:pt x="3627" y="90"/>
                </a:cubicBezTo>
                <a:cubicBezTo>
                  <a:pt x="3594" y="80"/>
                  <a:pt x="3632" y="73"/>
                  <a:pt x="3664" y="70"/>
                </a:cubicBezTo>
                <a:cubicBezTo>
                  <a:pt x="3675" y="76"/>
                  <a:pt x="3632" y="73"/>
                  <a:pt x="3659" y="82"/>
                </a:cubicBezTo>
                <a:cubicBezTo>
                  <a:pt x="3670" y="79"/>
                  <a:pt x="3675" y="80"/>
                  <a:pt x="3686" y="77"/>
                </a:cubicBezTo>
                <a:cubicBezTo>
                  <a:pt x="3675" y="64"/>
                  <a:pt x="3735" y="55"/>
                  <a:pt x="3702" y="40"/>
                </a:cubicBezTo>
                <a:cubicBezTo>
                  <a:pt x="3718" y="38"/>
                  <a:pt x="3729" y="38"/>
                  <a:pt x="3735" y="42"/>
                </a:cubicBezTo>
                <a:cubicBezTo>
                  <a:pt x="3713" y="45"/>
                  <a:pt x="3740" y="49"/>
                  <a:pt x="3751" y="49"/>
                </a:cubicBezTo>
                <a:cubicBezTo>
                  <a:pt x="3735" y="52"/>
                  <a:pt x="3718" y="55"/>
                  <a:pt x="3729" y="59"/>
                </a:cubicBezTo>
                <a:cubicBezTo>
                  <a:pt x="3756" y="57"/>
                  <a:pt x="3762" y="50"/>
                  <a:pt x="3794" y="45"/>
                </a:cubicBezTo>
                <a:cubicBezTo>
                  <a:pt x="3805" y="48"/>
                  <a:pt x="3810" y="50"/>
                  <a:pt x="3821" y="50"/>
                </a:cubicBezTo>
                <a:cubicBezTo>
                  <a:pt x="3837" y="46"/>
                  <a:pt x="3853" y="49"/>
                  <a:pt x="3859" y="43"/>
                </a:cubicBezTo>
                <a:cubicBezTo>
                  <a:pt x="3848" y="35"/>
                  <a:pt x="3832" y="46"/>
                  <a:pt x="3826" y="42"/>
                </a:cubicBezTo>
                <a:cubicBezTo>
                  <a:pt x="3832" y="39"/>
                  <a:pt x="3848" y="36"/>
                  <a:pt x="3842" y="32"/>
                </a:cubicBezTo>
                <a:cubicBezTo>
                  <a:pt x="3805" y="33"/>
                  <a:pt x="3772" y="45"/>
                  <a:pt x="3740" y="43"/>
                </a:cubicBezTo>
                <a:cubicBezTo>
                  <a:pt x="3762" y="35"/>
                  <a:pt x="3718" y="36"/>
                  <a:pt x="3702" y="33"/>
                </a:cubicBezTo>
                <a:cubicBezTo>
                  <a:pt x="3708" y="32"/>
                  <a:pt x="3713" y="31"/>
                  <a:pt x="3708" y="29"/>
                </a:cubicBezTo>
                <a:cubicBezTo>
                  <a:pt x="3681" y="38"/>
                  <a:pt x="3697" y="48"/>
                  <a:pt x="3691" y="56"/>
                </a:cubicBezTo>
                <a:cubicBezTo>
                  <a:pt x="3670" y="57"/>
                  <a:pt x="3648" y="70"/>
                  <a:pt x="3616" y="60"/>
                </a:cubicBezTo>
                <a:cubicBezTo>
                  <a:pt x="3638" y="57"/>
                  <a:pt x="3616" y="53"/>
                  <a:pt x="3611" y="49"/>
                </a:cubicBezTo>
                <a:cubicBezTo>
                  <a:pt x="3578" y="56"/>
                  <a:pt x="3589" y="64"/>
                  <a:pt x="3584" y="73"/>
                </a:cubicBezTo>
                <a:cubicBezTo>
                  <a:pt x="3600" y="72"/>
                  <a:pt x="3594" y="63"/>
                  <a:pt x="3616" y="66"/>
                </a:cubicBezTo>
                <a:cubicBezTo>
                  <a:pt x="3621" y="73"/>
                  <a:pt x="3600" y="72"/>
                  <a:pt x="3578" y="77"/>
                </a:cubicBezTo>
                <a:cubicBezTo>
                  <a:pt x="3578" y="82"/>
                  <a:pt x="3611" y="79"/>
                  <a:pt x="3594" y="83"/>
                </a:cubicBezTo>
                <a:cubicBezTo>
                  <a:pt x="3540" y="90"/>
                  <a:pt x="3513" y="96"/>
                  <a:pt x="3465" y="101"/>
                </a:cubicBezTo>
                <a:cubicBezTo>
                  <a:pt x="3465" y="98"/>
                  <a:pt x="3481" y="94"/>
                  <a:pt x="3481" y="92"/>
                </a:cubicBezTo>
                <a:cubicBezTo>
                  <a:pt x="3508" y="90"/>
                  <a:pt x="3578" y="84"/>
                  <a:pt x="3573" y="79"/>
                </a:cubicBezTo>
                <a:cubicBezTo>
                  <a:pt x="3535" y="77"/>
                  <a:pt x="3530" y="83"/>
                  <a:pt x="3492" y="82"/>
                </a:cubicBezTo>
                <a:cubicBezTo>
                  <a:pt x="3508" y="73"/>
                  <a:pt x="3530" y="77"/>
                  <a:pt x="3557" y="73"/>
                </a:cubicBezTo>
                <a:cubicBezTo>
                  <a:pt x="3584" y="66"/>
                  <a:pt x="3573" y="53"/>
                  <a:pt x="3562" y="49"/>
                </a:cubicBezTo>
                <a:cubicBezTo>
                  <a:pt x="3573" y="49"/>
                  <a:pt x="3584" y="48"/>
                  <a:pt x="3600" y="45"/>
                </a:cubicBezTo>
                <a:cubicBezTo>
                  <a:pt x="3605" y="49"/>
                  <a:pt x="3616" y="49"/>
                  <a:pt x="3632" y="46"/>
                </a:cubicBezTo>
                <a:cubicBezTo>
                  <a:pt x="3621" y="40"/>
                  <a:pt x="3578" y="46"/>
                  <a:pt x="3584" y="39"/>
                </a:cubicBezTo>
                <a:cubicBezTo>
                  <a:pt x="3600" y="40"/>
                  <a:pt x="3621" y="43"/>
                  <a:pt x="3638" y="42"/>
                </a:cubicBezTo>
                <a:cubicBezTo>
                  <a:pt x="3632" y="38"/>
                  <a:pt x="3627" y="33"/>
                  <a:pt x="3632" y="29"/>
                </a:cubicBezTo>
                <a:cubicBezTo>
                  <a:pt x="3611" y="36"/>
                  <a:pt x="3594" y="32"/>
                  <a:pt x="3578" y="31"/>
                </a:cubicBezTo>
                <a:cubicBezTo>
                  <a:pt x="3562" y="33"/>
                  <a:pt x="3573" y="36"/>
                  <a:pt x="3551" y="39"/>
                </a:cubicBezTo>
                <a:cubicBezTo>
                  <a:pt x="3557" y="40"/>
                  <a:pt x="3567" y="42"/>
                  <a:pt x="3573" y="42"/>
                </a:cubicBezTo>
                <a:cubicBezTo>
                  <a:pt x="3540" y="42"/>
                  <a:pt x="3562" y="50"/>
                  <a:pt x="3540" y="55"/>
                </a:cubicBezTo>
                <a:cubicBezTo>
                  <a:pt x="3519" y="46"/>
                  <a:pt x="3546" y="48"/>
                  <a:pt x="3513" y="42"/>
                </a:cubicBezTo>
                <a:cubicBezTo>
                  <a:pt x="3481" y="45"/>
                  <a:pt x="3443" y="46"/>
                  <a:pt x="3432" y="35"/>
                </a:cubicBezTo>
                <a:cubicBezTo>
                  <a:pt x="3427" y="36"/>
                  <a:pt x="3416" y="36"/>
                  <a:pt x="3411" y="38"/>
                </a:cubicBezTo>
                <a:cubicBezTo>
                  <a:pt x="3405" y="43"/>
                  <a:pt x="3427" y="45"/>
                  <a:pt x="3427" y="49"/>
                </a:cubicBezTo>
                <a:cubicBezTo>
                  <a:pt x="3395" y="46"/>
                  <a:pt x="3351" y="63"/>
                  <a:pt x="3297" y="55"/>
                </a:cubicBezTo>
                <a:cubicBezTo>
                  <a:pt x="3324" y="57"/>
                  <a:pt x="3330" y="42"/>
                  <a:pt x="3362" y="45"/>
                </a:cubicBezTo>
                <a:cubicBezTo>
                  <a:pt x="3357" y="46"/>
                  <a:pt x="3346" y="48"/>
                  <a:pt x="3351" y="49"/>
                </a:cubicBezTo>
                <a:cubicBezTo>
                  <a:pt x="3362" y="48"/>
                  <a:pt x="3368" y="52"/>
                  <a:pt x="3384" y="48"/>
                </a:cubicBezTo>
                <a:cubicBezTo>
                  <a:pt x="3373" y="31"/>
                  <a:pt x="3459" y="33"/>
                  <a:pt x="3459" y="28"/>
                </a:cubicBezTo>
                <a:cubicBezTo>
                  <a:pt x="3416" y="33"/>
                  <a:pt x="3373" y="26"/>
                  <a:pt x="3330" y="31"/>
                </a:cubicBezTo>
                <a:cubicBezTo>
                  <a:pt x="3335" y="32"/>
                  <a:pt x="3324" y="33"/>
                  <a:pt x="3319" y="35"/>
                </a:cubicBezTo>
                <a:cubicBezTo>
                  <a:pt x="3324" y="38"/>
                  <a:pt x="3330" y="39"/>
                  <a:pt x="3324" y="42"/>
                </a:cubicBezTo>
                <a:cubicBezTo>
                  <a:pt x="3303" y="43"/>
                  <a:pt x="3297" y="52"/>
                  <a:pt x="3292" y="49"/>
                </a:cubicBezTo>
                <a:cubicBezTo>
                  <a:pt x="3292" y="46"/>
                  <a:pt x="3308" y="43"/>
                  <a:pt x="3292" y="40"/>
                </a:cubicBezTo>
                <a:cubicBezTo>
                  <a:pt x="3287" y="40"/>
                  <a:pt x="3281" y="43"/>
                  <a:pt x="3276" y="42"/>
                </a:cubicBezTo>
                <a:cubicBezTo>
                  <a:pt x="3254" y="46"/>
                  <a:pt x="3260" y="55"/>
                  <a:pt x="3227" y="52"/>
                </a:cubicBezTo>
                <a:cubicBezTo>
                  <a:pt x="3222" y="48"/>
                  <a:pt x="3260" y="46"/>
                  <a:pt x="3249" y="42"/>
                </a:cubicBezTo>
                <a:cubicBezTo>
                  <a:pt x="3227" y="48"/>
                  <a:pt x="3216" y="39"/>
                  <a:pt x="3200" y="45"/>
                </a:cubicBezTo>
                <a:cubicBezTo>
                  <a:pt x="3211" y="49"/>
                  <a:pt x="3222" y="52"/>
                  <a:pt x="3200" y="55"/>
                </a:cubicBezTo>
                <a:cubicBezTo>
                  <a:pt x="3206" y="42"/>
                  <a:pt x="3162" y="53"/>
                  <a:pt x="3195" y="40"/>
                </a:cubicBezTo>
                <a:cubicBezTo>
                  <a:pt x="3227" y="45"/>
                  <a:pt x="3270" y="32"/>
                  <a:pt x="3303" y="40"/>
                </a:cubicBezTo>
                <a:cubicBezTo>
                  <a:pt x="3324" y="39"/>
                  <a:pt x="3297" y="28"/>
                  <a:pt x="3292" y="31"/>
                </a:cubicBezTo>
                <a:cubicBezTo>
                  <a:pt x="3292" y="33"/>
                  <a:pt x="3254" y="33"/>
                  <a:pt x="3249" y="36"/>
                </a:cubicBezTo>
                <a:cubicBezTo>
                  <a:pt x="3238" y="33"/>
                  <a:pt x="3249" y="32"/>
                  <a:pt x="3249" y="29"/>
                </a:cubicBezTo>
                <a:cubicBezTo>
                  <a:pt x="3243" y="29"/>
                  <a:pt x="3243" y="31"/>
                  <a:pt x="3238" y="29"/>
                </a:cubicBezTo>
                <a:cubicBezTo>
                  <a:pt x="3232" y="29"/>
                  <a:pt x="3227" y="29"/>
                  <a:pt x="3222" y="29"/>
                </a:cubicBezTo>
                <a:cubicBezTo>
                  <a:pt x="3227" y="32"/>
                  <a:pt x="3243" y="35"/>
                  <a:pt x="3232" y="38"/>
                </a:cubicBezTo>
                <a:cubicBezTo>
                  <a:pt x="3227" y="35"/>
                  <a:pt x="3222" y="38"/>
                  <a:pt x="3211" y="36"/>
                </a:cubicBezTo>
                <a:cubicBezTo>
                  <a:pt x="3200" y="33"/>
                  <a:pt x="3211" y="32"/>
                  <a:pt x="3200" y="29"/>
                </a:cubicBezTo>
                <a:cubicBezTo>
                  <a:pt x="3179" y="28"/>
                  <a:pt x="3190" y="32"/>
                  <a:pt x="3168" y="35"/>
                </a:cubicBezTo>
                <a:cubicBezTo>
                  <a:pt x="3179" y="26"/>
                  <a:pt x="3076" y="29"/>
                  <a:pt x="3125" y="33"/>
                </a:cubicBezTo>
                <a:cubicBezTo>
                  <a:pt x="3119" y="35"/>
                  <a:pt x="3109" y="38"/>
                  <a:pt x="3103" y="39"/>
                </a:cubicBezTo>
                <a:cubicBezTo>
                  <a:pt x="3087" y="31"/>
                  <a:pt x="3060" y="38"/>
                  <a:pt x="3044" y="35"/>
                </a:cubicBezTo>
                <a:cubicBezTo>
                  <a:pt x="3038" y="33"/>
                  <a:pt x="3049" y="32"/>
                  <a:pt x="3044" y="29"/>
                </a:cubicBezTo>
                <a:cubicBezTo>
                  <a:pt x="3028" y="29"/>
                  <a:pt x="3011" y="36"/>
                  <a:pt x="2995" y="29"/>
                </a:cubicBezTo>
                <a:cubicBezTo>
                  <a:pt x="2974" y="31"/>
                  <a:pt x="2984" y="39"/>
                  <a:pt x="2968" y="36"/>
                </a:cubicBezTo>
                <a:cubicBezTo>
                  <a:pt x="2974" y="25"/>
                  <a:pt x="2876" y="25"/>
                  <a:pt x="2849" y="36"/>
                </a:cubicBezTo>
                <a:cubicBezTo>
                  <a:pt x="2822" y="38"/>
                  <a:pt x="2855" y="28"/>
                  <a:pt x="2833" y="31"/>
                </a:cubicBezTo>
                <a:cubicBezTo>
                  <a:pt x="2844" y="33"/>
                  <a:pt x="2806" y="36"/>
                  <a:pt x="2806" y="33"/>
                </a:cubicBezTo>
                <a:cubicBezTo>
                  <a:pt x="2812" y="31"/>
                  <a:pt x="2801" y="28"/>
                  <a:pt x="2801" y="26"/>
                </a:cubicBezTo>
                <a:cubicBezTo>
                  <a:pt x="2774" y="28"/>
                  <a:pt x="2812" y="32"/>
                  <a:pt x="2785" y="35"/>
                </a:cubicBezTo>
                <a:cubicBezTo>
                  <a:pt x="2785" y="32"/>
                  <a:pt x="2774" y="33"/>
                  <a:pt x="2774" y="32"/>
                </a:cubicBezTo>
                <a:cubicBezTo>
                  <a:pt x="2795" y="31"/>
                  <a:pt x="2774" y="22"/>
                  <a:pt x="2779" y="28"/>
                </a:cubicBezTo>
                <a:cubicBezTo>
                  <a:pt x="2763" y="29"/>
                  <a:pt x="2769" y="38"/>
                  <a:pt x="2747" y="35"/>
                </a:cubicBezTo>
                <a:cubicBezTo>
                  <a:pt x="2742" y="31"/>
                  <a:pt x="2763" y="25"/>
                  <a:pt x="2736" y="23"/>
                </a:cubicBezTo>
                <a:cubicBezTo>
                  <a:pt x="2731" y="32"/>
                  <a:pt x="2688" y="40"/>
                  <a:pt x="2671" y="32"/>
                </a:cubicBezTo>
                <a:cubicBezTo>
                  <a:pt x="2661" y="36"/>
                  <a:pt x="2661" y="48"/>
                  <a:pt x="2634" y="42"/>
                </a:cubicBezTo>
                <a:cubicBezTo>
                  <a:pt x="2644" y="40"/>
                  <a:pt x="2650" y="39"/>
                  <a:pt x="2639" y="36"/>
                </a:cubicBezTo>
                <a:cubicBezTo>
                  <a:pt x="2634" y="38"/>
                  <a:pt x="2628" y="39"/>
                  <a:pt x="2623" y="38"/>
                </a:cubicBezTo>
                <a:cubicBezTo>
                  <a:pt x="2628" y="25"/>
                  <a:pt x="2698" y="35"/>
                  <a:pt x="2698" y="23"/>
                </a:cubicBezTo>
                <a:cubicBezTo>
                  <a:pt x="2666" y="28"/>
                  <a:pt x="2639" y="22"/>
                  <a:pt x="2612" y="28"/>
                </a:cubicBezTo>
                <a:cubicBezTo>
                  <a:pt x="2601" y="29"/>
                  <a:pt x="2607" y="32"/>
                  <a:pt x="2601" y="33"/>
                </a:cubicBezTo>
                <a:cubicBezTo>
                  <a:pt x="2580" y="28"/>
                  <a:pt x="2574" y="48"/>
                  <a:pt x="2542" y="36"/>
                </a:cubicBezTo>
                <a:cubicBezTo>
                  <a:pt x="2580" y="36"/>
                  <a:pt x="2563" y="29"/>
                  <a:pt x="2601" y="26"/>
                </a:cubicBezTo>
                <a:cubicBezTo>
                  <a:pt x="2563" y="21"/>
                  <a:pt x="2525" y="28"/>
                  <a:pt x="2488" y="26"/>
                </a:cubicBezTo>
                <a:cubicBezTo>
                  <a:pt x="2499" y="33"/>
                  <a:pt x="2515" y="23"/>
                  <a:pt x="2520" y="31"/>
                </a:cubicBezTo>
                <a:cubicBezTo>
                  <a:pt x="2515" y="31"/>
                  <a:pt x="2515" y="33"/>
                  <a:pt x="2515" y="33"/>
                </a:cubicBezTo>
                <a:cubicBezTo>
                  <a:pt x="2493" y="29"/>
                  <a:pt x="2455" y="32"/>
                  <a:pt x="2472" y="22"/>
                </a:cubicBezTo>
                <a:cubicBezTo>
                  <a:pt x="2466" y="23"/>
                  <a:pt x="2461" y="23"/>
                  <a:pt x="2461" y="22"/>
                </a:cubicBezTo>
                <a:cubicBezTo>
                  <a:pt x="2450" y="23"/>
                  <a:pt x="2445" y="22"/>
                  <a:pt x="2439" y="23"/>
                </a:cubicBezTo>
                <a:cubicBezTo>
                  <a:pt x="2450" y="26"/>
                  <a:pt x="2445" y="28"/>
                  <a:pt x="2434" y="31"/>
                </a:cubicBezTo>
                <a:cubicBezTo>
                  <a:pt x="2455" y="33"/>
                  <a:pt x="2455" y="36"/>
                  <a:pt x="2428" y="42"/>
                </a:cubicBezTo>
                <a:cubicBezTo>
                  <a:pt x="2428" y="38"/>
                  <a:pt x="2423" y="36"/>
                  <a:pt x="2407" y="35"/>
                </a:cubicBezTo>
                <a:cubicBezTo>
                  <a:pt x="2434" y="33"/>
                  <a:pt x="2417" y="29"/>
                  <a:pt x="2423" y="26"/>
                </a:cubicBezTo>
                <a:cubicBezTo>
                  <a:pt x="2407" y="22"/>
                  <a:pt x="2396" y="18"/>
                  <a:pt x="2374" y="23"/>
                </a:cubicBezTo>
                <a:cubicBezTo>
                  <a:pt x="2385" y="31"/>
                  <a:pt x="2396" y="26"/>
                  <a:pt x="2407" y="28"/>
                </a:cubicBezTo>
                <a:cubicBezTo>
                  <a:pt x="2380" y="29"/>
                  <a:pt x="2417" y="33"/>
                  <a:pt x="2391" y="36"/>
                </a:cubicBezTo>
                <a:cubicBezTo>
                  <a:pt x="2391" y="32"/>
                  <a:pt x="2396" y="26"/>
                  <a:pt x="2374" y="29"/>
                </a:cubicBezTo>
                <a:cubicBezTo>
                  <a:pt x="2380" y="35"/>
                  <a:pt x="2337" y="32"/>
                  <a:pt x="2342" y="39"/>
                </a:cubicBezTo>
                <a:cubicBezTo>
                  <a:pt x="2315" y="29"/>
                  <a:pt x="2315" y="45"/>
                  <a:pt x="2294" y="39"/>
                </a:cubicBezTo>
                <a:cubicBezTo>
                  <a:pt x="2304" y="35"/>
                  <a:pt x="2283" y="31"/>
                  <a:pt x="2299" y="28"/>
                </a:cubicBezTo>
                <a:cubicBezTo>
                  <a:pt x="2294" y="31"/>
                  <a:pt x="2304" y="35"/>
                  <a:pt x="2321" y="35"/>
                </a:cubicBezTo>
                <a:cubicBezTo>
                  <a:pt x="2337" y="28"/>
                  <a:pt x="2347" y="33"/>
                  <a:pt x="2369" y="25"/>
                </a:cubicBezTo>
                <a:cubicBezTo>
                  <a:pt x="2326" y="22"/>
                  <a:pt x="2277" y="22"/>
                  <a:pt x="2250" y="26"/>
                </a:cubicBezTo>
                <a:cubicBezTo>
                  <a:pt x="2229" y="16"/>
                  <a:pt x="2142" y="16"/>
                  <a:pt x="2126" y="32"/>
                </a:cubicBezTo>
                <a:cubicBezTo>
                  <a:pt x="2126" y="23"/>
                  <a:pt x="2110" y="32"/>
                  <a:pt x="2099" y="29"/>
                </a:cubicBezTo>
                <a:cubicBezTo>
                  <a:pt x="2083" y="23"/>
                  <a:pt x="2121" y="25"/>
                  <a:pt x="2115" y="21"/>
                </a:cubicBezTo>
                <a:cubicBezTo>
                  <a:pt x="2083" y="21"/>
                  <a:pt x="2077" y="33"/>
                  <a:pt x="2045" y="31"/>
                </a:cubicBezTo>
                <a:cubicBezTo>
                  <a:pt x="2045" y="26"/>
                  <a:pt x="2067" y="28"/>
                  <a:pt x="2067" y="21"/>
                </a:cubicBezTo>
                <a:cubicBezTo>
                  <a:pt x="2056" y="23"/>
                  <a:pt x="2045" y="22"/>
                  <a:pt x="2034" y="25"/>
                </a:cubicBezTo>
                <a:cubicBezTo>
                  <a:pt x="2040" y="28"/>
                  <a:pt x="2051" y="38"/>
                  <a:pt x="2024" y="35"/>
                </a:cubicBezTo>
                <a:cubicBezTo>
                  <a:pt x="2024" y="29"/>
                  <a:pt x="2040" y="23"/>
                  <a:pt x="2018" y="18"/>
                </a:cubicBezTo>
                <a:cubicBezTo>
                  <a:pt x="1997" y="22"/>
                  <a:pt x="1986" y="18"/>
                  <a:pt x="1964" y="21"/>
                </a:cubicBezTo>
                <a:cubicBezTo>
                  <a:pt x="1975" y="29"/>
                  <a:pt x="2018" y="19"/>
                  <a:pt x="2007" y="28"/>
                </a:cubicBezTo>
                <a:cubicBezTo>
                  <a:pt x="1997" y="26"/>
                  <a:pt x="1927" y="32"/>
                  <a:pt x="1970" y="32"/>
                </a:cubicBezTo>
                <a:cubicBezTo>
                  <a:pt x="1948" y="35"/>
                  <a:pt x="1953" y="45"/>
                  <a:pt x="1927" y="40"/>
                </a:cubicBezTo>
                <a:cubicBezTo>
                  <a:pt x="1959" y="35"/>
                  <a:pt x="1905" y="28"/>
                  <a:pt x="1959" y="22"/>
                </a:cubicBezTo>
                <a:cubicBezTo>
                  <a:pt x="1932" y="16"/>
                  <a:pt x="1900" y="21"/>
                  <a:pt x="1867" y="21"/>
                </a:cubicBezTo>
                <a:cubicBezTo>
                  <a:pt x="1883" y="26"/>
                  <a:pt x="1900" y="25"/>
                  <a:pt x="1921" y="28"/>
                </a:cubicBezTo>
                <a:cubicBezTo>
                  <a:pt x="1900" y="28"/>
                  <a:pt x="1910" y="29"/>
                  <a:pt x="1894" y="33"/>
                </a:cubicBezTo>
                <a:cubicBezTo>
                  <a:pt x="1900" y="23"/>
                  <a:pt x="1873" y="35"/>
                  <a:pt x="1862" y="32"/>
                </a:cubicBezTo>
                <a:cubicBezTo>
                  <a:pt x="1840" y="26"/>
                  <a:pt x="1867" y="23"/>
                  <a:pt x="1851" y="19"/>
                </a:cubicBezTo>
                <a:cubicBezTo>
                  <a:pt x="1824" y="18"/>
                  <a:pt x="1829" y="28"/>
                  <a:pt x="1802" y="26"/>
                </a:cubicBezTo>
                <a:cubicBezTo>
                  <a:pt x="1797" y="23"/>
                  <a:pt x="1808" y="21"/>
                  <a:pt x="1802" y="18"/>
                </a:cubicBezTo>
                <a:cubicBezTo>
                  <a:pt x="1786" y="26"/>
                  <a:pt x="1759" y="26"/>
                  <a:pt x="1748" y="16"/>
                </a:cubicBezTo>
                <a:cubicBezTo>
                  <a:pt x="1711" y="21"/>
                  <a:pt x="1711" y="16"/>
                  <a:pt x="1678" y="26"/>
                </a:cubicBezTo>
                <a:cubicBezTo>
                  <a:pt x="1678" y="21"/>
                  <a:pt x="1640" y="19"/>
                  <a:pt x="1624" y="16"/>
                </a:cubicBezTo>
                <a:cubicBezTo>
                  <a:pt x="1592" y="22"/>
                  <a:pt x="1597" y="26"/>
                  <a:pt x="1575" y="26"/>
                </a:cubicBezTo>
                <a:cubicBezTo>
                  <a:pt x="1603" y="21"/>
                  <a:pt x="1549" y="19"/>
                  <a:pt x="1559" y="15"/>
                </a:cubicBezTo>
                <a:cubicBezTo>
                  <a:pt x="1532" y="18"/>
                  <a:pt x="1511" y="23"/>
                  <a:pt x="1489" y="15"/>
                </a:cubicBezTo>
                <a:cubicBezTo>
                  <a:pt x="1468" y="21"/>
                  <a:pt x="1441" y="25"/>
                  <a:pt x="1419" y="18"/>
                </a:cubicBezTo>
                <a:cubicBezTo>
                  <a:pt x="1403" y="21"/>
                  <a:pt x="1392" y="23"/>
                  <a:pt x="1376" y="26"/>
                </a:cubicBezTo>
                <a:cubicBezTo>
                  <a:pt x="1365" y="19"/>
                  <a:pt x="1344" y="25"/>
                  <a:pt x="1333" y="21"/>
                </a:cubicBezTo>
                <a:cubicBezTo>
                  <a:pt x="1349" y="18"/>
                  <a:pt x="1381" y="22"/>
                  <a:pt x="1371" y="15"/>
                </a:cubicBezTo>
                <a:cubicBezTo>
                  <a:pt x="1333" y="14"/>
                  <a:pt x="1290" y="23"/>
                  <a:pt x="1252" y="14"/>
                </a:cubicBezTo>
                <a:cubicBezTo>
                  <a:pt x="1225" y="21"/>
                  <a:pt x="1214" y="25"/>
                  <a:pt x="1187" y="19"/>
                </a:cubicBezTo>
                <a:cubicBezTo>
                  <a:pt x="1203" y="18"/>
                  <a:pt x="1235" y="18"/>
                  <a:pt x="1225" y="11"/>
                </a:cubicBezTo>
                <a:cubicBezTo>
                  <a:pt x="1209" y="14"/>
                  <a:pt x="1187" y="12"/>
                  <a:pt x="1171" y="15"/>
                </a:cubicBezTo>
                <a:cubicBezTo>
                  <a:pt x="1171" y="23"/>
                  <a:pt x="1192" y="25"/>
                  <a:pt x="1198" y="28"/>
                </a:cubicBezTo>
                <a:cubicBezTo>
                  <a:pt x="1176" y="23"/>
                  <a:pt x="1149" y="32"/>
                  <a:pt x="1133" y="25"/>
                </a:cubicBezTo>
                <a:cubicBezTo>
                  <a:pt x="1144" y="23"/>
                  <a:pt x="1155" y="26"/>
                  <a:pt x="1171" y="22"/>
                </a:cubicBezTo>
                <a:cubicBezTo>
                  <a:pt x="1149" y="16"/>
                  <a:pt x="1155" y="14"/>
                  <a:pt x="1133" y="10"/>
                </a:cubicBezTo>
                <a:cubicBezTo>
                  <a:pt x="1117" y="14"/>
                  <a:pt x="1084" y="12"/>
                  <a:pt x="1052" y="14"/>
                </a:cubicBezTo>
                <a:cubicBezTo>
                  <a:pt x="1047" y="21"/>
                  <a:pt x="1031" y="28"/>
                  <a:pt x="993" y="28"/>
                </a:cubicBezTo>
                <a:cubicBezTo>
                  <a:pt x="1009" y="25"/>
                  <a:pt x="998" y="23"/>
                  <a:pt x="1014" y="23"/>
                </a:cubicBezTo>
                <a:cubicBezTo>
                  <a:pt x="1009" y="18"/>
                  <a:pt x="993" y="18"/>
                  <a:pt x="982" y="18"/>
                </a:cubicBezTo>
                <a:cubicBezTo>
                  <a:pt x="982" y="16"/>
                  <a:pt x="987" y="16"/>
                  <a:pt x="982" y="15"/>
                </a:cubicBezTo>
                <a:cubicBezTo>
                  <a:pt x="1004" y="15"/>
                  <a:pt x="1036" y="22"/>
                  <a:pt x="1041" y="12"/>
                </a:cubicBezTo>
                <a:cubicBezTo>
                  <a:pt x="1009" y="8"/>
                  <a:pt x="987" y="14"/>
                  <a:pt x="966" y="10"/>
                </a:cubicBezTo>
                <a:cubicBezTo>
                  <a:pt x="950" y="16"/>
                  <a:pt x="912" y="18"/>
                  <a:pt x="890" y="16"/>
                </a:cubicBezTo>
                <a:cubicBezTo>
                  <a:pt x="906" y="19"/>
                  <a:pt x="885" y="22"/>
                  <a:pt x="885" y="25"/>
                </a:cubicBezTo>
                <a:cubicBezTo>
                  <a:pt x="869" y="12"/>
                  <a:pt x="912" y="16"/>
                  <a:pt x="923" y="10"/>
                </a:cubicBezTo>
                <a:cubicBezTo>
                  <a:pt x="869" y="11"/>
                  <a:pt x="842" y="4"/>
                  <a:pt x="831" y="18"/>
                </a:cubicBezTo>
                <a:cubicBezTo>
                  <a:pt x="831" y="15"/>
                  <a:pt x="831" y="12"/>
                  <a:pt x="825" y="10"/>
                </a:cubicBezTo>
                <a:cubicBezTo>
                  <a:pt x="804" y="16"/>
                  <a:pt x="787" y="8"/>
                  <a:pt x="771" y="6"/>
                </a:cubicBezTo>
                <a:cubicBezTo>
                  <a:pt x="750" y="8"/>
                  <a:pt x="744" y="18"/>
                  <a:pt x="734" y="15"/>
                </a:cubicBezTo>
                <a:cubicBezTo>
                  <a:pt x="723" y="12"/>
                  <a:pt x="739" y="5"/>
                  <a:pt x="717" y="8"/>
                </a:cubicBezTo>
                <a:cubicBezTo>
                  <a:pt x="717" y="10"/>
                  <a:pt x="712" y="18"/>
                  <a:pt x="696" y="15"/>
                </a:cubicBezTo>
                <a:cubicBezTo>
                  <a:pt x="690" y="12"/>
                  <a:pt x="712" y="10"/>
                  <a:pt x="690" y="5"/>
                </a:cubicBezTo>
                <a:cubicBezTo>
                  <a:pt x="680" y="15"/>
                  <a:pt x="647" y="15"/>
                  <a:pt x="631" y="25"/>
                </a:cubicBezTo>
                <a:cubicBezTo>
                  <a:pt x="631" y="21"/>
                  <a:pt x="626" y="23"/>
                  <a:pt x="615" y="19"/>
                </a:cubicBezTo>
                <a:cubicBezTo>
                  <a:pt x="642" y="15"/>
                  <a:pt x="631" y="12"/>
                  <a:pt x="658" y="11"/>
                </a:cubicBezTo>
                <a:cubicBezTo>
                  <a:pt x="637" y="10"/>
                  <a:pt x="593" y="0"/>
                  <a:pt x="583" y="10"/>
                </a:cubicBezTo>
                <a:cubicBezTo>
                  <a:pt x="593" y="8"/>
                  <a:pt x="599" y="11"/>
                  <a:pt x="593" y="12"/>
                </a:cubicBezTo>
                <a:cubicBezTo>
                  <a:pt x="555" y="11"/>
                  <a:pt x="550" y="23"/>
                  <a:pt x="529" y="29"/>
                </a:cubicBezTo>
                <a:cubicBezTo>
                  <a:pt x="485" y="18"/>
                  <a:pt x="566" y="16"/>
                  <a:pt x="561" y="8"/>
                </a:cubicBezTo>
                <a:cubicBezTo>
                  <a:pt x="512" y="2"/>
                  <a:pt x="421" y="16"/>
                  <a:pt x="453" y="31"/>
                </a:cubicBezTo>
                <a:cubicBezTo>
                  <a:pt x="431" y="29"/>
                  <a:pt x="404" y="33"/>
                  <a:pt x="383" y="28"/>
                </a:cubicBezTo>
                <a:cubicBezTo>
                  <a:pt x="431" y="21"/>
                  <a:pt x="453" y="18"/>
                  <a:pt x="453" y="5"/>
                </a:cubicBezTo>
                <a:cubicBezTo>
                  <a:pt x="404" y="6"/>
                  <a:pt x="415" y="15"/>
                  <a:pt x="367" y="21"/>
                </a:cubicBezTo>
                <a:cubicBezTo>
                  <a:pt x="356" y="18"/>
                  <a:pt x="350" y="19"/>
                  <a:pt x="340" y="16"/>
                </a:cubicBezTo>
                <a:cubicBezTo>
                  <a:pt x="372" y="18"/>
                  <a:pt x="350" y="6"/>
                  <a:pt x="377" y="8"/>
                </a:cubicBezTo>
                <a:cubicBezTo>
                  <a:pt x="329" y="5"/>
                  <a:pt x="280" y="10"/>
                  <a:pt x="237" y="6"/>
                </a:cubicBezTo>
                <a:cubicBezTo>
                  <a:pt x="215" y="21"/>
                  <a:pt x="107" y="10"/>
                  <a:pt x="102" y="23"/>
                </a:cubicBezTo>
                <a:moveTo>
                  <a:pt x="3600" y="87"/>
                </a:moveTo>
                <a:cubicBezTo>
                  <a:pt x="3600" y="90"/>
                  <a:pt x="3600" y="92"/>
                  <a:pt x="3611" y="94"/>
                </a:cubicBezTo>
                <a:cubicBezTo>
                  <a:pt x="3600" y="94"/>
                  <a:pt x="3594" y="96"/>
                  <a:pt x="3589" y="97"/>
                </a:cubicBezTo>
                <a:cubicBezTo>
                  <a:pt x="3584" y="96"/>
                  <a:pt x="3578" y="94"/>
                  <a:pt x="3573" y="96"/>
                </a:cubicBezTo>
                <a:cubicBezTo>
                  <a:pt x="3562" y="93"/>
                  <a:pt x="3594" y="90"/>
                  <a:pt x="3600" y="87"/>
                </a:cubicBezTo>
                <a:moveTo>
                  <a:pt x="2126" y="124"/>
                </a:moveTo>
                <a:cubicBezTo>
                  <a:pt x="2115" y="118"/>
                  <a:pt x="2094" y="124"/>
                  <a:pt x="2094" y="117"/>
                </a:cubicBezTo>
                <a:cubicBezTo>
                  <a:pt x="2132" y="121"/>
                  <a:pt x="2159" y="115"/>
                  <a:pt x="2175" y="108"/>
                </a:cubicBezTo>
                <a:cubicBezTo>
                  <a:pt x="2180" y="115"/>
                  <a:pt x="2153" y="120"/>
                  <a:pt x="2126" y="124"/>
                </a:cubicBezTo>
                <a:moveTo>
                  <a:pt x="2229" y="108"/>
                </a:moveTo>
                <a:cubicBezTo>
                  <a:pt x="2223" y="103"/>
                  <a:pt x="2261" y="98"/>
                  <a:pt x="2272" y="104"/>
                </a:cubicBezTo>
                <a:cubicBezTo>
                  <a:pt x="2277" y="103"/>
                  <a:pt x="2272" y="101"/>
                  <a:pt x="2267" y="100"/>
                </a:cubicBezTo>
                <a:cubicBezTo>
                  <a:pt x="2283" y="94"/>
                  <a:pt x="2288" y="100"/>
                  <a:pt x="2304" y="97"/>
                </a:cubicBezTo>
                <a:cubicBezTo>
                  <a:pt x="2299" y="101"/>
                  <a:pt x="2277" y="103"/>
                  <a:pt x="2261" y="110"/>
                </a:cubicBezTo>
                <a:cubicBezTo>
                  <a:pt x="2250" y="108"/>
                  <a:pt x="2240" y="104"/>
                  <a:pt x="2229" y="108"/>
                </a:cubicBezTo>
                <a:moveTo>
                  <a:pt x="2299" y="93"/>
                </a:moveTo>
                <a:cubicBezTo>
                  <a:pt x="2310" y="92"/>
                  <a:pt x="2315" y="90"/>
                  <a:pt x="2326" y="89"/>
                </a:cubicBezTo>
                <a:cubicBezTo>
                  <a:pt x="2337" y="96"/>
                  <a:pt x="2304" y="94"/>
                  <a:pt x="2342" y="100"/>
                </a:cubicBezTo>
                <a:cubicBezTo>
                  <a:pt x="2342" y="100"/>
                  <a:pt x="2347" y="98"/>
                  <a:pt x="2353" y="98"/>
                </a:cubicBezTo>
                <a:cubicBezTo>
                  <a:pt x="2364" y="103"/>
                  <a:pt x="2337" y="98"/>
                  <a:pt x="2326" y="103"/>
                </a:cubicBezTo>
                <a:cubicBezTo>
                  <a:pt x="2331" y="98"/>
                  <a:pt x="2310" y="97"/>
                  <a:pt x="2315" y="103"/>
                </a:cubicBezTo>
                <a:cubicBezTo>
                  <a:pt x="2310" y="107"/>
                  <a:pt x="2310" y="96"/>
                  <a:pt x="2299" y="93"/>
                </a:cubicBezTo>
                <a:moveTo>
                  <a:pt x="2267" y="118"/>
                </a:moveTo>
                <a:cubicBezTo>
                  <a:pt x="2256" y="114"/>
                  <a:pt x="2277" y="110"/>
                  <a:pt x="2294" y="110"/>
                </a:cubicBezTo>
                <a:cubicBezTo>
                  <a:pt x="2304" y="114"/>
                  <a:pt x="2277" y="118"/>
                  <a:pt x="2267" y="118"/>
                </a:cubicBezTo>
                <a:moveTo>
                  <a:pt x="2342" y="115"/>
                </a:moveTo>
                <a:cubicBezTo>
                  <a:pt x="2342" y="113"/>
                  <a:pt x="2342" y="111"/>
                  <a:pt x="2337" y="108"/>
                </a:cubicBezTo>
                <a:cubicBezTo>
                  <a:pt x="2353" y="104"/>
                  <a:pt x="2364" y="107"/>
                  <a:pt x="2374" y="106"/>
                </a:cubicBezTo>
                <a:cubicBezTo>
                  <a:pt x="2385" y="110"/>
                  <a:pt x="2353" y="111"/>
                  <a:pt x="2342" y="115"/>
                </a:cubicBezTo>
                <a:moveTo>
                  <a:pt x="2472" y="79"/>
                </a:moveTo>
                <a:cubicBezTo>
                  <a:pt x="2461" y="73"/>
                  <a:pt x="2493" y="76"/>
                  <a:pt x="2499" y="76"/>
                </a:cubicBezTo>
                <a:cubicBezTo>
                  <a:pt x="2499" y="79"/>
                  <a:pt x="2493" y="82"/>
                  <a:pt x="2499" y="86"/>
                </a:cubicBezTo>
                <a:cubicBezTo>
                  <a:pt x="2493" y="94"/>
                  <a:pt x="2493" y="70"/>
                  <a:pt x="2472" y="79"/>
                </a:cubicBezTo>
                <a:moveTo>
                  <a:pt x="2536" y="64"/>
                </a:moveTo>
                <a:cubicBezTo>
                  <a:pt x="2553" y="70"/>
                  <a:pt x="2542" y="76"/>
                  <a:pt x="2536" y="80"/>
                </a:cubicBezTo>
                <a:cubicBezTo>
                  <a:pt x="2520" y="74"/>
                  <a:pt x="2509" y="69"/>
                  <a:pt x="2536" y="64"/>
                </a:cubicBezTo>
                <a:moveTo>
                  <a:pt x="2472" y="114"/>
                </a:moveTo>
                <a:cubicBezTo>
                  <a:pt x="2466" y="113"/>
                  <a:pt x="2488" y="107"/>
                  <a:pt x="2461" y="111"/>
                </a:cubicBezTo>
                <a:cubicBezTo>
                  <a:pt x="2461" y="103"/>
                  <a:pt x="2428" y="110"/>
                  <a:pt x="2445" y="103"/>
                </a:cubicBezTo>
                <a:cubicBezTo>
                  <a:pt x="2493" y="101"/>
                  <a:pt x="2482" y="104"/>
                  <a:pt x="2520" y="101"/>
                </a:cubicBezTo>
                <a:cubicBezTo>
                  <a:pt x="2531" y="100"/>
                  <a:pt x="2520" y="106"/>
                  <a:pt x="2536" y="104"/>
                </a:cubicBezTo>
                <a:cubicBezTo>
                  <a:pt x="2531" y="113"/>
                  <a:pt x="2477" y="101"/>
                  <a:pt x="2472" y="114"/>
                </a:cubicBezTo>
                <a:moveTo>
                  <a:pt x="2553" y="87"/>
                </a:moveTo>
                <a:cubicBezTo>
                  <a:pt x="2558" y="89"/>
                  <a:pt x="2553" y="90"/>
                  <a:pt x="2547" y="92"/>
                </a:cubicBezTo>
                <a:cubicBezTo>
                  <a:pt x="2553" y="92"/>
                  <a:pt x="2558" y="93"/>
                  <a:pt x="2569" y="94"/>
                </a:cubicBezTo>
                <a:cubicBezTo>
                  <a:pt x="2542" y="101"/>
                  <a:pt x="2520" y="90"/>
                  <a:pt x="2553" y="87"/>
                </a:cubicBezTo>
                <a:moveTo>
                  <a:pt x="2569" y="110"/>
                </a:moveTo>
                <a:cubicBezTo>
                  <a:pt x="2563" y="111"/>
                  <a:pt x="2547" y="110"/>
                  <a:pt x="2553" y="113"/>
                </a:cubicBezTo>
                <a:cubicBezTo>
                  <a:pt x="2531" y="117"/>
                  <a:pt x="2542" y="104"/>
                  <a:pt x="2553" y="110"/>
                </a:cubicBezTo>
                <a:cubicBezTo>
                  <a:pt x="2553" y="107"/>
                  <a:pt x="2553" y="94"/>
                  <a:pt x="2580" y="103"/>
                </a:cubicBezTo>
                <a:cubicBezTo>
                  <a:pt x="2574" y="104"/>
                  <a:pt x="2574" y="103"/>
                  <a:pt x="2569" y="101"/>
                </a:cubicBezTo>
                <a:cubicBezTo>
                  <a:pt x="2569" y="104"/>
                  <a:pt x="2569" y="107"/>
                  <a:pt x="2569" y="110"/>
                </a:cubicBezTo>
                <a:moveTo>
                  <a:pt x="2623" y="97"/>
                </a:moveTo>
                <a:cubicBezTo>
                  <a:pt x="2628" y="94"/>
                  <a:pt x="2639" y="93"/>
                  <a:pt x="2634" y="92"/>
                </a:cubicBezTo>
                <a:cubicBezTo>
                  <a:pt x="2661" y="87"/>
                  <a:pt x="2644" y="101"/>
                  <a:pt x="2666" y="97"/>
                </a:cubicBezTo>
                <a:cubicBezTo>
                  <a:pt x="2671" y="101"/>
                  <a:pt x="2628" y="103"/>
                  <a:pt x="2623" y="97"/>
                </a:cubicBezTo>
                <a:moveTo>
                  <a:pt x="2715" y="90"/>
                </a:moveTo>
                <a:cubicBezTo>
                  <a:pt x="2704" y="86"/>
                  <a:pt x="2698" y="82"/>
                  <a:pt x="2715" y="79"/>
                </a:cubicBezTo>
                <a:cubicBezTo>
                  <a:pt x="2731" y="83"/>
                  <a:pt x="2742" y="87"/>
                  <a:pt x="2715" y="90"/>
                </a:cubicBezTo>
                <a:moveTo>
                  <a:pt x="2849" y="62"/>
                </a:moveTo>
                <a:cubicBezTo>
                  <a:pt x="2855" y="70"/>
                  <a:pt x="2817" y="66"/>
                  <a:pt x="2806" y="66"/>
                </a:cubicBezTo>
                <a:cubicBezTo>
                  <a:pt x="2801" y="60"/>
                  <a:pt x="2839" y="64"/>
                  <a:pt x="2849" y="62"/>
                </a:cubicBezTo>
                <a:moveTo>
                  <a:pt x="2785" y="76"/>
                </a:moveTo>
                <a:cubicBezTo>
                  <a:pt x="2790" y="72"/>
                  <a:pt x="2822" y="73"/>
                  <a:pt x="2844" y="69"/>
                </a:cubicBezTo>
                <a:cubicBezTo>
                  <a:pt x="2855" y="76"/>
                  <a:pt x="2822" y="73"/>
                  <a:pt x="2806" y="79"/>
                </a:cubicBezTo>
                <a:cubicBezTo>
                  <a:pt x="2795" y="77"/>
                  <a:pt x="2790" y="74"/>
                  <a:pt x="2785" y="76"/>
                </a:cubicBezTo>
                <a:moveTo>
                  <a:pt x="2790" y="100"/>
                </a:moveTo>
                <a:cubicBezTo>
                  <a:pt x="2769" y="100"/>
                  <a:pt x="2779" y="103"/>
                  <a:pt x="2763" y="106"/>
                </a:cubicBezTo>
                <a:cubicBezTo>
                  <a:pt x="2758" y="104"/>
                  <a:pt x="2758" y="103"/>
                  <a:pt x="2752" y="100"/>
                </a:cubicBezTo>
                <a:cubicBezTo>
                  <a:pt x="2779" y="101"/>
                  <a:pt x="2752" y="94"/>
                  <a:pt x="2779" y="92"/>
                </a:cubicBezTo>
                <a:cubicBezTo>
                  <a:pt x="2774" y="92"/>
                  <a:pt x="2763" y="89"/>
                  <a:pt x="2758" y="86"/>
                </a:cubicBezTo>
                <a:cubicBezTo>
                  <a:pt x="2763" y="86"/>
                  <a:pt x="2774" y="86"/>
                  <a:pt x="2769" y="84"/>
                </a:cubicBezTo>
                <a:cubicBezTo>
                  <a:pt x="2779" y="83"/>
                  <a:pt x="2785" y="86"/>
                  <a:pt x="2790" y="84"/>
                </a:cubicBezTo>
                <a:cubicBezTo>
                  <a:pt x="2795" y="87"/>
                  <a:pt x="2785" y="87"/>
                  <a:pt x="2785" y="86"/>
                </a:cubicBezTo>
                <a:cubicBezTo>
                  <a:pt x="2795" y="92"/>
                  <a:pt x="2774" y="96"/>
                  <a:pt x="2790" y="100"/>
                </a:cubicBezTo>
                <a:moveTo>
                  <a:pt x="2720" y="107"/>
                </a:moveTo>
                <a:cubicBezTo>
                  <a:pt x="2682" y="113"/>
                  <a:pt x="2661" y="108"/>
                  <a:pt x="2634" y="114"/>
                </a:cubicBezTo>
                <a:cubicBezTo>
                  <a:pt x="2634" y="106"/>
                  <a:pt x="2693" y="104"/>
                  <a:pt x="2720" y="107"/>
                </a:cubicBezTo>
                <a:moveTo>
                  <a:pt x="2634" y="124"/>
                </a:moveTo>
                <a:cubicBezTo>
                  <a:pt x="2623" y="121"/>
                  <a:pt x="2639" y="120"/>
                  <a:pt x="2634" y="117"/>
                </a:cubicBezTo>
                <a:cubicBezTo>
                  <a:pt x="2655" y="118"/>
                  <a:pt x="2671" y="121"/>
                  <a:pt x="2693" y="120"/>
                </a:cubicBezTo>
                <a:cubicBezTo>
                  <a:pt x="2693" y="130"/>
                  <a:pt x="2655" y="118"/>
                  <a:pt x="2634" y="124"/>
                </a:cubicBezTo>
                <a:moveTo>
                  <a:pt x="2806" y="87"/>
                </a:moveTo>
                <a:cubicBezTo>
                  <a:pt x="2795" y="77"/>
                  <a:pt x="2822" y="86"/>
                  <a:pt x="2844" y="79"/>
                </a:cubicBezTo>
                <a:cubicBezTo>
                  <a:pt x="2844" y="84"/>
                  <a:pt x="2844" y="87"/>
                  <a:pt x="2866" y="90"/>
                </a:cubicBezTo>
                <a:cubicBezTo>
                  <a:pt x="2882" y="87"/>
                  <a:pt x="2887" y="84"/>
                  <a:pt x="2882" y="82"/>
                </a:cubicBezTo>
                <a:cubicBezTo>
                  <a:pt x="2903" y="80"/>
                  <a:pt x="2892" y="87"/>
                  <a:pt x="2892" y="90"/>
                </a:cubicBezTo>
                <a:cubicBezTo>
                  <a:pt x="2839" y="96"/>
                  <a:pt x="2849" y="86"/>
                  <a:pt x="2806" y="87"/>
                </a:cubicBezTo>
                <a:moveTo>
                  <a:pt x="2974" y="57"/>
                </a:moveTo>
                <a:cubicBezTo>
                  <a:pt x="2974" y="62"/>
                  <a:pt x="2963" y="64"/>
                  <a:pt x="2947" y="67"/>
                </a:cubicBezTo>
                <a:cubicBezTo>
                  <a:pt x="2941" y="66"/>
                  <a:pt x="2936" y="64"/>
                  <a:pt x="2930" y="63"/>
                </a:cubicBezTo>
                <a:cubicBezTo>
                  <a:pt x="2947" y="59"/>
                  <a:pt x="2957" y="62"/>
                  <a:pt x="2974" y="57"/>
                </a:cubicBezTo>
                <a:moveTo>
                  <a:pt x="3060" y="60"/>
                </a:moveTo>
                <a:cubicBezTo>
                  <a:pt x="3044" y="63"/>
                  <a:pt x="3028" y="64"/>
                  <a:pt x="3017" y="59"/>
                </a:cubicBezTo>
                <a:cubicBezTo>
                  <a:pt x="3033" y="55"/>
                  <a:pt x="3049" y="55"/>
                  <a:pt x="3060" y="60"/>
                </a:cubicBezTo>
                <a:moveTo>
                  <a:pt x="2742" y="120"/>
                </a:moveTo>
                <a:cubicBezTo>
                  <a:pt x="2752" y="111"/>
                  <a:pt x="2790" y="110"/>
                  <a:pt x="2806" y="103"/>
                </a:cubicBezTo>
                <a:cubicBezTo>
                  <a:pt x="2828" y="113"/>
                  <a:pt x="2763" y="111"/>
                  <a:pt x="2785" y="118"/>
                </a:cubicBezTo>
                <a:cubicBezTo>
                  <a:pt x="2769" y="124"/>
                  <a:pt x="2758" y="118"/>
                  <a:pt x="2742" y="120"/>
                </a:cubicBezTo>
                <a:moveTo>
                  <a:pt x="2925" y="84"/>
                </a:moveTo>
                <a:cubicBezTo>
                  <a:pt x="2963" y="80"/>
                  <a:pt x="2947" y="74"/>
                  <a:pt x="2974" y="70"/>
                </a:cubicBezTo>
                <a:cubicBezTo>
                  <a:pt x="2990" y="74"/>
                  <a:pt x="3011" y="74"/>
                  <a:pt x="3033" y="67"/>
                </a:cubicBezTo>
                <a:cubicBezTo>
                  <a:pt x="3055" y="80"/>
                  <a:pt x="3001" y="72"/>
                  <a:pt x="2974" y="77"/>
                </a:cubicBezTo>
                <a:cubicBezTo>
                  <a:pt x="2963" y="80"/>
                  <a:pt x="3001" y="80"/>
                  <a:pt x="3006" y="82"/>
                </a:cubicBezTo>
                <a:cubicBezTo>
                  <a:pt x="2995" y="86"/>
                  <a:pt x="3028" y="92"/>
                  <a:pt x="3001" y="96"/>
                </a:cubicBezTo>
                <a:cubicBezTo>
                  <a:pt x="2995" y="82"/>
                  <a:pt x="2963" y="86"/>
                  <a:pt x="2925" y="84"/>
                </a:cubicBezTo>
                <a:moveTo>
                  <a:pt x="3022" y="87"/>
                </a:moveTo>
                <a:cubicBezTo>
                  <a:pt x="3033" y="87"/>
                  <a:pt x="3038" y="86"/>
                  <a:pt x="3044" y="84"/>
                </a:cubicBezTo>
                <a:cubicBezTo>
                  <a:pt x="3055" y="89"/>
                  <a:pt x="3060" y="86"/>
                  <a:pt x="3060" y="90"/>
                </a:cubicBezTo>
                <a:cubicBezTo>
                  <a:pt x="3049" y="92"/>
                  <a:pt x="3033" y="92"/>
                  <a:pt x="3022" y="87"/>
                </a:cubicBezTo>
                <a:moveTo>
                  <a:pt x="2849" y="121"/>
                </a:moveTo>
                <a:cubicBezTo>
                  <a:pt x="2844" y="114"/>
                  <a:pt x="2839" y="117"/>
                  <a:pt x="2833" y="111"/>
                </a:cubicBezTo>
                <a:cubicBezTo>
                  <a:pt x="2871" y="115"/>
                  <a:pt x="2909" y="100"/>
                  <a:pt x="2941" y="93"/>
                </a:cubicBezTo>
                <a:cubicBezTo>
                  <a:pt x="2957" y="101"/>
                  <a:pt x="2903" y="103"/>
                  <a:pt x="2898" y="108"/>
                </a:cubicBezTo>
                <a:cubicBezTo>
                  <a:pt x="2909" y="113"/>
                  <a:pt x="2914" y="111"/>
                  <a:pt x="2925" y="113"/>
                </a:cubicBezTo>
                <a:cubicBezTo>
                  <a:pt x="2952" y="108"/>
                  <a:pt x="2952" y="104"/>
                  <a:pt x="2968" y="98"/>
                </a:cubicBezTo>
                <a:cubicBezTo>
                  <a:pt x="2995" y="106"/>
                  <a:pt x="2947" y="108"/>
                  <a:pt x="2979" y="115"/>
                </a:cubicBezTo>
                <a:cubicBezTo>
                  <a:pt x="2930" y="113"/>
                  <a:pt x="2903" y="120"/>
                  <a:pt x="2849" y="121"/>
                </a:cubicBezTo>
                <a:moveTo>
                  <a:pt x="2984" y="104"/>
                </a:moveTo>
                <a:cubicBezTo>
                  <a:pt x="3011" y="97"/>
                  <a:pt x="3017" y="100"/>
                  <a:pt x="3038" y="93"/>
                </a:cubicBezTo>
                <a:cubicBezTo>
                  <a:pt x="3049" y="96"/>
                  <a:pt x="3038" y="97"/>
                  <a:pt x="3028" y="100"/>
                </a:cubicBezTo>
                <a:cubicBezTo>
                  <a:pt x="3033" y="101"/>
                  <a:pt x="3038" y="100"/>
                  <a:pt x="3038" y="100"/>
                </a:cubicBezTo>
                <a:cubicBezTo>
                  <a:pt x="3038" y="101"/>
                  <a:pt x="2995" y="103"/>
                  <a:pt x="2995" y="111"/>
                </a:cubicBezTo>
                <a:cubicBezTo>
                  <a:pt x="2974" y="114"/>
                  <a:pt x="3006" y="106"/>
                  <a:pt x="2984" y="104"/>
                </a:cubicBezTo>
                <a:moveTo>
                  <a:pt x="3060" y="93"/>
                </a:moveTo>
                <a:cubicBezTo>
                  <a:pt x="3082" y="87"/>
                  <a:pt x="3109" y="89"/>
                  <a:pt x="3114" y="77"/>
                </a:cubicBezTo>
                <a:cubicBezTo>
                  <a:pt x="3119" y="83"/>
                  <a:pt x="3136" y="79"/>
                  <a:pt x="3146" y="79"/>
                </a:cubicBezTo>
                <a:cubicBezTo>
                  <a:pt x="3136" y="84"/>
                  <a:pt x="3103" y="96"/>
                  <a:pt x="3060" y="93"/>
                </a:cubicBezTo>
                <a:moveTo>
                  <a:pt x="3168" y="120"/>
                </a:moveTo>
                <a:cubicBezTo>
                  <a:pt x="3146" y="115"/>
                  <a:pt x="3173" y="113"/>
                  <a:pt x="3168" y="110"/>
                </a:cubicBezTo>
                <a:cubicBezTo>
                  <a:pt x="3152" y="107"/>
                  <a:pt x="3168" y="115"/>
                  <a:pt x="3141" y="117"/>
                </a:cubicBezTo>
                <a:cubicBezTo>
                  <a:pt x="3125" y="113"/>
                  <a:pt x="3136" y="110"/>
                  <a:pt x="3146" y="106"/>
                </a:cubicBezTo>
                <a:cubicBezTo>
                  <a:pt x="3168" y="107"/>
                  <a:pt x="3184" y="111"/>
                  <a:pt x="3206" y="115"/>
                </a:cubicBezTo>
                <a:cubicBezTo>
                  <a:pt x="3200" y="120"/>
                  <a:pt x="3184" y="118"/>
                  <a:pt x="3168" y="120"/>
                </a:cubicBezTo>
                <a:moveTo>
                  <a:pt x="3297" y="83"/>
                </a:moveTo>
                <a:cubicBezTo>
                  <a:pt x="3303" y="89"/>
                  <a:pt x="3297" y="94"/>
                  <a:pt x="3270" y="98"/>
                </a:cubicBezTo>
                <a:cubicBezTo>
                  <a:pt x="3265" y="94"/>
                  <a:pt x="3254" y="93"/>
                  <a:pt x="3238" y="94"/>
                </a:cubicBezTo>
                <a:cubicBezTo>
                  <a:pt x="3238" y="93"/>
                  <a:pt x="3281" y="89"/>
                  <a:pt x="3297" y="83"/>
                </a:cubicBezTo>
                <a:moveTo>
                  <a:pt x="3200" y="111"/>
                </a:moveTo>
                <a:cubicBezTo>
                  <a:pt x="3195" y="108"/>
                  <a:pt x="3206" y="106"/>
                  <a:pt x="3200" y="103"/>
                </a:cubicBezTo>
                <a:cubicBezTo>
                  <a:pt x="3211" y="101"/>
                  <a:pt x="3222" y="103"/>
                  <a:pt x="3227" y="107"/>
                </a:cubicBezTo>
                <a:cubicBezTo>
                  <a:pt x="3216" y="111"/>
                  <a:pt x="3211" y="110"/>
                  <a:pt x="3200" y="111"/>
                </a:cubicBezTo>
                <a:moveTo>
                  <a:pt x="3303" y="97"/>
                </a:moveTo>
                <a:cubicBezTo>
                  <a:pt x="3308" y="92"/>
                  <a:pt x="3324" y="87"/>
                  <a:pt x="3319" y="82"/>
                </a:cubicBezTo>
                <a:cubicBezTo>
                  <a:pt x="3324" y="80"/>
                  <a:pt x="3324" y="83"/>
                  <a:pt x="3324" y="83"/>
                </a:cubicBezTo>
                <a:cubicBezTo>
                  <a:pt x="3341" y="86"/>
                  <a:pt x="3362" y="82"/>
                  <a:pt x="3373" y="87"/>
                </a:cubicBezTo>
                <a:cubicBezTo>
                  <a:pt x="3346" y="87"/>
                  <a:pt x="3330" y="96"/>
                  <a:pt x="3303" y="97"/>
                </a:cubicBezTo>
                <a:moveTo>
                  <a:pt x="3346" y="104"/>
                </a:moveTo>
                <a:cubicBezTo>
                  <a:pt x="3324" y="110"/>
                  <a:pt x="3314" y="103"/>
                  <a:pt x="3292" y="110"/>
                </a:cubicBezTo>
                <a:cubicBezTo>
                  <a:pt x="3287" y="107"/>
                  <a:pt x="3287" y="104"/>
                  <a:pt x="3292" y="103"/>
                </a:cubicBezTo>
                <a:cubicBezTo>
                  <a:pt x="3308" y="101"/>
                  <a:pt x="3330" y="100"/>
                  <a:pt x="3346" y="104"/>
                </a:cubicBezTo>
                <a:moveTo>
                  <a:pt x="3465" y="87"/>
                </a:moveTo>
                <a:cubicBezTo>
                  <a:pt x="3449" y="89"/>
                  <a:pt x="3432" y="87"/>
                  <a:pt x="3416" y="92"/>
                </a:cubicBezTo>
                <a:cubicBezTo>
                  <a:pt x="3411" y="89"/>
                  <a:pt x="3422" y="87"/>
                  <a:pt x="3416" y="84"/>
                </a:cubicBezTo>
                <a:cubicBezTo>
                  <a:pt x="3432" y="82"/>
                  <a:pt x="3449" y="82"/>
                  <a:pt x="3465" y="87"/>
                </a:cubicBezTo>
                <a:moveTo>
                  <a:pt x="3557" y="57"/>
                </a:moveTo>
                <a:cubicBezTo>
                  <a:pt x="3524" y="59"/>
                  <a:pt x="3551" y="64"/>
                  <a:pt x="3524" y="69"/>
                </a:cubicBezTo>
                <a:cubicBezTo>
                  <a:pt x="3519" y="69"/>
                  <a:pt x="3513" y="67"/>
                  <a:pt x="3502" y="69"/>
                </a:cubicBezTo>
                <a:cubicBezTo>
                  <a:pt x="3497" y="62"/>
                  <a:pt x="3530" y="48"/>
                  <a:pt x="3557" y="57"/>
                </a:cubicBezTo>
                <a:moveTo>
                  <a:pt x="3486" y="49"/>
                </a:moveTo>
                <a:cubicBezTo>
                  <a:pt x="3486" y="55"/>
                  <a:pt x="3470" y="59"/>
                  <a:pt x="3449" y="63"/>
                </a:cubicBezTo>
                <a:cubicBezTo>
                  <a:pt x="3443" y="62"/>
                  <a:pt x="3449" y="60"/>
                  <a:pt x="3454" y="59"/>
                </a:cubicBezTo>
                <a:cubicBezTo>
                  <a:pt x="3459" y="56"/>
                  <a:pt x="3449" y="57"/>
                  <a:pt x="3443" y="53"/>
                </a:cubicBezTo>
                <a:cubicBezTo>
                  <a:pt x="3454" y="52"/>
                  <a:pt x="3449" y="49"/>
                  <a:pt x="3459" y="48"/>
                </a:cubicBezTo>
                <a:cubicBezTo>
                  <a:pt x="3470" y="48"/>
                  <a:pt x="3476" y="50"/>
                  <a:pt x="3486" y="49"/>
                </a:cubicBezTo>
                <a:moveTo>
                  <a:pt x="3470" y="60"/>
                </a:moveTo>
                <a:cubicBezTo>
                  <a:pt x="3470" y="73"/>
                  <a:pt x="3411" y="80"/>
                  <a:pt x="3357" y="79"/>
                </a:cubicBezTo>
                <a:cubicBezTo>
                  <a:pt x="3357" y="72"/>
                  <a:pt x="3405" y="77"/>
                  <a:pt x="3416" y="69"/>
                </a:cubicBezTo>
                <a:cubicBezTo>
                  <a:pt x="3411" y="66"/>
                  <a:pt x="3400" y="66"/>
                  <a:pt x="3389" y="66"/>
                </a:cubicBezTo>
                <a:cubicBezTo>
                  <a:pt x="3389" y="63"/>
                  <a:pt x="3395" y="60"/>
                  <a:pt x="3411" y="57"/>
                </a:cubicBezTo>
                <a:cubicBezTo>
                  <a:pt x="3416" y="64"/>
                  <a:pt x="3443" y="67"/>
                  <a:pt x="3470" y="60"/>
                </a:cubicBezTo>
                <a:moveTo>
                  <a:pt x="3351" y="59"/>
                </a:moveTo>
                <a:cubicBezTo>
                  <a:pt x="3384" y="64"/>
                  <a:pt x="3335" y="66"/>
                  <a:pt x="3357" y="72"/>
                </a:cubicBezTo>
                <a:cubicBezTo>
                  <a:pt x="3346" y="73"/>
                  <a:pt x="3330" y="72"/>
                  <a:pt x="3335" y="74"/>
                </a:cubicBezTo>
                <a:cubicBezTo>
                  <a:pt x="3330" y="76"/>
                  <a:pt x="3324" y="73"/>
                  <a:pt x="3319" y="72"/>
                </a:cubicBezTo>
                <a:cubicBezTo>
                  <a:pt x="3346" y="67"/>
                  <a:pt x="3319" y="63"/>
                  <a:pt x="3351" y="59"/>
                </a:cubicBezTo>
                <a:moveTo>
                  <a:pt x="3292" y="73"/>
                </a:moveTo>
                <a:cubicBezTo>
                  <a:pt x="3303" y="79"/>
                  <a:pt x="3265" y="79"/>
                  <a:pt x="3260" y="82"/>
                </a:cubicBezTo>
                <a:cubicBezTo>
                  <a:pt x="3238" y="73"/>
                  <a:pt x="3287" y="76"/>
                  <a:pt x="3292" y="73"/>
                </a:cubicBezTo>
                <a:moveTo>
                  <a:pt x="3206" y="94"/>
                </a:moveTo>
                <a:cubicBezTo>
                  <a:pt x="3211" y="93"/>
                  <a:pt x="3173" y="92"/>
                  <a:pt x="3168" y="103"/>
                </a:cubicBezTo>
                <a:cubicBezTo>
                  <a:pt x="3119" y="96"/>
                  <a:pt x="3227" y="80"/>
                  <a:pt x="3238" y="70"/>
                </a:cubicBezTo>
                <a:cubicBezTo>
                  <a:pt x="3249" y="79"/>
                  <a:pt x="3222" y="86"/>
                  <a:pt x="3206" y="94"/>
                </a:cubicBezTo>
                <a:moveTo>
                  <a:pt x="3281" y="66"/>
                </a:moveTo>
                <a:cubicBezTo>
                  <a:pt x="3276" y="72"/>
                  <a:pt x="3249" y="66"/>
                  <a:pt x="3260" y="70"/>
                </a:cubicBezTo>
                <a:cubicBezTo>
                  <a:pt x="3238" y="74"/>
                  <a:pt x="3254" y="60"/>
                  <a:pt x="3227" y="64"/>
                </a:cubicBezTo>
                <a:cubicBezTo>
                  <a:pt x="3216" y="60"/>
                  <a:pt x="3243" y="64"/>
                  <a:pt x="3254" y="59"/>
                </a:cubicBezTo>
                <a:cubicBezTo>
                  <a:pt x="3260" y="64"/>
                  <a:pt x="3270" y="62"/>
                  <a:pt x="3281" y="66"/>
                </a:cubicBezTo>
                <a:moveTo>
                  <a:pt x="3281" y="63"/>
                </a:moveTo>
                <a:cubicBezTo>
                  <a:pt x="3270" y="56"/>
                  <a:pt x="3265" y="57"/>
                  <a:pt x="3260" y="52"/>
                </a:cubicBezTo>
                <a:cubicBezTo>
                  <a:pt x="3276" y="50"/>
                  <a:pt x="3308" y="59"/>
                  <a:pt x="3281" y="63"/>
                </a:cubicBezTo>
                <a:moveTo>
                  <a:pt x="3184" y="79"/>
                </a:moveTo>
                <a:cubicBezTo>
                  <a:pt x="3157" y="73"/>
                  <a:pt x="3190" y="69"/>
                  <a:pt x="3173" y="63"/>
                </a:cubicBezTo>
                <a:cubicBezTo>
                  <a:pt x="3206" y="60"/>
                  <a:pt x="3206" y="74"/>
                  <a:pt x="3184" y="79"/>
                </a:cubicBezTo>
                <a:moveTo>
                  <a:pt x="3103" y="72"/>
                </a:moveTo>
                <a:cubicBezTo>
                  <a:pt x="3087" y="60"/>
                  <a:pt x="3141" y="67"/>
                  <a:pt x="3157" y="60"/>
                </a:cubicBezTo>
                <a:cubicBezTo>
                  <a:pt x="3168" y="72"/>
                  <a:pt x="3109" y="60"/>
                  <a:pt x="3103" y="72"/>
                </a:cubicBezTo>
                <a:moveTo>
                  <a:pt x="3114" y="56"/>
                </a:moveTo>
                <a:cubicBezTo>
                  <a:pt x="3162" y="53"/>
                  <a:pt x="3114" y="49"/>
                  <a:pt x="3146" y="43"/>
                </a:cubicBezTo>
                <a:cubicBezTo>
                  <a:pt x="3152" y="43"/>
                  <a:pt x="3157" y="45"/>
                  <a:pt x="3162" y="46"/>
                </a:cubicBezTo>
                <a:cubicBezTo>
                  <a:pt x="3157" y="52"/>
                  <a:pt x="3157" y="69"/>
                  <a:pt x="3114" y="56"/>
                </a:cubicBezTo>
                <a:moveTo>
                  <a:pt x="3157" y="35"/>
                </a:moveTo>
                <a:cubicBezTo>
                  <a:pt x="3184" y="40"/>
                  <a:pt x="3146" y="46"/>
                  <a:pt x="3136" y="39"/>
                </a:cubicBezTo>
                <a:cubicBezTo>
                  <a:pt x="3141" y="35"/>
                  <a:pt x="3141" y="38"/>
                  <a:pt x="3157" y="35"/>
                </a:cubicBezTo>
                <a:moveTo>
                  <a:pt x="3114" y="46"/>
                </a:moveTo>
                <a:cubicBezTo>
                  <a:pt x="3119" y="53"/>
                  <a:pt x="3092" y="56"/>
                  <a:pt x="3071" y="55"/>
                </a:cubicBezTo>
                <a:cubicBezTo>
                  <a:pt x="3082" y="49"/>
                  <a:pt x="3076" y="48"/>
                  <a:pt x="3098" y="40"/>
                </a:cubicBezTo>
                <a:cubicBezTo>
                  <a:pt x="3098" y="40"/>
                  <a:pt x="3098" y="49"/>
                  <a:pt x="3114" y="46"/>
                </a:cubicBezTo>
                <a:moveTo>
                  <a:pt x="3055" y="42"/>
                </a:moveTo>
                <a:cubicBezTo>
                  <a:pt x="3049" y="45"/>
                  <a:pt x="3060" y="49"/>
                  <a:pt x="3060" y="53"/>
                </a:cubicBezTo>
                <a:cubicBezTo>
                  <a:pt x="3044" y="57"/>
                  <a:pt x="3038" y="52"/>
                  <a:pt x="3022" y="55"/>
                </a:cubicBezTo>
                <a:cubicBezTo>
                  <a:pt x="3022" y="52"/>
                  <a:pt x="3022" y="50"/>
                  <a:pt x="3033" y="48"/>
                </a:cubicBezTo>
                <a:cubicBezTo>
                  <a:pt x="3022" y="48"/>
                  <a:pt x="3017" y="46"/>
                  <a:pt x="3006" y="43"/>
                </a:cubicBezTo>
                <a:cubicBezTo>
                  <a:pt x="2979" y="46"/>
                  <a:pt x="3001" y="50"/>
                  <a:pt x="2979" y="53"/>
                </a:cubicBezTo>
                <a:cubicBezTo>
                  <a:pt x="2952" y="32"/>
                  <a:pt x="3017" y="43"/>
                  <a:pt x="3055" y="42"/>
                </a:cubicBezTo>
                <a:moveTo>
                  <a:pt x="2936" y="32"/>
                </a:moveTo>
                <a:cubicBezTo>
                  <a:pt x="2963" y="29"/>
                  <a:pt x="2925" y="38"/>
                  <a:pt x="2914" y="39"/>
                </a:cubicBezTo>
                <a:cubicBezTo>
                  <a:pt x="2925" y="45"/>
                  <a:pt x="2941" y="36"/>
                  <a:pt x="2947" y="42"/>
                </a:cubicBezTo>
                <a:cubicBezTo>
                  <a:pt x="2914" y="46"/>
                  <a:pt x="2963" y="52"/>
                  <a:pt x="2936" y="55"/>
                </a:cubicBezTo>
                <a:cubicBezTo>
                  <a:pt x="2920" y="45"/>
                  <a:pt x="2898" y="39"/>
                  <a:pt x="2892" y="33"/>
                </a:cubicBezTo>
                <a:cubicBezTo>
                  <a:pt x="2909" y="28"/>
                  <a:pt x="2920" y="40"/>
                  <a:pt x="2936" y="32"/>
                </a:cubicBezTo>
                <a:moveTo>
                  <a:pt x="2860" y="39"/>
                </a:moveTo>
                <a:cubicBezTo>
                  <a:pt x="2849" y="43"/>
                  <a:pt x="2882" y="49"/>
                  <a:pt x="2855" y="53"/>
                </a:cubicBezTo>
                <a:cubicBezTo>
                  <a:pt x="2866" y="55"/>
                  <a:pt x="2871" y="52"/>
                  <a:pt x="2882" y="56"/>
                </a:cubicBezTo>
                <a:cubicBezTo>
                  <a:pt x="2892" y="55"/>
                  <a:pt x="2887" y="52"/>
                  <a:pt x="2882" y="50"/>
                </a:cubicBezTo>
                <a:cubicBezTo>
                  <a:pt x="2909" y="50"/>
                  <a:pt x="2898" y="57"/>
                  <a:pt x="2941" y="59"/>
                </a:cubicBezTo>
                <a:cubicBezTo>
                  <a:pt x="2920" y="63"/>
                  <a:pt x="2914" y="67"/>
                  <a:pt x="2930" y="72"/>
                </a:cubicBezTo>
                <a:cubicBezTo>
                  <a:pt x="2914" y="73"/>
                  <a:pt x="2898" y="76"/>
                  <a:pt x="2887" y="72"/>
                </a:cubicBezTo>
                <a:cubicBezTo>
                  <a:pt x="2909" y="69"/>
                  <a:pt x="2898" y="62"/>
                  <a:pt x="2920" y="63"/>
                </a:cubicBezTo>
                <a:cubicBezTo>
                  <a:pt x="2892" y="53"/>
                  <a:pt x="2855" y="67"/>
                  <a:pt x="2828" y="55"/>
                </a:cubicBezTo>
                <a:cubicBezTo>
                  <a:pt x="2855" y="49"/>
                  <a:pt x="2822" y="40"/>
                  <a:pt x="2860" y="39"/>
                </a:cubicBezTo>
                <a:moveTo>
                  <a:pt x="2801" y="46"/>
                </a:moveTo>
                <a:cubicBezTo>
                  <a:pt x="2806" y="56"/>
                  <a:pt x="2769" y="56"/>
                  <a:pt x="2758" y="66"/>
                </a:cubicBezTo>
                <a:cubicBezTo>
                  <a:pt x="2731" y="62"/>
                  <a:pt x="2763" y="57"/>
                  <a:pt x="2758" y="53"/>
                </a:cubicBezTo>
                <a:cubicBezTo>
                  <a:pt x="2790" y="55"/>
                  <a:pt x="2779" y="48"/>
                  <a:pt x="2801" y="46"/>
                </a:cubicBezTo>
                <a:moveTo>
                  <a:pt x="2725" y="59"/>
                </a:moveTo>
                <a:cubicBezTo>
                  <a:pt x="2709" y="67"/>
                  <a:pt x="2731" y="67"/>
                  <a:pt x="2709" y="73"/>
                </a:cubicBezTo>
                <a:cubicBezTo>
                  <a:pt x="2704" y="69"/>
                  <a:pt x="2720" y="62"/>
                  <a:pt x="2693" y="64"/>
                </a:cubicBezTo>
                <a:cubicBezTo>
                  <a:pt x="2666" y="62"/>
                  <a:pt x="2715" y="64"/>
                  <a:pt x="2725" y="59"/>
                </a:cubicBezTo>
                <a:moveTo>
                  <a:pt x="2655" y="76"/>
                </a:moveTo>
                <a:cubicBezTo>
                  <a:pt x="2677" y="70"/>
                  <a:pt x="2671" y="72"/>
                  <a:pt x="2698" y="67"/>
                </a:cubicBezTo>
                <a:cubicBezTo>
                  <a:pt x="2709" y="73"/>
                  <a:pt x="2671" y="77"/>
                  <a:pt x="2666" y="82"/>
                </a:cubicBezTo>
                <a:cubicBezTo>
                  <a:pt x="2661" y="79"/>
                  <a:pt x="2650" y="77"/>
                  <a:pt x="2639" y="80"/>
                </a:cubicBezTo>
                <a:cubicBezTo>
                  <a:pt x="2628" y="69"/>
                  <a:pt x="2612" y="76"/>
                  <a:pt x="2596" y="76"/>
                </a:cubicBezTo>
                <a:cubicBezTo>
                  <a:pt x="2574" y="69"/>
                  <a:pt x="2617" y="73"/>
                  <a:pt x="2628" y="66"/>
                </a:cubicBezTo>
                <a:cubicBezTo>
                  <a:pt x="2634" y="74"/>
                  <a:pt x="2655" y="69"/>
                  <a:pt x="2655" y="76"/>
                </a:cubicBezTo>
                <a:moveTo>
                  <a:pt x="2736" y="45"/>
                </a:moveTo>
                <a:cubicBezTo>
                  <a:pt x="2742" y="48"/>
                  <a:pt x="2725" y="48"/>
                  <a:pt x="2720" y="45"/>
                </a:cubicBezTo>
                <a:cubicBezTo>
                  <a:pt x="2720" y="49"/>
                  <a:pt x="2725" y="52"/>
                  <a:pt x="2704" y="52"/>
                </a:cubicBezTo>
                <a:cubicBezTo>
                  <a:pt x="2704" y="49"/>
                  <a:pt x="2709" y="48"/>
                  <a:pt x="2698" y="45"/>
                </a:cubicBezTo>
                <a:cubicBezTo>
                  <a:pt x="2715" y="39"/>
                  <a:pt x="2725" y="48"/>
                  <a:pt x="2736" y="45"/>
                </a:cubicBezTo>
                <a:moveTo>
                  <a:pt x="2617" y="40"/>
                </a:moveTo>
                <a:cubicBezTo>
                  <a:pt x="2639" y="45"/>
                  <a:pt x="2607" y="46"/>
                  <a:pt x="2612" y="50"/>
                </a:cubicBezTo>
                <a:cubicBezTo>
                  <a:pt x="2617" y="50"/>
                  <a:pt x="2634" y="52"/>
                  <a:pt x="2623" y="55"/>
                </a:cubicBezTo>
                <a:cubicBezTo>
                  <a:pt x="2650" y="56"/>
                  <a:pt x="2666" y="48"/>
                  <a:pt x="2698" y="55"/>
                </a:cubicBezTo>
                <a:cubicBezTo>
                  <a:pt x="2677" y="55"/>
                  <a:pt x="2639" y="59"/>
                  <a:pt x="2623" y="64"/>
                </a:cubicBezTo>
                <a:cubicBezTo>
                  <a:pt x="2601" y="59"/>
                  <a:pt x="2607" y="48"/>
                  <a:pt x="2569" y="50"/>
                </a:cubicBezTo>
                <a:cubicBezTo>
                  <a:pt x="2574" y="45"/>
                  <a:pt x="2607" y="49"/>
                  <a:pt x="2617" y="40"/>
                </a:cubicBezTo>
                <a:moveTo>
                  <a:pt x="2558" y="46"/>
                </a:moveTo>
                <a:cubicBezTo>
                  <a:pt x="2542" y="50"/>
                  <a:pt x="2525" y="50"/>
                  <a:pt x="2558" y="59"/>
                </a:cubicBezTo>
                <a:cubicBezTo>
                  <a:pt x="2547" y="64"/>
                  <a:pt x="2531" y="64"/>
                  <a:pt x="2509" y="60"/>
                </a:cubicBezTo>
                <a:cubicBezTo>
                  <a:pt x="2525" y="57"/>
                  <a:pt x="2520" y="56"/>
                  <a:pt x="2515" y="57"/>
                </a:cubicBezTo>
                <a:cubicBezTo>
                  <a:pt x="2520" y="52"/>
                  <a:pt x="2536" y="46"/>
                  <a:pt x="2531" y="40"/>
                </a:cubicBezTo>
                <a:cubicBezTo>
                  <a:pt x="2547" y="36"/>
                  <a:pt x="2536" y="49"/>
                  <a:pt x="2558" y="46"/>
                </a:cubicBezTo>
                <a:moveTo>
                  <a:pt x="2466" y="55"/>
                </a:moveTo>
                <a:cubicBezTo>
                  <a:pt x="2488" y="66"/>
                  <a:pt x="2423" y="60"/>
                  <a:pt x="2401" y="62"/>
                </a:cubicBezTo>
                <a:cubicBezTo>
                  <a:pt x="2401" y="52"/>
                  <a:pt x="2385" y="67"/>
                  <a:pt x="2364" y="59"/>
                </a:cubicBezTo>
                <a:cubicBezTo>
                  <a:pt x="2407" y="50"/>
                  <a:pt x="2428" y="66"/>
                  <a:pt x="2466" y="55"/>
                </a:cubicBezTo>
                <a:moveTo>
                  <a:pt x="2121" y="106"/>
                </a:moveTo>
                <a:cubicBezTo>
                  <a:pt x="2115" y="104"/>
                  <a:pt x="2110" y="103"/>
                  <a:pt x="2105" y="100"/>
                </a:cubicBezTo>
                <a:cubicBezTo>
                  <a:pt x="2105" y="107"/>
                  <a:pt x="2083" y="110"/>
                  <a:pt x="2061" y="111"/>
                </a:cubicBezTo>
                <a:cubicBezTo>
                  <a:pt x="2051" y="101"/>
                  <a:pt x="2115" y="103"/>
                  <a:pt x="2110" y="96"/>
                </a:cubicBezTo>
                <a:cubicBezTo>
                  <a:pt x="2132" y="94"/>
                  <a:pt x="2153" y="103"/>
                  <a:pt x="2121" y="106"/>
                </a:cubicBezTo>
                <a:moveTo>
                  <a:pt x="2272" y="70"/>
                </a:moveTo>
                <a:cubicBezTo>
                  <a:pt x="2250" y="79"/>
                  <a:pt x="2240" y="67"/>
                  <a:pt x="2218" y="73"/>
                </a:cubicBezTo>
                <a:cubicBezTo>
                  <a:pt x="2213" y="70"/>
                  <a:pt x="2223" y="67"/>
                  <a:pt x="2240" y="64"/>
                </a:cubicBezTo>
                <a:cubicBezTo>
                  <a:pt x="2261" y="66"/>
                  <a:pt x="2250" y="67"/>
                  <a:pt x="2272" y="70"/>
                </a:cubicBezTo>
                <a:moveTo>
                  <a:pt x="2380" y="42"/>
                </a:moveTo>
                <a:cubicBezTo>
                  <a:pt x="2391" y="48"/>
                  <a:pt x="2347" y="49"/>
                  <a:pt x="2342" y="52"/>
                </a:cubicBezTo>
                <a:cubicBezTo>
                  <a:pt x="2331" y="48"/>
                  <a:pt x="2331" y="43"/>
                  <a:pt x="2347" y="40"/>
                </a:cubicBezTo>
                <a:cubicBezTo>
                  <a:pt x="2337" y="49"/>
                  <a:pt x="2364" y="48"/>
                  <a:pt x="2380" y="42"/>
                </a:cubicBezTo>
                <a:moveTo>
                  <a:pt x="2024" y="111"/>
                </a:moveTo>
                <a:cubicBezTo>
                  <a:pt x="2024" y="115"/>
                  <a:pt x="1964" y="115"/>
                  <a:pt x="1970" y="110"/>
                </a:cubicBezTo>
                <a:cubicBezTo>
                  <a:pt x="1980" y="111"/>
                  <a:pt x="1997" y="111"/>
                  <a:pt x="2013" y="106"/>
                </a:cubicBezTo>
                <a:cubicBezTo>
                  <a:pt x="2024" y="107"/>
                  <a:pt x="2002" y="114"/>
                  <a:pt x="2024" y="111"/>
                </a:cubicBezTo>
                <a:moveTo>
                  <a:pt x="2099" y="83"/>
                </a:moveTo>
                <a:cubicBezTo>
                  <a:pt x="2094" y="80"/>
                  <a:pt x="2142" y="77"/>
                  <a:pt x="2110" y="76"/>
                </a:cubicBezTo>
                <a:cubicBezTo>
                  <a:pt x="2105" y="69"/>
                  <a:pt x="2137" y="77"/>
                  <a:pt x="2148" y="76"/>
                </a:cubicBezTo>
                <a:cubicBezTo>
                  <a:pt x="2159" y="70"/>
                  <a:pt x="2180" y="62"/>
                  <a:pt x="2202" y="67"/>
                </a:cubicBezTo>
                <a:cubicBezTo>
                  <a:pt x="2169" y="82"/>
                  <a:pt x="2142" y="74"/>
                  <a:pt x="2099" y="83"/>
                </a:cubicBezTo>
                <a:moveTo>
                  <a:pt x="2250" y="52"/>
                </a:moveTo>
                <a:cubicBezTo>
                  <a:pt x="2256" y="56"/>
                  <a:pt x="2218" y="60"/>
                  <a:pt x="2207" y="53"/>
                </a:cubicBezTo>
                <a:cubicBezTo>
                  <a:pt x="2223" y="49"/>
                  <a:pt x="2240" y="55"/>
                  <a:pt x="2250" y="52"/>
                </a:cubicBezTo>
                <a:moveTo>
                  <a:pt x="1932" y="107"/>
                </a:moveTo>
                <a:cubicBezTo>
                  <a:pt x="1932" y="108"/>
                  <a:pt x="1937" y="108"/>
                  <a:pt x="1943" y="107"/>
                </a:cubicBezTo>
                <a:cubicBezTo>
                  <a:pt x="1948" y="110"/>
                  <a:pt x="1937" y="110"/>
                  <a:pt x="1937" y="108"/>
                </a:cubicBezTo>
                <a:cubicBezTo>
                  <a:pt x="1921" y="111"/>
                  <a:pt x="1948" y="113"/>
                  <a:pt x="1953" y="113"/>
                </a:cubicBezTo>
                <a:cubicBezTo>
                  <a:pt x="1959" y="114"/>
                  <a:pt x="1948" y="117"/>
                  <a:pt x="1943" y="115"/>
                </a:cubicBezTo>
                <a:cubicBezTo>
                  <a:pt x="1937" y="115"/>
                  <a:pt x="1937" y="117"/>
                  <a:pt x="1943" y="118"/>
                </a:cubicBezTo>
                <a:cubicBezTo>
                  <a:pt x="1937" y="118"/>
                  <a:pt x="1932" y="117"/>
                  <a:pt x="1937" y="115"/>
                </a:cubicBezTo>
                <a:cubicBezTo>
                  <a:pt x="1927" y="113"/>
                  <a:pt x="1916" y="117"/>
                  <a:pt x="1905" y="113"/>
                </a:cubicBezTo>
                <a:cubicBezTo>
                  <a:pt x="1921" y="113"/>
                  <a:pt x="1927" y="110"/>
                  <a:pt x="1927" y="106"/>
                </a:cubicBezTo>
                <a:cubicBezTo>
                  <a:pt x="1932" y="104"/>
                  <a:pt x="1932" y="107"/>
                  <a:pt x="1932" y="107"/>
                </a:cubicBezTo>
                <a:moveTo>
                  <a:pt x="1943" y="87"/>
                </a:moveTo>
                <a:cubicBezTo>
                  <a:pt x="1943" y="84"/>
                  <a:pt x="1948" y="84"/>
                  <a:pt x="1964" y="80"/>
                </a:cubicBezTo>
                <a:cubicBezTo>
                  <a:pt x="1970" y="82"/>
                  <a:pt x="1964" y="83"/>
                  <a:pt x="1959" y="84"/>
                </a:cubicBezTo>
                <a:cubicBezTo>
                  <a:pt x="1986" y="83"/>
                  <a:pt x="1980" y="93"/>
                  <a:pt x="2013" y="89"/>
                </a:cubicBezTo>
                <a:cubicBezTo>
                  <a:pt x="1991" y="100"/>
                  <a:pt x="1975" y="80"/>
                  <a:pt x="1943" y="87"/>
                </a:cubicBezTo>
                <a:moveTo>
                  <a:pt x="2218" y="33"/>
                </a:moveTo>
                <a:cubicBezTo>
                  <a:pt x="2234" y="33"/>
                  <a:pt x="2250" y="33"/>
                  <a:pt x="2267" y="33"/>
                </a:cubicBezTo>
                <a:cubicBezTo>
                  <a:pt x="2267" y="46"/>
                  <a:pt x="2240" y="33"/>
                  <a:pt x="2218" y="36"/>
                </a:cubicBezTo>
                <a:cubicBezTo>
                  <a:pt x="2218" y="33"/>
                  <a:pt x="2207" y="31"/>
                  <a:pt x="2213" y="29"/>
                </a:cubicBezTo>
                <a:cubicBezTo>
                  <a:pt x="2207" y="22"/>
                  <a:pt x="2229" y="32"/>
                  <a:pt x="2218" y="33"/>
                </a:cubicBezTo>
                <a:moveTo>
                  <a:pt x="1862" y="101"/>
                </a:moveTo>
                <a:cubicBezTo>
                  <a:pt x="1878" y="107"/>
                  <a:pt x="1905" y="96"/>
                  <a:pt x="1921" y="101"/>
                </a:cubicBezTo>
                <a:cubicBezTo>
                  <a:pt x="1873" y="103"/>
                  <a:pt x="1883" y="115"/>
                  <a:pt x="1845" y="111"/>
                </a:cubicBezTo>
                <a:cubicBezTo>
                  <a:pt x="1851" y="108"/>
                  <a:pt x="1856" y="108"/>
                  <a:pt x="1862" y="111"/>
                </a:cubicBezTo>
                <a:cubicBezTo>
                  <a:pt x="1856" y="97"/>
                  <a:pt x="1797" y="107"/>
                  <a:pt x="1770" y="103"/>
                </a:cubicBezTo>
                <a:cubicBezTo>
                  <a:pt x="1819" y="97"/>
                  <a:pt x="1851" y="98"/>
                  <a:pt x="1873" y="94"/>
                </a:cubicBezTo>
                <a:cubicBezTo>
                  <a:pt x="1873" y="96"/>
                  <a:pt x="1867" y="98"/>
                  <a:pt x="1862" y="101"/>
                </a:cubicBezTo>
                <a:moveTo>
                  <a:pt x="1937" y="77"/>
                </a:moveTo>
                <a:cubicBezTo>
                  <a:pt x="1932" y="73"/>
                  <a:pt x="1916" y="69"/>
                  <a:pt x="1948" y="67"/>
                </a:cubicBezTo>
                <a:cubicBezTo>
                  <a:pt x="1964" y="72"/>
                  <a:pt x="1959" y="74"/>
                  <a:pt x="1937" y="77"/>
                </a:cubicBezTo>
                <a:moveTo>
                  <a:pt x="2067" y="45"/>
                </a:moveTo>
                <a:cubicBezTo>
                  <a:pt x="2072" y="52"/>
                  <a:pt x="2040" y="52"/>
                  <a:pt x="2029" y="49"/>
                </a:cubicBezTo>
                <a:cubicBezTo>
                  <a:pt x="2034" y="53"/>
                  <a:pt x="2002" y="56"/>
                  <a:pt x="2018" y="62"/>
                </a:cubicBezTo>
                <a:cubicBezTo>
                  <a:pt x="2007" y="62"/>
                  <a:pt x="2002" y="59"/>
                  <a:pt x="1991" y="62"/>
                </a:cubicBezTo>
                <a:cubicBezTo>
                  <a:pt x="2002" y="53"/>
                  <a:pt x="2029" y="45"/>
                  <a:pt x="2067" y="45"/>
                </a:cubicBezTo>
                <a:moveTo>
                  <a:pt x="1279" y="108"/>
                </a:moveTo>
                <a:cubicBezTo>
                  <a:pt x="1268" y="104"/>
                  <a:pt x="1300" y="107"/>
                  <a:pt x="1306" y="104"/>
                </a:cubicBezTo>
                <a:cubicBezTo>
                  <a:pt x="1317" y="108"/>
                  <a:pt x="1327" y="111"/>
                  <a:pt x="1306" y="114"/>
                </a:cubicBezTo>
                <a:cubicBezTo>
                  <a:pt x="1300" y="113"/>
                  <a:pt x="1290" y="106"/>
                  <a:pt x="1279" y="108"/>
                </a:cubicBezTo>
                <a:moveTo>
                  <a:pt x="1403" y="90"/>
                </a:moveTo>
                <a:cubicBezTo>
                  <a:pt x="1419" y="87"/>
                  <a:pt x="1430" y="84"/>
                  <a:pt x="1425" y="82"/>
                </a:cubicBezTo>
                <a:cubicBezTo>
                  <a:pt x="1452" y="83"/>
                  <a:pt x="1414" y="94"/>
                  <a:pt x="1408" y="98"/>
                </a:cubicBezTo>
                <a:cubicBezTo>
                  <a:pt x="1403" y="97"/>
                  <a:pt x="1397" y="96"/>
                  <a:pt x="1392" y="94"/>
                </a:cubicBezTo>
                <a:cubicBezTo>
                  <a:pt x="1403" y="93"/>
                  <a:pt x="1403" y="96"/>
                  <a:pt x="1408" y="96"/>
                </a:cubicBezTo>
                <a:cubicBezTo>
                  <a:pt x="1419" y="94"/>
                  <a:pt x="1408" y="93"/>
                  <a:pt x="1403" y="90"/>
                </a:cubicBezTo>
                <a:moveTo>
                  <a:pt x="1338" y="115"/>
                </a:moveTo>
                <a:cubicBezTo>
                  <a:pt x="1327" y="111"/>
                  <a:pt x="1344" y="108"/>
                  <a:pt x="1354" y="104"/>
                </a:cubicBezTo>
                <a:cubicBezTo>
                  <a:pt x="1371" y="111"/>
                  <a:pt x="1365" y="114"/>
                  <a:pt x="1338" y="115"/>
                </a:cubicBezTo>
                <a:moveTo>
                  <a:pt x="1468" y="90"/>
                </a:moveTo>
                <a:cubicBezTo>
                  <a:pt x="1441" y="83"/>
                  <a:pt x="1500" y="84"/>
                  <a:pt x="1484" y="82"/>
                </a:cubicBezTo>
                <a:cubicBezTo>
                  <a:pt x="1516" y="82"/>
                  <a:pt x="1489" y="90"/>
                  <a:pt x="1468" y="90"/>
                </a:cubicBezTo>
                <a:moveTo>
                  <a:pt x="1554" y="66"/>
                </a:moveTo>
                <a:cubicBezTo>
                  <a:pt x="1565" y="69"/>
                  <a:pt x="1581" y="69"/>
                  <a:pt x="1559" y="60"/>
                </a:cubicBezTo>
                <a:cubicBezTo>
                  <a:pt x="1581" y="59"/>
                  <a:pt x="1570" y="62"/>
                  <a:pt x="1581" y="66"/>
                </a:cubicBezTo>
                <a:cubicBezTo>
                  <a:pt x="1586" y="63"/>
                  <a:pt x="1581" y="62"/>
                  <a:pt x="1592" y="59"/>
                </a:cubicBezTo>
                <a:cubicBezTo>
                  <a:pt x="1586" y="64"/>
                  <a:pt x="1613" y="62"/>
                  <a:pt x="1624" y="67"/>
                </a:cubicBezTo>
                <a:cubicBezTo>
                  <a:pt x="1624" y="70"/>
                  <a:pt x="1619" y="72"/>
                  <a:pt x="1608" y="74"/>
                </a:cubicBezTo>
                <a:cubicBezTo>
                  <a:pt x="1624" y="63"/>
                  <a:pt x="1570" y="70"/>
                  <a:pt x="1570" y="74"/>
                </a:cubicBezTo>
                <a:cubicBezTo>
                  <a:pt x="1543" y="76"/>
                  <a:pt x="1565" y="69"/>
                  <a:pt x="1554" y="66"/>
                </a:cubicBezTo>
                <a:moveTo>
                  <a:pt x="1457" y="97"/>
                </a:moveTo>
                <a:cubicBezTo>
                  <a:pt x="1462" y="98"/>
                  <a:pt x="1457" y="100"/>
                  <a:pt x="1452" y="100"/>
                </a:cubicBezTo>
                <a:cubicBezTo>
                  <a:pt x="1457" y="101"/>
                  <a:pt x="1468" y="101"/>
                  <a:pt x="1473" y="104"/>
                </a:cubicBezTo>
                <a:cubicBezTo>
                  <a:pt x="1473" y="101"/>
                  <a:pt x="1479" y="100"/>
                  <a:pt x="1489" y="103"/>
                </a:cubicBezTo>
                <a:cubicBezTo>
                  <a:pt x="1462" y="107"/>
                  <a:pt x="1457" y="111"/>
                  <a:pt x="1441" y="115"/>
                </a:cubicBezTo>
                <a:cubicBezTo>
                  <a:pt x="1435" y="108"/>
                  <a:pt x="1441" y="103"/>
                  <a:pt x="1457" y="97"/>
                </a:cubicBezTo>
                <a:moveTo>
                  <a:pt x="1635" y="66"/>
                </a:moveTo>
                <a:cubicBezTo>
                  <a:pt x="1640" y="63"/>
                  <a:pt x="1651" y="63"/>
                  <a:pt x="1662" y="66"/>
                </a:cubicBezTo>
                <a:cubicBezTo>
                  <a:pt x="1657" y="67"/>
                  <a:pt x="1651" y="66"/>
                  <a:pt x="1651" y="64"/>
                </a:cubicBezTo>
                <a:cubicBezTo>
                  <a:pt x="1646" y="67"/>
                  <a:pt x="1678" y="73"/>
                  <a:pt x="1651" y="79"/>
                </a:cubicBezTo>
                <a:cubicBezTo>
                  <a:pt x="1630" y="73"/>
                  <a:pt x="1657" y="70"/>
                  <a:pt x="1635" y="66"/>
                </a:cubicBezTo>
                <a:moveTo>
                  <a:pt x="1775" y="45"/>
                </a:moveTo>
                <a:cubicBezTo>
                  <a:pt x="1786" y="48"/>
                  <a:pt x="1775" y="49"/>
                  <a:pt x="1770" y="50"/>
                </a:cubicBezTo>
                <a:cubicBezTo>
                  <a:pt x="1781" y="56"/>
                  <a:pt x="1792" y="53"/>
                  <a:pt x="1802" y="57"/>
                </a:cubicBezTo>
                <a:cubicBezTo>
                  <a:pt x="1775" y="59"/>
                  <a:pt x="1743" y="50"/>
                  <a:pt x="1775" y="45"/>
                </a:cubicBezTo>
                <a:moveTo>
                  <a:pt x="1759" y="66"/>
                </a:moveTo>
                <a:cubicBezTo>
                  <a:pt x="1705" y="69"/>
                  <a:pt x="1721" y="80"/>
                  <a:pt x="1694" y="87"/>
                </a:cubicBezTo>
                <a:cubicBezTo>
                  <a:pt x="1684" y="87"/>
                  <a:pt x="1684" y="86"/>
                  <a:pt x="1689" y="86"/>
                </a:cubicBezTo>
                <a:cubicBezTo>
                  <a:pt x="1684" y="84"/>
                  <a:pt x="1678" y="86"/>
                  <a:pt x="1673" y="86"/>
                </a:cubicBezTo>
                <a:cubicBezTo>
                  <a:pt x="1662" y="80"/>
                  <a:pt x="1700" y="77"/>
                  <a:pt x="1711" y="76"/>
                </a:cubicBezTo>
                <a:cubicBezTo>
                  <a:pt x="1700" y="74"/>
                  <a:pt x="1694" y="74"/>
                  <a:pt x="1684" y="76"/>
                </a:cubicBezTo>
                <a:cubicBezTo>
                  <a:pt x="1705" y="72"/>
                  <a:pt x="1721" y="55"/>
                  <a:pt x="1759" y="66"/>
                </a:cubicBezTo>
                <a:moveTo>
                  <a:pt x="1597" y="107"/>
                </a:moveTo>
                <a:cubicBezTo>
                  <a:pt x="1592" y="104"/>
                  <a:pt x="1603" y="106"/>
                  <a:pt x="1608" y="104"/>
                </a:cubicBezTo>
                <a:cubicBezTo>
                  <a:pt x="1586" y="103"/>
                  <a:pt x="1586" y="104"/>
                  <a:pt x="1581" y="97"/>
                </a:cubicBezTo>
                <a:cubicBezTo>
                  <a:pt x="1586" y="96"/>
                  <a:pt x="1592" y="98"/>
                  <a:pt x="1597" y="100"/>
                </a:cubicBezTo>
                <a:cubicBezTo>
                  <a:pt x="1603" y="98"/>
                  <a:pt x="1597" y="97"/>
                  <a:pt x="1597" y="97"/>
                </a:cubicBezTo>
                <a:cubicBezTo>
                  <a:pt x="1603" y="96"/>
                  <a:pt x="1613" y="98"/>
                  <a:pt x="1608" y="100"/>
                </a:cubicBezTo>
                <a:cubicBezTo>
                  <a:pt x="1608" y="101"/>
                  <a:pt x="1613" y="103"/>
                  <a:pt x="1619" y="101"/>
                </a:cubicBezTo>
                <a:cubicBezTo>
                  <a:pt x="1630" y="106"/>
                  <a:pt x="1603" y="107"/>
                  <a:pt x="1597" y="107"/>
                </a:cubicBezTo>
                <a:moveTo>
                  <a:pt x="1802" y="93"/>
                </a:moveTo>
                <a:cubicBezTo>
                  <a:pt x="1781" y="96"/>
                  <a:pt x="1765" y="96"/>
                  <a:pt x="1748" y="92"/>
                </a:cubicBezTo>
                <a:cubicBezTo>
                  <a:pt x="1765" y="89"/>
                  <a:pt x="1797" y="92"/>
                  <a:pt x="1781" y="83"/>
                </a:cubicBezTo>
                <a:cubicBezTo>
                  <a:pt x="1792" y="79"/>
                  <a:pt x="1797" y="87"/>
                  <a:pt x="1808" y="89"/>
                </a:cubicBezTo>
                <a:cubicBezTo>
                  <a:pt x="1802" y="90"/>
                  <a:pt x="1797" y="92"/>
                  <a:pt x="1802" y="93"/>
                </a:cubicBezTo>
                <a:moveTo>
                  <a:pt x="1873" y="76"/>
                </a:moveTo>
                <a:cubicBezTo>
                  <a:pt x="1862" y="70"/>
                  <a:pt x="1867" y="66"/>
                  <a:pt x="1862" y="62"/>
                </a:cubicBezTo>
                <a:cubicBezTo>
                  <a:pt x="1894" y="60"/>
                  <a:pt x="1894" y="70"/>
                  <a:pt x="1873" y="76"/>
                </a:cubicBezTo>
                <a:moveTo>
                  <a:pt x="1921" y="48"/>
                </a:moveTo>
                <a:cubicBezTo>
                  <a:pt x="1937" y="53"/>
                  <a:pt x="1916" y="56"/>
                  <a:pt x="1921" y="60"/>
                </a:cubicBezTo>
                <a:cubicBezTo>
                  <a:pt x="1910" y="62"/>
                  <a:pt x="1905" y="59"/>
                  <a:pt x="1900" y="57"/>
                </a:cubicBezTo>
                <a:cubicBezTo>
                  <a:pt x="1927" y="55"/>
                  <a:pt x="1900" y="50"/>
                  <a:pt x="1921" y="48"/>
                </a:cubicBezTo>
                <a:moveTo>
                  <a:pt x="1835" y="69"/>
                </a:moveTo>
                <a:cubicBezTo>
                  <a:pt x="1824" y="73"/>
                  <a:pt x="1808" y="77"/>
                  <a:pt x="1829" y="83"/>
                </a:cubicBezTo>
                <a:cubicBezTo>
                  <a:pt x="1802" y="83"/>
                  <a:pt x="1802" y="72"/>
                  <a:pt x="1802" y="67"/>
                </a:cubicBezTo>
                <a:cubicBezTo>
                  <a:pt x="1781" y="66"/>
                  <a:pt x="1781" y="67"/>
                  <a:pt x="1765" y="72"/>
                </a:cubicBezTo>
                <a:cubicBezTo>
                  <a:pt x="1759" y="69"/>
                  <a:pt x="1786" y="66"/>
                  <a:pt x="1775" y="62"/>
                </a:cubicBezTo>
                <a:cubicBezTo>
                  <a:pt x="1786" y="62"/>
                  <a:pt x="1819" y="70"/>
                  <a:pt x="1813" y="62"/>
                </a:cubicBezTo>
                <a:cubicBezTo>
                  <a:pt x="1829" y="59"/>
                  <a:pt x="1813" y="66"/>
                  <a:pt x="1835" y="69"/>
                </a:cubicBezTo>
                <a:moveTo>
                  <a:pt x="1878" y="40"/>
                </a:moveTo>
                <a:cubicBezTo>
                  <a:pt x="1873" y="48"/>
                  <a:pt x="1851" y="52"/>
                  <a:pt x="1824" y="57"/>
                </a:cubicBezTo>
                <a:cubicBezTo>
                  <a:pt x="1829" y="48"/>
                  <a:pt x="1851" y="42"/>
                  <a:pt x="1878" y="36"/>
                </a:cubicBezTo>
                <a:cubicBezTo>
                  <a:pt x="1883" y="39"/>
                  <a:pt x="1845" y="46"/>
                  <a:pt x="1878" y="40"/>
                </a:cubicBezTo>
                <a:moveTo>
                  <a:pt x="1792" y="52"/>
                </a:moveTo>
                <a:cubicBezTo>
                  <a:pt x="1786" y="42"/>
                  <a:pt x="1797" y="36"/>
                  <a:pt x="1813" y="32"/>
                </a:cubicBezTo>
                <a:cubicBezTo>
                  <a:pt x="1808" y="38"/>
                  <a:pt x="1824" y="43"/>
                  <a:pt x="1792" y="52"/>
                </a:cubicBezTo>
                <a:moveTo>
                  <a:pt x="1792" y="33"/>
                </a:moveTo>
                <a:cubicBezTo>
                  <a:pt x="1781" y="33"/>
                  <a:pt x="1775" y="35"/>
                  <a:pt x="1775" y="36"/>
                </a:cubicBezTo>
                <a:cubicBezTo>
                  <a:pt x="1770" y="38"/>
                  <a:pt x="1765" y="33"/>
                  <a:pt x="1754" y="36"/>
                </a:cubicBezTo>
                <a:cubicBezTo>
                  <a:pt x="1754" y="38"/>
                  <a:pt x="1754" y="39"/>
                  <a:pt x="1743" y="40"/>
                </a:cubicBezTo>
                <a:cubicBezTo>
                  <a:pt x="1732" y="36"/>
                  <a:pt x="1754" y="32"/>
                  <a:pt x="1759" y="28"/>
                </a:cubicBezTo>
                <a:cubicBezTo>
                  <a:pt x="1770" y="32"/>
                  <a:pt x="1781" y="29"/>
                  <a:pt x="1792" y="33"/>
                </a:cubicBezTo>
                <a:moveTo>
                  <a:pt x="1721" y="38"/>
                </a:moveTo>
                <a:cubicBezTo>
                  <a:pt x="1711" y="40"/>
                  <a:pt x="1705" y="39"/>
                  <a:pt x="1711" y="38"/>
                </a:cubicBezTo>
                <a:cubicBezTo>
                  <a:pt x="1711" y="35"/>
                  <a:pt x="1673" y="43"/>
                  <a:pt x="1694" y="40"/>
                </a:cubicBezTo>
                <a:cubicBezTo>
                  <a:pt x="1705" y="45"/>
                  <a:pt x="1673" y="43"/>
                  <a:pt x="1667" y="39"/>
                </a:cubicBezTo>
                <a:cubicBezTo>
                  <a:pt x="1689" y="33"/>
                  <a:pt x="1705" y="32"/>
                  <a:pt x="1721" y="38"/>
                </a:cubicBezTo>
                <a:moveTo>
                  <a:pt x="1640" y="42"/>
                </a:moveTo>
                <a:cubicBezTo>
                  <a:pt x="1630" y="52"/>
                  <a:pt x="1662" y="48"/>
                  <a:pt x="1667" y="56"/>
                </a:cubicBezTo>
                <a:cubicBezTo>
                  <a:pt x="1678" y="46"/>
                  <a:pt x="1705" y="50"/>
                  <a:pt x="1743" y="43"/>
                </a:cubicBezTo>
                <a:cubicBezTo>
                  <a:pt x="1743" y="46"/>
                  <a:pt x="1737" y="49"/>
                  <a:pt x="1743" y="50"/>
                </a:cubicBezTo>
                <a:cubicBezTo>
                  <a:pt x="1727" y="53"/>
                  <a:pt x="1689" y="49"/>
                  <a:pt x="1700" y="57"/>
                </a:cubicBezTo>
                <a:cubicBezTo>
                  <a:pt x="1694" y="59"/>
                  <a:pt x="1662" y="53"/>
                  <a:pt x="1667" y="59"/>
                </a:cubicBezTo>
                <a:cubicBezTo>
                  <a:pt x="1651" y="55"/>
                  <a:pt x="1630" y="59"/>
                  <a:pt x="1613" y="55"/>
                </a:cubicBezTo>
                <a:cubicBezTo>
                  <a:pt x="1640" y="50"/>
                  <a:pt x="1603" y="45"/>
                  <a:pt x="1640" y="42"/>
                </a:cubicBezTo>
                <a:moveTo>
                  <a:pt x="1500" y="70"/>
                </a:moveTo>
                <a:cubicBezTo>
                  <a:pt x="1489" y="70"/>
                  <a:pt x="1484" y="69"/>
                  <a:pt x="1473" y="66"/>
                </a:cubicBezTo>
                <a:cubicBezTo>
                  <a:pt x="1489" y="63"/>
                  <a:pt x="1495" y="64"/>
                  <a:pt x="1495" y="69"/>
                </a:cubicBezTo>
                <a:cubicBezTo>
                  <a:pt x="1495" y="59"/>
                  <a:pt x="1527" y="64"/>
                  <a:pt x="1532" y="62"/>
                </a:cubicBezTo>
                <a:cubicBezTo>
                  <a:pt x="1565" y="66"/>
                  <a:pt x="1522" y="64"/>
                  <a:pt x="1500" y="70"/>
                </a:cubicBezTo>
                <a:moveTo>
                  <a:pt x="1608" y="35"/>
                </a:moveTo>
                <a:cubicBezTo>
                  <a:pt x="1635" y="35"/>
                  <a:pt x="1592" y="45"/>
                  <a:pt x="1592" y="49"/>
                </a:cubicBezTo>
                <a:cubicBezTo>
                  <a:pt x="1575" y="48"/>
                  <a:pt x="1559" y="52"/>
                  <a:pt x="1543" y="46"/>
                </a:cubicBezTo>
                <a:cubicBezTo>
                  <a:pt x="1554" y="45"/>
                  <a:pt x="1559" y="43"/>
                  <a:pt x="1554" y="40"/>
                </a:cubicBezTo>
                <a:cubicBezTo>
                  <a:pt x="1575" y="49"/>
                  <a:pt x="1586" y="36"/>
                  <a:pt x="1608" y="35"/>
                </a:cubicBezTo>
                <a:moveTo>
                  <a:pt x="1468" y="66"/>
                </a:moveTo>
                <a:cubicBezTo>
                  <a:pt x="1452" y="72"/>
                  <a:pt x="1441" y="67"/>
                  <a:pt x="1430" y="70"/>
                </a:cubicBezTo>
                <a:cubicBezTo>
                  <a:pt x="1414" y="63"/>
                  <a:pt x="1457" y="62"/>
                  <a:pt x="1468" y="66"/>
                </a:cubicBezTo>
                <a:moveTo>
                  <a:pt x="1241" y="106"/>
                </a:moveTo>
                <a:cubicBezTo>
                  <a:pt x="1246" y="107"/>
                  <a:pt x="1241" y="107"/>
                  <a:pt x="1241" y="108"/>
                </a:cubicBezTo>
                <a:cubicBezTo>
                  <a:pt x="1235" y="108"/>
                  <a:pt x="1235" y="110"/>
                  <a:pt x="1241" y="111"/>
                </a:cubicBezTo>
                <a:cubicBezTo>
                  <a:pt x="1230" y="111"/>
                  <a:pt x="1209" y="100"/>
                  <a:pt x="1182" y="101"/>
                </a:cubicBezTo>
                <a:cubicBezTo>
                  <a:pt x="1182" y="94"/>
                  <a:pt x="1219" y="84"/>
                  <a:pt x="1241" y="93"/>
                </a:cubicBezTo>
                <a:cubicBezTo>
                  <a:pt x="1235" y="93"/>
                  <a:pt x="1230" y="92"/>
                  <a:pt x="1225" y="90"/>
                </a:cubicBezTo>
                <a:cubicBezTo>
                  <a:pt x="1219" y="92"/>
                  <a:pt x="1230" y="93"/>
                  <a:pt x="1230" y="94"/>
                </a:cubicBezTo>
                <a:cubicBezTo>
                  <a:pt x="1214" y="96"/>
                  <a:pt x="1203" y="94"/>
                  <a:pt x="1182" y="98"/>
                </a:cubicBezTo>
                <a:cubicBezTo>
                  <a:pt x="1192" y="101"/>
                  <a:pt x="1209" y="96"/>
                  <a:pt x="1219" y="97"/>
                </a:cubicBezTo>
                <a:cubicBezTo>
                  <a:pt x="1219" y="101"/>
                  <a:pt x="1214" y="108"/>
                  <a:pt x="1241" y="106"/>
                </a:cubicBezTo>
                <a:moveTo>
                  <a:pt x="1381" y="69"/>
                </a:moveTo>
                <a:cubicBezTo>
                  <a:pt x="1376" y="76"/>
                  <a:pt x="1371" y="66"/>
                  <a:pt x="1360" y="63"/>
                </a:cubicBezTo>
                <a:cubicBezTo>
                  <a:pt x="1376" y="59"/>
                  <a:pt x="1392" y="59"/>
                  <a:pt x="1408" y="63"/>
                </a:cubicBezTo>
                <a:cubicBezTo>
                  <a:pt x="1414" y="67"/>
                  <a:pt x="1397" y="63"/>
                  <a:pt x="1392" y="62"/>
                </a:cubicBezTo>
                <a:cubicBezTo>
                  <a:pt x="1381" y="64"/>
                  <a:pt x="1376" y="66"/>
                  <a:pt x="1381" y="69"/>
                </a:cubicBezTo>
                <a:moveTo>
                  <a:pt x="1511" y="39"/>
                </a:moveTo>
                <a:cubicBezTo>
                  <a:pt x="1538" y="25"/>
                  <a:pt x="1575" y="38"/>
                  <a:pt x="1511" y="39"/>
                </a:cubicBezTo>
                <a:moveTo>
                  <a:pt x="1495" y="31"/>
                </a:moveTo>
                <a:cubicBezTo>
                  <a:pt x="1511" y="29"/>
                  <a:pt x="1500" y="40"/>
                  <a:pt x="1500" y="45"/>
                </a:cubicBezTo>
                <a:cubicBezTo>
                  <a:pt x="1479" y="48"/>
                  <a:pt x="1495" y="39"/>
                  <a:pt x="1489" y="38"/>
                </a:cubicBezTo>
                <a:cubicBezTo>
                  <a:pt x="1468" y="33"/>
                  <a:pt x="1473" y="42"/>
                  <a:pt x="1457" y="43"/>
                </a:cubicBezTo>
                <a:cubicBezTo>
                  <a:pt x="1435" y="33"/>
                  <a:pt x="1495" y="35"/>
                  <a:pt x="1495" y="31"/>
                </a:cubicBezTo>
                <a:moveTo>
                  <a:pt x="1435" y="45"/>
                </a:moveTo>
                <a:cubicBezTo>
                  <a:pt x="1452" y="50"/>
                  <a:pt x="1441" y="56"/>
                  <a:pt x="1462" y="49"/>
                </a:cubicBezTo>
                <a:cubicBezTo>
                  <a:pt x="1479" y="57"/>
                  <a:pt x="1435" y="55"/>
                  <a:pt x="1419" y="56"/>
                </a:cubicBezTo>
                <a:cubicBezTo>
                  <a:pt x="1408" y="50"/>
                  <a:pt x="1403" y="53"/>
                  <a:pt x="1397" y="48"/>
                </a:cubicBezTo>
                <a:cubicBezTo>
                  <a:pt x="1414" y="46"/>
                  <a:pt x="1425" y="46"/>
                  <a:pt x="1435" y="45"/>
                </a:cubicBezTo>
                <a:moveTo>
                  <a:pt x="1333" y="57"/>
                </a:moveTo>
                <a:cubicBezTo>
                  <a:pt x="1344" y="62"/>
                  <a:pt x="1311" y="64"/>
                  <a:pt x="1317" y="69"/>
                </a:cubicBezTo>
                <a:cubicBezTo>
                  <a:pt x="1311" y="70"/>
                  <a:pt x="1306" y="67"/>
                  <a:pt x="1311" y="66"/>
                </a:cubicBezTo>
                <a:cubicBezTo>
                  <a:pt x="1306" y="64"/>
                  <a:pt x="1300" y="64"/>
                  <a:pt x="1300" y="66"/>
                </a:cubicBezTo>
                <a:cubicBezTo>
                  <a:pt x="1295" y="63"/>
                  <a:pt x="1300" y="63"/>
                  <a:pt x="1306" y="64"/>
                </a:cubicBezTo>
                <a:cubicBezTo>
                  <a:pt x="1327" y="62"/>
                  <a:pt x="1317" y="57"/>
                  <a:pt x="1333" y="57"/>
                </a:cubicBezTo>
                <a:moveTo>
                  <a:pt x="1031" y="103"/>
                </a:moveTo>
                <a:cubicBezTo>
                  <a:pt x="1025" y="97"/>
                  <a:pt x="1031" y="100"/>
                  <a:pt x="1014" y="104"/>
                </a:cubicBezTo>
                <a:cubicBezTo>
                  <a:pt x="1009" y="100"/>
                  <a:pt x="1009" y="97"/>
                  <a:pt x="1020" y="94"/>
                </a:cubicBezTo>
                <a:cubicBezTo>
                  <a:pt x="1041" y="94"/>
                  <a:pt x="1052" y="100"/>
                  <a:pt x="1031" y="103"/>
                </a:cubicBezTo>
                <a:moveTo>
                  <a:pt x="1160" y="74"/>
                </a:moveTo>
                <a:cubicBezTo>
                  <a:pt x="1155" y="76"/>
                  <a:pt x="1149" y="74"/>
                  <a:pt x="1149" y="73"/>
                </a:cubicBezTo>
                <a:cubicBezTo>
                  <a:pt x="1144" y="72"/>
                  <a:pt x="1138" y="73"/>
                  <a:pt x="1138" y="73"/>
                </a:cubicBezTo>
                <a:cubicBezTo>
                  <a:pt x="1122" y="72"/>
                  <a:pt x="1176" y="69"/>
                  <a:pt x="1144" y="69"/>
                </a:cubicBezTo>
                <a:cubicBezTo>
                  <a:pt x="1144" y="63"/>
                  <a:pt x="1192" y="67"/>
                  <a:pt x="1198" y="57"/>
                </a:cubicBezTo>
                <a:cubicBezTo>
                  <a:pt x="1209" y="63"/>
                  <a:pt x="1225" y="56"/>
                  <a:pt x="1235" y="63"/>
                </a:cubicBezTo>
                <a:cubicBezTo>
                  <a:pt x="1209" y="64"/>
                  <a:pt x="1160" y="64"/>
                  <a:pt x="1160" y="74"/>
                </a:cubicBezTo>
                <a:moveTo>
                  <a:pt x="1397" y="40"/>
                </a:moveTo>
                <a:cubicBezTo>
                  <a:pt x="1365" y="39"/>
                  <a:pt x="1365" y="52"/>
                  <a:pt x="1333" y="50"/>
                </a:cubicBezTo>
                <a:cubicBezTo>
                  <a:pt x="1327" y="48"/>
                  <a:pt x="1371" y="33"/>
                  <a:pt x="1371" y="40"/>
                </a:cubicBezTo>
                <a:cubicBezTo>
                  <a:pt x="1376" y="38"/>
                  <a:pt x="1387" y="35"/>
                  <a:pt x="1381" y="31"/>
                </a:cubicBezTo>
                <a:cubicBezTo>
                  <a:pt x="1408" y="29"/>
                  <a:pt x="1381" y="38"/>
                  <a:pt x="1397" y="40"/>
                </a:cubicBezTo>
                <a:moveTo>
                  <a:pt x="1273" y="40"/>
                </a:moveTo>
                <a:cubicBezTo>
                  <a:pt x="1290" y="46"/>
                  <a:pt x="1263" y="49"/>
                  <a:pt x="1279" y="55"/>
                </a:cubicBezTo>
                <a:cubicBezTo>
                  <a:pt x="1268" y="56"/>
                  <a:pt x="1268" y="53"/>
                  <a:pt x="1273" y="53"/>
                </a:cubicBezTo>
                <a:cubicBezTo>
                  <a:pt x="1263" y="49"/>
                  <a:pt x="1246" y="60"/>
                  <a:pt x="1241" y="52"/>
                </a:cubicBezTo>
                <a:cubicBezTo>
                  <a:pt x="1241" y="50"/>
                  <a:pt x="1246" y="52"/>
                  <a:pt x="1252" y="52"/>
                </a:cubicBezTo>
                <a:cubicBezTo>
                  <a:pt x="1279" y="49"/>
                  <a:pt x="1241" y="43"/>
                  <a:pt x="1273" y="40"/>
                </a:cubicBezTo>
                <a:moveTo>
                  <a:pt x="1095" y="76"/>
                </a:moveTo>
                <a:cubicBezTo>
                  <a:pt x="1095" y="80"/>
                  <a:pt x="1106" y="83"/>
                  <a:pt x="1106" y="87"/>
                </a:cubicBezTo>
                <a:cubicBezTo>
                  <a:pt x="1095" y="92"/>
                  <a:pt x="1068" y="82"/>
                  <a:pt x="1090" y="90"/>
                </a:cubicBezTo>
                <a:cubicBezTo>
                  <a:pt x="1079" y="92"/>
                  <a:pt x="1057" y="86"/>
                  <a:pt x="1079" y="93"/>
                </a:cubicBezTo>
                <a:cubicBezTo>
                  <a:pt x="1063" y="92"/>
                  <a:pt x="1036" y="93"/>
                  <a:pt x="1036" y="86"/>
                </a:cubicBezTo>
                <a:cubicBezTo>
                  <a:pt x="1074" y="92"/>
                  <a:pt x="1068" y="83"/>
                  <a:pt x="1095" y="76"/>
                </a:cubicBezTo>
                <a:moveTo>
                  <a:pt x="442" y="86"/>
                </a:moveTo>
                <a:cubicBezTo>
                  <a:pt x="410" y="84"/>
                  <a:pt x="442" y="73"/>
                  <a:pt x="404" y="83"/>
                </a:cubicBezTo>
                <a:cubicBezTo>
                  <a:pt x="399" y="77"/>
                  <a:pt x="447" y="72"/>
                  <a:pt x="480" y="66"/>
                </a:cubicBezTo>
                <a:cubicBezTo>
                  <a:pt x="485" y="70"/>
                  <a:pt x="485" y="73"/>
                  <a:pt x="491" y="76"/>
                </a:cubicBezTo>
                <a:cubicBezTo>
                  <a:pt x="458" y="77"/>
                  <a:pt x="447" y="77"/>
                  <a:pt x="442" y="86"/>
                </a:cubicBezTo>
                <a:moveTo>
                  <a:pt x="572" y="53"/>
                </a:moveTo>
                <a:cubicBezTo>
                  <a:pt x="593" y="49"/>
                  <a:pt x="572" y="62"/>
                  <a:pt x="588" y="57"/>
                </a:cubicBezTo>
                <a:cubicBezTo>
                  <a:pt x="593" y="60"/>
                  <a:pt x="577" y="62"/>
                  <a:pt x="572" y="63"/>
                </a:cubicBezTo>
                <a:cubicBezTo>
                  <a:pt x="550" y="60"/>
                  <a:pt x="577" y="57"/>
                  <a:pt x="572" y="53"/>
                </a:cubicBezTo>
                <a:moveTo>
                  <a:pt x="431" y="98"/>
                </a:moveTo>
                <a:cubicBezTo>
                  <a:pt x="404" y="94"/>
                  <a:pt x="464" y="87"/>
                  <a:pt x="475" y="94"/>
                </a:cubicBezTo>
                <a:cubicBezTo>
                  <a:pt x="458" y="98"/>
                  <a:pt x="447" y="92"/>
                  <a:pt x="431" y="98"/>
                </a:cubicBezTo>
                <a:moveTo>
                  <a:pt x="815" y="60"/>
                </a:moveTo>
                <a:cubicBezTo>
                  <a:pt x="842" y="53"/>
                  <a:pt x="815" y="53"/>
                  <a:pt x="858" y="52"/>
                </a:cubicBezTo>
                <a:cubicBezTo>
                  <a:pt x="858" y="53"/>
                  <a:pt x="852" y="53"/>
                  <a:pt x="852" y="53"/>
                </a:cubicBezTo>
                <a:cubicBezTo>
                  <a:pt x="842" y="55"/>
                  <a:pt x="852" y="56"/>
                  <a:pt x="858" y="59"/>
                </a:cubicBezTo>
                <a:cubicBezTo>
                  <a:pt x="842" y="63"/>
                  <a:pt x="831" y="57"/>
                  <a:pt x="815" y="60"/>
                </a:cubicBezTo>
                <a:moveTo>
                  <a:pt x="653" y="96"/>
                </a:moveTo>
                <a:cubicBezTo>
                  <a:pt x="663" y="97"/>
                  <a:pt x="669" y="100"/>
                  <a:pt x="674" y="101"/>
                </a:cubicBezTo>
                <a:cubicBezTo>
                  <a:pt x="653" y="107"/>
                  <a:pt x="626" y="98"/>
                  <a:pt x="653" y="96"/>
                </a:cubicBezTo>
                <a:moveTo>
                  <a:pt x="917" y="56"/>
                </a:moveTo>
                <a:cubicBezTo>
                  <a:pt x="928" y="63"/>
                  <a:pt x="917" y="63"/>
                  <a:pt x="890" y="67"/>
                </a:cubicBezTo>
                <a:cubicBezTo>
                  <a:pt x="869" y="62"/>
                  <a:pt x="912" y="60"/>
                  <a:pt x="917" y="56"/>
                </a:cubicBezTo>
                <a:moveTo>
                  <a:pt x="723" y="108"/>
                </a:moveTo>
                <a:cubicBezTo>
                  <a:pt x="712" y="106"/>
                  <a:pt x="717" y="104"/>
                  <a:pt x="712" y="101"/>
                </a:cubicBezTo>
                <a:cubicBezTo>
                  <a:pt x="723" y="101"/>
                  <a:pt x="728" y="100"/>
                  <a:pt x="739" y="98"/>
                </a:cubicBezTo>
                <a:cubicBezTo>
                  <a:pt x="755" y="101"/>
                  <a:pt x="750" y="103"/>
                  <a:pt x="755" y="106"/>
                </a:cubicBezTo>
                <a:cubicBezTo>
                  <a:pt x="744" y="108"/>
                  <a:pt x="734" y="106"/>
                  <a:pt x="723" y="108"/>
                </a:cubicBezTo>
                <a:moveTo>
                  <a:pt x="766" y="100"/>
                </a:moveTo>
                <a:cubicBezTo>
                  <a:pt x="766" y="92"/>
                  <a:pt x="787" y="100"/>
                  <a:pt x="820" y="94"/>
                </a:cubicBezTo>
                <a:cubicBezTo>
                  <a:pt x="809" y="94"/>
                  <a:pt x="798" y="96"/>
                  <a:pt x="793" y="93"/>
                </a:cubicBezTo>
                <a:cubicBezTo>
                  <a:pt x="804" y="90"/>
                  <a:pt x="815" y="90"/>
                  <a:pt x="825" y="93"/>
                </a:cubicBezTo>
                <a:cubicBezTo>
                  <a:pt x="820" y="101"/>
                  <a:pt x="787" y="96"/>
                  <a:pt x="766" y="100"/>
                </a:cubicBezTo>
                <a:moveTo>
                  <a:pt x="858" y="89"/>
                </a:moveTo>
                <a:cubicBezTo>
                  <a:pt x="852" y="86"/>
                  <a:pt x="874" y="89"/>
                  <a:pt x="869" y="84"/>
                </a:cubicBezTo>
                <a:cubicBezTo>
                  <a:pt x="890" y="90"/>
                  <a:pt x="869" y="97"/>
                  <a:pt x="874" y="104"/>
                </a:cubicBezTo>
                <a:cubicBezTo>
                  <a:pt x="858" y="100"/>
                  <a:pt x="869" y="90"/>
                  <a:pt x="858" y="89"/>
                </a:cubicBezTo>
                <a:moveTo>
                  <a:pt x="1052" y="52"/>
                </a:moveTo>
                <a:cubicBezTo>
                  <a:pt x="1031" y="48"/>
                  <a:pt x="1074" y="42"/>
                  <a:pt x="1084" y="43"/>
                </a:cubicBezTo>
                <a:cubicBezTo>
                  <a:pt x="1095" y="50"/>
                  <a:pt x="1068" y="48"/>
                  <a:pt x="1052" y="52"/>
                </a:cubicBezTo>
                <a:moveTo>
                  <a:pt x="1235" y="40"/>
                </a:moveTo>
                <a:cubicBezTo>
                  <a:pt x="1225" y="43"/>
                  <a:pt x="1214" y="40"/>
                  <a:pt x="1203" y="43"/>
                </a:cubicBezTo>
                <a:cubicBezTo>
                  <a:pt x="1192" y="46"/>
                  <a:pt x="1230" y="39"/>
                  <a:pt x="1209" y="35"/>
                </a:cubicBezTo>
                <a:cubicBezTo>
                  <a:pt x="1219" y="33"/>
                  <a:pt x="1230" y="31"/>
                  <a:pt x="1241" y="29"/>
                </a:cubicBezTo>
                <a:cubicBezTo>
                  <a:pt x="1225" y="29"/>
                  <a:pt x="1225" y="26"/>
                  <a:pt x="1235" y="25"/>
                </a:cubicBezTo>
                <a:cubicBezTo>
                  <a:pt x="1257" y="31"/>
                  <a:pt x="1219" y="35"/>
                  <a:pt x="1235" y="40"/>
                </a:cubicBezTo>
                <a:moveTo>
                  <a:pt x="982" y="72"/>
                </a:moveTo>
                <a:cubicBezTo>
                  <a:pt x="998" y="70"/>
                  <a:pt x="971" y="79"/>
                  <a:pt x="977" y="83"/>
                </a:cubicBezTo>
                <a:cubicBezTo>
                  <a:pt x="960" y="86"/>
                  <a:pt x="944" y="79"/>
                  <a:pt x="966" y="74"/>
                </a:cubicBezTo>
                <a:cubicBezTo>
                  <a:pt x="971" y="83"/>
                  <a:pt x="966" y="74"/>
                  <a:pt x="982" y="72"/>
                </a:cubicBezTo>
                <a:moveTo>
                  <a:pt x="1144" y="33"/>
                </a:moveTo>
                <a:cubicBezTo>
                  <a:pt x="1176" y="35"/>
                  <a:pt x="1127" y="38"/>
                  <a:pt x="1111" y="42"/>
                </a:cubicBezTo>
                <a:cubicBezTo>
                  <a:pt x="1111" y="40"/>
                  <a:pt x="1111" y="39"/>
                  <a:pt x="1106" y="36"/>
                </a:cubicBezTo>
                <a:cubicBezTo>
                  <a:pt x="1117" y="29"/>
                  <a:pt x="1149" y="42"/>
                  <a:pt x="1144" y="33"/>
                </a:cubicBezTo>
                <a:moveTo>
                  <a:pt x="993" y="62"/>
                </a:moveTo>
                <a:cubicBezTo>
                  <a:pt x="982" y="67"/>
                  <a:pt x="950" y="59"/>
                  <a:pt x="955" y="67"/>
                </a:cubicBezTo>
                <a:cubicBezTo>
                  <a:pt x="928" y="69"/>
                  <a:pt x="944" y="62"/>
                  <a:pt x="960" y="60"/>
                </a:cubicBezTo>
                <a:cubicBezTo>
                  <a:pt x="950" y="57"/>
                  <a:pt x="939" y="62"/>
                  <a:pt x="928" y="56"/>
                </a:cubicBezTo>
                <a:cubicBezTo>
                  <a:pt x="939" y="53"/>
                  <a:pt x="950" y="56"/>
                  <a:pt x="939" y="57"/>
                </a:cubicBezTo>
                <a:cubicBezTo>
                  <a:pt x="966" y="60"/>
                  <a:pt x="971" y="52"/>
                  <a:pt x="987" y="53"/>
                </a:cubicBezTo>
                <a:cubicBezTo>
                  <a:pt x="993" y="56"/>
                  <a:pt x="971" y="57"/>
                  <a:pt x="993" y="62"/>
                </a:cubicBezTo>
                <a:moveTo>
                  <a:pt x="1047" y="25"/>
                </a:moveTo>
                <a:cubicBezTo>
                  <a:pt x="1063" y="23"/>
                  <a:pt x="1074" y="23"/>
                  <a:pt x="1084" y="22"/>
                </a:cubicBezTo>
                <a:cubicBezTo>
                  <a:pt x="1106" y="33"/>
                  <a:pt x="1052" y="28"/>
                  <a:pt x="1047" y="40"/>
                </a:cubicBezTo>
                <a:cubicBezTo>
                  <a:pt x="1025" y="40"/>
                  <a:pt x="1025" y="38"/>
                  <a:pt x="1025" y="32"/>
                </a:cubicBezTo>
                <a:cubicBezTo>
                  <a:pt x="1020" y="36"/>
                  <a:pt x="1014" y="36"/>
                  <a:pt x="1009" y="33"/>
                </a:cubicBezTo>
                <a:cubicBezTo>
                  <a:pt x="1025" y="32"/>
                  <a:pt x="1047" y="31"/>
                  <a:pt x="1063" y="29"/>
                </a:cubicBezTo>
                <a:cubicBezTo>
                  <a:pt x="1068" y="26"/>
                  <a:pt x="1057" y="28"/>
                  <a:pt x="1047" y="25"/>
                </a:cubicBezTo>
                <a:moveTo>
                  <a:pt x="998" y="43"/>
                </a:moveTo>
                <a:cubicBezTo>
                  <a:pt x="982" y="45"/>
                  <a:pt x="955" y="43"/>
                  <a:pt x="955" y="39"/>
                </a:cubicBezTo>
                <a:cubicBezTo>
                  <a:pt x="971" y="35"/>
                  <a:pt x="998" y="39"/>
                  <a:pt x="998" y="43"/>
                </a:cubicBezTo>
                <a:moveTo>
                  <a:pt x="912" y="48"/>
                </a:moveTo>
                <a:cubicBezTo>
                  <a:pt x="885" y="42"/>
                  <a:pt x="923" y="39"/>
                  <a:pt x="912" y="35"/>
                </a:cubicBezTo>
                <a:cubicBezTo>
                  <a:pt x="923" y="33"/>
                  <a:pt x="923" y="45"/>
                  <a:pt x="912" y="48"/>
                </a:cubicBezTo>
                <a:moveTo>
                  <a:pt x="647" y="89"/>
                </a:moveTo>
                <a:cubicBezTo>
                  <a:pt x="653" y="93"/>
                  <a:pt x="642" y="90"/>
                  <a:pt x="637" y="89"/>
                </a:cubicBezTo>
                <a:cubicBezTo>
                  <a:pt x="615" y="94"/>
                  <a:pt x="615" y="110"/>
                  <a:pt x="577" y="98"/>
                </a:cubicBezTo>
                <a:cubicBezTo>
                  <a:pt x="610" y="96"/>
                  <a:pt x="604" y="92"/>
                  <a:pt x="615" y="86"/>
                </a:cubicBezTo>
                <a:cubicBezTo>
                  <a:pt x="626" y="83"/>
                  <a:pt x="637" y="90"/>
                  <a:pt x="647" y="89"/>
                </a:cubicBezTo>
                <a:moveTo>
                  <a:pt x="739" y="62"/>
                </a:moveTo>
                <a:cubicBezTo>
                  <a:pt x="734" y="63"/>
                  <a:pt x="739" y="63"/>
                  <a:pt x="739" y="64"/>
                </a:cubicBezTo>
                <a:cubicBezTo>
                  <a:pt x="707" y="63"/>
                  <a:pt x="755" y="60"/>
                  <a:pt x="761" y="56"/>
                </a:cubicBezTo>
                <a:cubicBezTo>
                  <a:pt x="782" y="60"/>
                  <a:pt x="755" y="64"/>
                  <a:pt x="739" y="62"/>
                </a:cubicBezTo>
                <a:moveTo>
                  <a:pt x="863" y="40"/>
                </a:moveTo>
                <a:cubicBezTo>
                  <a:pt x="847" y="42"/>
                  <a:pt x="836" y="45"/>
                  <a:pt x="825" y="48"/>
                </a:cubicBezTo>
                <a:cubicBezTo>
                  <a:pt x="815" y="42"/>
                  <a:pt x="842" y="38"/>
                  <a:pt x="842" y="33"/>
                </a:cubicBezTo>
                <a:cubicBezTo>
                  <a:pt x="863" y="35"/>
                  <a:pt x="847" y="36"/>
                  <a:pt x="863" y="40"/>
                </a:cubicBezTo>
                <a:moveTo>
                  <a:pt x="637" y="76"/>
                </a:moveTo>
                <a:cubicBezTo>
                  <a:pt x="653" y="77"/>
                  <a:pt x="653" y="70"/>
                  <a:pt x="674" y="73"/>
                </a:cubicBezTo>
                <a:cubicBezTo>
                  <a:pt x="680" y="82"/>
                  <a:pt x="642" y="79"/>
                  <a:pt x="626" y="83"/>
                </a:cubicBezTo>
                <a:cubicBezTo>
                  <a:pt x="620" y="80"/>
                  <a:pt x="615" y="79"/>
                  <a:pt x="610" y="76"/>
                </a:cubicBezTo>
                <a:cubicBezTo>
                  <a:pt x="620" y="72"/>
                  <a:pt x="626" y="69"/>
                  <a:pt x="631" y="67"/>
                </a:cubicBezTo>
                <a:cubicBezTo>
                  <a:pt x="653" y="64"/>
                  <a:pt x="626" y="73"/>
                  <a:pt x="637" y="76"/>
                </a:cubicBezTo>
                <a:moveTo>
                  <a:pt x="669" y="50"/>
                </a:moveTo>
                <a:cubicBezTo>
                  <a:pt x="690" y="56"/>
                  <a:pt x="669" y="60"/>
                  <a:pt x="669" y="64"/>
                </a:cubicBezTo>
                <a:cubicBezTo>
                  <a:pt x="663" y="64"/>
                  <a:pt x="663" y="63"/>
                  <a:pt x="663" y="62"/>
                </a:cubicBezTo>
                <a:cubicBezTo>
                  <a:pt x="658" y="62"/>
                  <a:pt x="647" y="62"/>
                  <a:pt x="637" y="63"/>
                </a:cubicBezTo>
                <a:cubicBezTo>
                  <a:pt x="631" y="59"/>
                  <a:pt x="647" y="55"/>
                  <a:pt x="669" y="50"/>
                </a:cubicBezTo>
                <a:moveTo>
                  <a:pt x="583" y="72"/>
                </a:moveTo>
                <a:cubicBezTo>
                  <a:pt x="566" y="77"/>
                  <a:pt x="555" y="86"/>
                  <a:pt x="534" y="87"/>
                </a:cubicBezTo>
                <a:cubicBezTo>
                  <a:pt x="534" y="80"/>
                  <a:pt x="518" y="73"/>
                  <a:pt x="550" y="67"/>
                </a:cubicBezTo>
                <a:cubicBezTo>
                  <a:pt x="572" y="67"/>
                  <a:pt x="561" y="74"/>
                  <a:pt x="583" y="72"/>
                </a:cubicBezTo>
                <a:moveTo>
                  <a:pt x="793" y="21"/>
                </a:moveTo>
                <a:cubicBezTo>
                  <a:pt x="782" y="23"/>
                  <a:pt x="777" y="22"/>
                  <a:pt x="782" y="21"/>
                </a:cubicBezTo>
                <a:cubicBezTo>
                  <a:pt x="771" y="19"/>
                  <a:pt x="750" y="23"/>
                  <a:pt x="739" y="25"/>
                </a:cubicBezTo>
                <a:cubicBezTo>
                  <a:pt x="723" y="19"/>
                  <a:pt x="777" y="12"/>
                  <a:pt x="793" y="21"/>
                </a:cubicBezTo>
                <a:moveTo>
                  <a:pt x="723" y="26"/>
                </a:moveTo>
                <a:cubicBezTo>
                  <a:pt x="723" y="33"/>
                  <a:pt x="701" y="36"/>
                  <a:pt x="707" y="40"/>
                </a:cubicBezTo>
                <a:cubicBezTo>
                  <a:pt x="696" y="43"/>
                  <a:pt x="685" y="46"/>
                  <a:pt x="669" y="48"/>
                </a:cubicBezTo>
                <a:cubicBezTo>
                  <a:pt x="658" y="46"/>
                  <a:pt x="658" y="43"/>
                  <a:pt x="669" y="40"/>
                </a:cubicBezTo>
                <a:cubicBezTo>
                  <a:pt x="674" y="42"/>
                  <a:pt x="669" y="43"/>
                  <a:pt x="669" y="43"/>
                </a:cubicBezTo>
                <a:cubicBezTo>
                  <a:pt x="690" y="45"/>
                  <a:pt x="701" y="25"/>
                  <a:pt x="690" y="29"/>
                </a:cubicBezTo>
                <a:cubicBezTo>
                  <a:pt x="685" y="26"/>
                  <a:pt x="707" y="25"/>
                  <a:pt x="701" y="22"/>
                </a:cubicBezTo>
                <a:cubicBezTo>
                  <a:pt x="712" y="21"/>
                  <a:pt x="707" y="25"/>
                  <a:pt x="723" y="26"/>
                </a:cubicBezTo>
                <a:moveTo>
                  <a:pt x="647" y="33"/>
                </a:moveTo>
                <a:cubicBezTo>
                  <a:pt x="663" y="38"/>
                  <a:pt x="631" y="40"/>
                  <a:pt x="642" y="45"/>
                </a:cubicBezTo>
                <a:cubicBezTo>
                  <a:pt x="626" y="46"/>
                  <a:pt x="620" y="35"/>
                  <a:pt x="647" y="33"/>
                </a:cubicBezTo>
                <a:moveTo>
                  <a:pt x="572" y="48"/>
                </a:moveTo>
                <a:cubicBezTo>
                  <a:pt x="572" y="43"/>
                  <a:pt x="588" y="39"/>
                  <a:pt x="604" y="36"/>
                </a:cubicBezTo>
                <a:cubicBezTo>
                  <a:pt x="631" y="43"/>
                  <a:pt x="593" y="45"/>
                  <a:pt x="572" y="48"/>
                </a:cubicBezTo>
                <a:moveTo>
                  <a:pt x="242" y="77"/>
                </a:moveTo>
                <a:cubicBezTo>
                  <a:pt x="221" y="80"/>
                  <a:pt x="199" y="80"/>
                  <a:pt x="183" y="74"/>
                </a:cubicBezTo>
                <a:cubicBezTo>
                  <a:pt x="178" y="79"/>
                  <a:pt x="167" y="83"/>
                  <a:pt x="183" y="87"/>
                </a:cubicBezTo>
                <a:cubicBezTo>
                  <a:pt x="151" y="92"/>
                  <a:pt x="156" y="93"/>
                  <a:pt x="129" y="93"/>
                </a:cubicBezTo>
                <a:cubicBezTo>
                  <a:pt x="145" y="84"/>
                  <a:pt x="167" y="83"/>
                  <a:pt x="145" y="72"/>
                </a:cubicBezTo>
                <a:cubicBezTo>
                  <a:pt x="194" y="70"/>
                  <a:pt x="172" y="57"/>
                  <a:pt x="189" y="50"/>
                </a:cubicBezTo>
                <a:cubicBezTo>
                  <a:pt x="194" y="56"/>
                  <a:pt x="205" y="63"/>
                  <a:pt x="183" y="69"/>
                </a:cubicBezTo>
                <a:cubicBezTo>
                  <a:pt x="183" y="67"/>
                  <a:pt x="178" y="67"/>
                  <a:pt x="172" y="69"/>
                </a:cubicBezTo>
                <a:cubicBezTo>
                  <a:pt x="178" y="69"/>
                  <a:pt x="183" y="70"/>
                  <a:pt x="183" y="72"/>
                </a:cubicBezTo>
                <a:cubicBezTo>
                  <a:pt x="194" y="74"/>
                  <a:pt x="205" y="69"/>
                  <a:pt x="215" y="70"/>
                </a:cubicBezTo>
                <a:cubicBezTo>
                  <a:pt x="221" y="67"/>
                  <a:pt x="226" y="64"/>
                  <a:pt x="215" y="62"/>
                </a:cubicBezTo>
                <a:cubicBezTo>
                  <a:pt x="232" y="59"/>
                  <a:pt x="248" y="56"/>
                  <a:pt x="264" y="52"/>
                </a:cubicBezTo>
                <a:cubicBezTo>
                  <a:pt x="296" y="62"/>
                  <a:pt x="226" y="66"/>
                  <a:pt x="242" y="77"/>
                </a:cubicBezTo>
                <a:moveTo>
                  <a:pt x="345" y="69"/>
                </a:moveTo>
                <a:cubicBezTo>
                  <a:pt x="340" y="67"/>
                  <a:pt x="334" y="70"/>
                  <a:pt x="329" y="70"/>
                </a:cubicBezTo>
                <a:cubicBezTo>
                  <a:pt x="307" y="57"/>
                  <a:pt x="394" y="69"/>
                  <a:pt x="350" y="76"/>
                </a:cubicBezTo>
                <a:cubicBezTo>
                  <a:pt x="345" y="73"/>
                  <a:pt x="350" y="72"/>
                  <a:pt x="345" y="69"/>
                </a:cubicBezTo>
                <a:moveTo>
                  <a:pt x="523" y="40"/>
                </a:moveTo>
                <a:cubicBezTo>
                  <a:pt x="512" y="31"/>
                  <a:pt x="572" y="38"/>
                  <a:pt x="561" y="28"/>
                </a:cubicBezTo>
                <a:cubicBezTo>
                  <a:pt x="583" y="32"/>
                  <a:pt x="610" y="18"/>
                  <a:pt x="626" y="26"/>
                </a:cubicBezTo>
                <a:cubicBezTo>
                  <a:pt x="604" y="29"/>
                  <a:pt x="610" y="28"/>
                  <a:pt x="599" y="33"/>
                </a:cubicBezTo>
                <a:cubicBezTo>
                  <a:pt x="593" y="25"/>
                  <a:pt x="555" y="38"/>
                  <a:pt x="539" y="45"/>
                </a:cubicBezTo>
                <a:cubicBezTo>
                  <a:pt x="512" y="40"/>
                  <a:pt x="502" y="43"/>
                  <a:pt x="464" y="38"/>
                </a:cubicBezTo>
                <a:cubicBezTo>
                  <a:pt x="485" y="35"/>
                  <a:pt x="502" y="35"/>
                  <a:pt x="523" y="40"/>
                </a:cubicBezTo>
                <a:moveTo>
                  <a:pt x="431" y="62"/>
                </a:moveTo>
                <a:cubicBezTo>
                  <a:pt x="410" y="53"/>
                  <a:pt x="469" y="53"/>
                  <a:pt x="485" y="50"/>
                </a:cubicBezTo>
                <a:cubicBezTo>
                  <a:pt x="496" y="59"/>
                  <a:pt x="447" y="56"/>
                  <a:pt x="431" y="62"/>
                </a:cubicBezTo>
                <a:moveTo>
                  <a:pt x="453" y="45"/>
                </a:moveTo>
                <a:cubicBezTo>
                  <a:pt x="437" y="45"/>
                  <a:pt x="421" y="50"/>
                  <a:pt x="410" y="49"/>
                </a:cubicBezTo>
                <a:cubicBezTo>
                  <a:pt x="394" y="43"/>
                  <a:pt x="431" y="36"/>
                  <a:pt x="442" y="36"/>
                </a:cubicBezTo>
                <a:cubicBezTo>
                  <a:pt x="442" y="39"/>
                  <a:pt x="447" y="42"/>
                  <a:pt x="453" y="45"/>
                </a:cubicBezTo>
                <a:moveTo>
                  <a:pt x="491" y="18"/>
                </a:moveTo>
                <a:cubicBezTo>
                  <a:pt x="502" y="23"/>
                  <a:pt x="491" y="31"/>
                  <a:pt x="469" y="31"/>
                </a:cubicBezTo>
                <a:cubicBezTo>
                  <a:pt x="464" y="26"/>
                  <a:pt x="469" y="22"/>
                  <a:pt x="491" y="18"/>
                </a:cubicBezTo>
                <a:moveTo>
                  <a:pt x="372" y="79"/>
                </a:moveTo>
                <a:cubicBezTo>
                  <a:pt x="383" y="70"/>
                  <a:pt x="372" y="69"/>
                  <a:pt x="367" y="62"/>
                </a:cubicBezTo>
                <a:cubicBezTo>
                  <a:pt x="361" y="56"/>
                  <a:pt x="323" y="62"/>
                  <a:pt x="334" y="56"/>
                </a:cubicBezTo>
                <a:cubicBezTo>
                  <a:pt x="367" y="46"/>
                  <a:pt x="453" y="67"/>
                  <a:pt x="372" y="79"/>
                </a:cubicBezTo>
                <a:moveTo>
                  <a:pt x="388" y="45"/>
                </a:moveTo>
                <a:cubicBezTo>
                  <a:pt x="377" y="48"/>
                  <a:pt x="313" y="52"/>
                  <a:pt x="302" y="57"/>
                </a:cubicBezTo>
                <a:cubicBezTo>
                  <a:pt x="296" y="52"/>
                  <a:pt x="318" y="48"/>
                  <a:pt x="340" y="42"/>
                </a:cubicBezTo>
                <a:cubicBezTo>
                  <a:pt x="356" y="43"/>
                  <a:pt x="372" y="46"/>
                  <a:pt x="388" y="45"/>
                </a:cubicBezTo>
                <a:moveTo>
                  <a:pt x="410" y="35"/>
                </a:moveTo>
                <a:cubicBezTo>
                  <a:pt x="377" y="35"/>
                  <a:pt x="377" y="36"/>
                  <a:pt x="350" y="39"/>
                </a:cubicBezTo>
                <a:cubicBezTo>
                  <a:pt x="340" y="36"/>
                  <a:pt x="356" y="35"/>
                  <a:pt x="350" y="32"/>
                </a:cubicBezTo>
                <a:cubicBezTo>
                  <a:pt x="334" y="31"/>
                  <a:pt x="313" y="46"/>
                  <a:pt x="285" y="38"/>
                </a:cubicBezTo>
                <a:cubicBezTo>
                  <a:pt x="323" y="32"/>
                  <a:pt x="318" y="26"/>
                  <a:pt x="345" y="21"/>
                </a:cubicBezTo>
                <a:cubicBezTo>
                  <a:pt x="356" y="29"/>
                  <a:pt x="372" y="32"/>
                  <a:pt x="410" y="35"/>
                </a:cubicBezTo>
                <a:moveTo>
                  <a:pt x="269" y="35"/>
                </a:moveTo>
                <a:cubicBezTo>
                  <a:pt x="248" y="45"/>
                  <a:pt x="307" y="46"/>
                  <a:pt x="285" y="50"/>
                </a:cubicBezTo>
                <a:cubicBezTo>
                  <a:pt x="275" y="45"/>
                  <a:pt x="259" y="50"/>
                  <a:pt x="253" y="45"/>
                </a:cubicBezTo>
                <a:cubicBezTo>
                  <a:pt x="242" y="49"/>
                  <a:pt x="242" y="53"/>
                  <a:pt x="215" y="56"/>
                </a:cubicBezTo>
                <a:cubicBezTo>
                  <a:pt x="215" y="45"/>
                  <a:pt x="221" y="38"/>
                  <a:pt x="269" y="35"/>
                </a:cubicBezTo>
                <a:moveTo>
                  <a:pt x="334" y="18"/>
                </a:moveTo>
                <a:cubicBezTo>
                  <a:pt x="334" y="23"/>
                  <a:pt x="285" y="21"/>
                  <a:pt x="269" y="31"/>
                </a:cubicBezTo>
                <a:cubicBezTo>
                  <a:pt x="259" y="28"/>
                  <a:pt x="248" y="32"/>
                  <a:pt x="237" y="28"/>
                </a:cubicBezTo>
                <a:cubicBezTo>
                  <a:pt x="253" y="23"/>
                  <a:pt x="285" y="28"/>
                  <a:pt x="264" y="19"/>
                </a:cubicBezTo>
                <a:cubicBezTo>
                  <a:pt x="291" y="14"/>
                  <a:pt x="313" y="19"/>
                  <a:pt x="334" y="18"/>
                </a:cubicBezTo>
              </a:path>
            </a:pathLst>
          </a:custGeom>
          <a:solidFill>
            <a:srgbClr val="5F7797">
              <a:alpha val="100000"/>
            </a:srgbClr>
          </a:solidFill>
          <a:ln w="0" cap="flat">
            <a:noFill/>
            <a:prstDash val="solid"/>
            <a:miter lim="0"/>
          </a:ln>
        </p:spPr>
        <p:txBody>
          <a:bodyPr rtlCol="0"/>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8" name="picture 518"/>
          <p:cNvPicPr>
            <a:picLocks noChangeAspect="1"/>
          </p:cNvPicPr>
          <p:nvPr/>
        </p:nvPicPr>
        <p:blipFill>
          <a:blip r:embed="rId2"/>
          <a:stretch>
            <a:fillRect/>
          </a:stretch>
        </p:blipFill>
        <p:spPr>
          <a:xfrm rot="21600000">
            <a:off x="4735957" y="4255516"/>
            <a:ext cx="3021964" cy="746378"/>
          </a:xfrm>
          <a:prstGeom prst="rect">
            <a:avLst/>
          </a:prstGeom>
        </p:spPr>
      </p:pic>
      <p:sp>
        <p:nvSpPr>
          <p:cNvPr id="520" name="textbox 520"/>
          <p:cNvSpPr/>
          <p:nvPr/>
        </p:nvSpPr>
        <p:spPr>
          <a:xfrm>
            <a:off x="4025068" y="1521104"/>
            <a:ext cx="4265929" cy="393065"/>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marL="12700" algn="l" rtl="0" eaLnBrk="0">
              <a:lnSpc>
                <a:spcPct val="89000"/>
              </a:lnSpc>
            </a:pPr>
            <a:r>
              <a:rPr sz="2700" b="1" kern="0" spc="20" dirty="0">
                <a:solidFill>
                  <a:srgbClr val="5F7797">
                    <a:alpha val="100000"/>
                  </a:srgbClr>
                </a:solidFill>
                <a:latin typeface="华文新魏" panose="02010800040101010101" charset="-122"/>
                <a:ea typeface="华文新魏" panose="02010800040101010101" charset="-122"/>
                <a:cs typeface="华文新魏" panose="02010800040101010101" charset="-122"/>
              </a:rPr>
              <a:t>di</a:t>
            </a:r>
            <a:r>
              <a:rPr sz="2700" kern="0" spc="60" dirty="0">
                <a:solidFill>
                  <a:srgbClr val="5F7797">
                    <a:alpha val="100000"/>
                  </a:srgbClr>
                </a:solidFill>
                <a:latin typeface="华文新魏" panose="02010800040101010101" charset="-122"/>
                <a:ea typeface="华文新魏" panose="02010800040101010101" charset="-122"/>
                <a:cs typeface="华文新魏" panose="02010800040101010101" charset="-122"/>
              </a:rPr>
              <a:t>          </a:t>
            </a:r>
            <a:r>
              <a:rPr sz="2700" b="1" kern="0" spc="20" dirty="0">
                <a:solidFill>
                  <a:srgbClr val="5F7797">
                    <a:alpha val="100000"/>
                  </a:srgbClr>
                </a:solidFill>
                <a:latin typeface="华文新魏" panose="02010800040101010101" charset="-122"/>
                <a:ea typeface="华文新魏" panose="02010800040101010101" charset="-122"/>
                <a:cs typeface="华文新魏" panose="02010800040101010101" charset="-122"/>
              </a:rPr>
              <a:t>wu</a:t>
            </a:r>
            <a:r>
              <a:rPr sz="2700" kern="0" spc="20" dirty="0">
                <a:solidFill>
                  <a:srgbClr val="5F7797">
                    <a:alpha val="100000"/>
                  </a:srgbClr>
                </a:solidFill>
                <a:latin typeface="华文新魏" panose="02010800040101010101" charset="-122"/>
                <a:ea typeface="华文新魏" panose="02010800040101010101" charset="-122"/>
                <a:cs typeface="华文新魏" panose="02010800040101010101" charset="-122"/>
              </a:rPr>
              <a:t>       </a:t>
            </a:r>
            <a:r>
              <a:rPr sz="2700" b="1" kern="0" spc="20" dirty="0">
                <a:solidFill>
                  <a:srgbClr val="5F7797">
                    <a:alpha val="100000"/>
                  </a:srgbClr>
                </a:solidFill>
                <a:latin typeface="华文新魏" panose="02010800040101010101" charset="-122"/>
                <a:ea typeface="华文新魏" panose="02010800040101010101" charset="-122"/>
                <a:cs typeface="华文新魏" panose="02010800040101010101" charset="-122"/>
              </a:rPr>
              <a:t>zhang</a:t>
            </a:r>
            <a:r>
              <a:rPr sz="2700" kern="0" spc="0" dirty="0">
                <a:solidFill>
                  <a:srgbClr val="5F7797">
                    <a:alpha val="100000"/>
                  </a:srgbClr>
                </a:solidFill>
                <a:latin typeface="华文新魏" panose="02010800040101010101" charset="-122"/>
                <a:ea typeface="华文新魏" panose="02010800040101010101" charset="-122"/>
                <a:cs typeface="华文新魏" panose="02010800040101010101" charset="-122"/>
              </a:rPr>
              <a:t>        </a:t>
            </a:r>
            <a:r>
              <a:rPr sz="2700" b="1" kern="0" spc="20" dirty="0">
                <a:solidFill>
                  <a:srgbClr val="5F7797">
                    <a:alpha val="100000"/>
                  </a:srgbClr>
                </a:solidFill>
                <a:latin typeface="华文新魏" panose="02010800040101010101" charset="-122"/>
                <a:ea typeface="华文新魏" panose="02010800040101010101" charset="-122"/>
                <a:cs typeface="华文新魏" panose="02010800040101010101" charset="-122"/>
              </a:rPr>
              <a:t>jie</a:t>
            </a:r>
            <a:endParaRPr sz="2700" dirty="0">
              <a:latin typeface="华文新魏" panose="02010800040101010101" charset="-122"/>
              <a:ea typeface="华文新魏" panose="02010800040101010101" charset="-122"/>
              <a:cs typeface="华文新魏" panose="02010800040101010101" charset="-122"/>
            </a:endParaRPr>
          </a:p>
        </p:txBody>
      </p:sp>
      <p:graphicFrame>
        <p:nvGraphicFramePr>
          <p:cNvPr id="522" name="table 522"/>
          <p:cNvGraphicFramePr>
            <a:graphicFrameLocks noGrp="1"/>
          </p:cNvGraphicFramePr>
          <p:nvPr/>
        </p:nvGraphicFramePr>
        <p:xfrm>
          <a:off x="3622928" y="1983105"/>
          <a:ext cx="1109979" cy="1108075"/>
        </p:xfrm>
        <a:graphic>
          <a:graphicData uri="http://schemas.openxmlformats.org/drawingml/2006/table">
            <a:tbl>
              <a:tblPr/>
              <a:tblGrid>
                <a:gridCol w="554354">
                  <a:extLst>
                    <a:ext uri="{9D8B030D-6E8A-4147-A177-3AD203B41FA5}">
                      <a16:colId xmlns:a16="http://schemas.microsoft.com/office/drawing/2014/main" val="20000"/>
                    </a:ext>
                  </a:extLst>
                </a:gridCol>
                <a:gridCol w="555625">
                  <a:extLst>
                    <a:ext uri="{9D8B030D-6E8A-4147-A177-3AD203B41FA5}">
                      <a16:colId xmlns:a16="http://schemas.microsoft.com/office/drawing/2014/main" val="20001"/>
                    </a:ext>
                  </a:extLst>
                </a:gridCol>
              </a:tblGrid>
              <a:tr h="55562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9050" cap="flat" cmpd="sng" algn="ctr">
                      <a:solidFill>
                        <a:srgbClr val="5F7797"/>
                      </a:solidFill>
                      <a:prstDash val="solid"/>
                      <a:round/>
                      <a:headEnd type="none" w="med" len="med"/>
                      <a:tailEnd type="none" w="med" len="med"/>
                    </a:lnL>
                    <a:lnR w="12700" cap="flat" cmpd="sng" algn="ctr">
                      <a:solidFill>
                        <a:srgbClr val="5F7797"/>
                      </a:solidFill>
                      <a:prstDash val="dash"/>
                      <a:round/>
                      <a:headEnd type="none" w="med" len="med"/>
                      <a:tailEnd type="none" w="med" len="med"/>
                    </a:lnR>
                    <a:lnT w="19050" cap="flat" cmpd="sng" algn="ctr">
                      <a:solidFill>
                        <a:srgbClr val="5F7797"/>
                      </a:solidFill>
                      <a:prstDash val="solid"/>
                      <a:round/>
                      <a:headEnd type="none" w="med" len="med"/>
                      <a:tailEnd type="none" w="med" len="med"/>
                    </a:lnT>
                    <a:lnB w="12700" cap="flat" cmpd="sng" algn="ctr">
                      <a:solidFill>
                        <a:srgbClr val="44546A"/>
                      </a:solidFill>
                      <a:prstDash val="dash"/>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5F7797"/>
                      </a:solidFill>
                      <a:prstDash val="dash"/>
                      <a:round/>
                      <a:headEnd type="none" w="med" len="med"/>
                      <a:tailEnd type="none" w="med" len="med"/>
                    </a:lnL>
                    <a:lnR w="19050" cap="flat" cmpd="sng" algn="ctr">
                      <a:solidFill>
                        <a:srgbClr val="5F7797"/>
                      </a:solidFill>
                      <a:prstDash val="solid"/>
                      <a:round/>
                      <a:headEnd type="none" w="med" len="med"/>
                      <a:tailEnd type="none" w="med" len="med"/>
                    </a:lnR>
                    <a:lnT w="19050" cap="flat" cmpd="sng" algn="ctr">
                      <a:solidFill>
                        <a:srgbClr val="5F7797"/>
                      </a:solidFill>
                      <a:prstDash val="solid"/>
                      <a:round/>
                      <a:headEnd type="none" w="med" len="med"/>
                      <a:tailEnd type="none" w="med" len="med"/>
                    </a:lnT>
                    <a:lnB w="12700" cap="flat" cmpd="sng" algn="ctr">
                      <a:solidFill>
                        <a:srgbClr val="44546A"/>
                      </a:solidFill>
                      <a:prstDash val="dash"/>
                      <a:round/>
                      <a:headEnd type="none" w="med" len="med"/>
                      <a:tailEnd type="none" w="med" len="med"/>
                    </a:lnB>
                  </a:tcPr>
                </a:tc>
                <a:extLst>
                  <a:ext uri="{0D108BD9-81ED-4DB2-BD59-A6C34878D82A}">
                    <a16:rowId xmlns:a16="http://schemas.microsoft.com/office/drawing/2014/main" val="10000"/>
                  </a:ext>
                </a:extLst>
              </a:tr>
              <a:tr h="55245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9050" cap="flat" cmpd="sng" algn="ctr">
                      <a:solidFill>
                        <a:srgbClr val="5F7797"/>
                      </a:solidFill>
                      <a:prstDash val="solid"/>
                      <a:round/>
                      <a:headEnd type="none" w="med" len="med"/>
                      <a:tailEnd type="none" w="med" len="med"/>
                    </a:lnL>
                    <a:lnR w="12700" cap="flat" cmpd="sng" algn="ctr">
                      <a:solidFill>
                        <a:srgbClr val="5F7797"/>
                      </a:solidFill>
                      <a:prstDash val="dash"/>
                      <a:round/>
                      <a:headEnd type="none" w="med" len="med"/>
                      <a:tailEnd type="none" w="med" len="med"/>
                    </a:lnR>
                    <a:lnT w="12700" cap="flat" cmpd="sng" algn="ctr">
                      <a:solidFill>
                        <a:srgbClr val="44546A"/>
                      </a:solidFill>
                      <a:prstDash val="dash"/>
                      <a:round/>
                      <a:headEnd type="none" w="med" len="med"/>
                      <a:tailEnd type="none" w="med" len="med"/>
                    </a:lnT>
                    <a:lnB w="19050" cap="flat" cmpd="sng" algn="ctr">
                      <a:solidFill>
                        <a:srgbClr val="5F7797"/>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5F7797"/>
                      </a:solidFill>
                      <a:prstDash val="dash"/>
                      <a:round/>
                      <a:headEnd type="none" w="med" len="med"/>
                      <a:tailEnd type="none" w="med" len="med"/>
                    </a:lnL>
                    <a:lnR w="19050" cap="flat" cmpd="sng" algn="ctr">
                      <a:solidFill>
                        <a:srgbClr val="5F7797"/>
                      </a:solidFill>
                      <a:prstDash val="solid"/>
                      <a:round/>
                      <a:headEnd type="none" w="med" len="med"/>
                      <a:tailEnd type="none" w="med" len="med"/>
                    </a:lnR>
                    <a:lnT w="12700" cap="flat" cmpd="sng" algn="ctr">
                      <a:solidFill>
                        <a:srgbClr val="44546A"/>
                      </a:solidFill>
                      <a:prstDash val="dash"/>
                      <a:round/>
                      <a:headEnd type="none" w="med" len="med"/>
                      <a:tailEnd type="none" w="med" len="med"/>
                    </a:lnT>
                    <a:lnB w="19050" cap="flat" cmpd="sng" algn="ctr">
                      <a:solidFill>
                        <a:srgbClr val="5F7797"/>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524" name="table 524"/>
          <p:cNvGraphicFramePr>
            <a:graphicFrameLocks noGrp="1"/>
          </p:cNvGraphicFramePr>
          <p:nvPr/>
        </p:nvGraphicFramePr>
        <p:xfrm>
          <a:off x="7512177" y="1983105"/>
          <a:ext cx="1109979" cy="1108075"/>
        </p:xfrm>
        <a:graphic>
          <a:graphicData uri="http://schemas.openxmlformats.org/drawingml/2006/table">
            <a:tbl>
              <a:tblPr/>
              <a:tblGrid>
                <a:gridCol w="554354">
                  <a:extLst>
                    <a:ext uri="{9D8B030D-6E8A-4147-A177-3AD203B41FA5}">
                      <a16:colId xmlns:a16="http://schemas.microsoft.com/office/drawing/2014/main" val="20000"/>
                    </a:ext>
                  </a:extLst>
                </a:gridCol>
                <a:gridCol w="555625">
                  <a:extLst>
                    <a:ext uri="{9D8B030D-6E8A-4147-A177-3AD203B41FA5}">
                      <a16:colId xmlns:a16="http://schemas.microsoft.com/office/drawing/2014/main" val="20001"/>
                    </a:ext>
                  </a:extLst>
                </a:gridCol>
              </a:tblGrid>
              <a:tr h="55562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9050" cap="flat" cmpd="sng" algn="ctr">
                      <a:solidFill>
                        <a:srgbClr val="5F7797"/>
                      </a:solidFill>
                      <a:prstDash val="solid"/>
                      <a:round/>
                      <a:headEnd type="none" w="med" len="med"/>
                      <a:tailEnd type="none" w="med" len="med"/>
                    </a:lnL>
                    <a:lnR w="12700" cap="flat" cmpd="sng" algn="ctr">
                      <a:solidFill>
                        <a:srgbClr val="5F7797"/>
                      </a:solidFill>
                      <a:prstDash val="dash"/>
                      <a:round/>
                      <a:headEnd type="none" w="med" len="med"/>
                      <a:tailEnd type="none" w="med" len="med"/>
                    </a:lnR>
                    <a:lnT w="19050" cap="flat" cmpd="sng" algn="ctr">
                      <a:solidFill>
                        <a:srgbClr val="5F7797"/>
                      </a:solidFill>
                      <a:prstDash val="solid"/>
                      <a:round/>
                      <a:headEnd type="none" w="med" len="med"/>
                      <a:tailEnd type="none" w="med" len="med"/>
                    </a:lnT>
                    <a:lnB w="12700" cap="flat" cmpd="sng" algn="ctr">
                      <a:solidFill>
                        <a:srgbClr val="5F7797"/>
                      </a:solidFill>
                      <a:prstDash val="dash"/>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5F7797"/>
                      </a:solidFill>
                      <a:prstDash val="dash"/>
                      <a:round/>
                      <a:headEnd type="none" w="med" len="med"/>
                      <a:tailEnd type="none" w="med" len="med"/>
                    </a:lnL>
                    <a:lnR w="19050" cap="flat" cmpd="sng" algn="ctr">
                      <a:solidFill>
                        <a:srgbClr val="5F7797"/>
                      </a:solidFill>
                      <a:prstDash val="solid"/>
                      <a:round/>
                      <a:headEnd type="none" w="med" len="med"/>
                      <a:tailEnd type="none" w="med" len="med"/>
                    </a:lnR>
                    <a:lnT w="19050" cap="flat" cmpd="sng" algn="ctr">
                      <a:solidFill>
                        <a:srgbClr val="5F7797"/>
                      </a:solidFill>
                      <a:prstDash val="solid"/>
                      <a:round/>
                      <a:headEnd type="none" w="med" len="med"/>
                      <a:tailEnd type="none" w="med" len="med"/>
                    </a:lnT>
                    <a:lnB w="12700" cap="flat" cmpd="sng" algn="ctr">
                      <a:solidFill>
                        <a:srgbClr val="5F7797"/>
                      </a:solidFill>
                      <a:prstDash val="dash"/>
                      <a:round/>
                      <a:headEnd type="none" w="med" len="med"/>
                      <a:tailEnd type="none" w="med" len="med"/>
                    </a:lnB>
                  </a:tcPr>
                </a:tc>
                <a:extLst>
                  <a:ext uri="{0D108BD9-81ED-4DB2-BD59-A6C34878D82A}">
                    <a16:rowId xmlns:a16="http://schemas.microsoft.com/office/drawing/2014/main" val="10000"/>
                  </a:ext>
                </a:extLst>
              </a:tr>
              <a:tr h="55245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9050" cap="flat" cmpd="sng" algn="ctr">
                      <a:solidFill>
                        <a:srgbClr val="5F7797"/>
                      </a:solidFill>
                      <a:prstDash val="solid"/>
                      <a:round/>
                      <a:headEnd type="none" w="med" len="med"/>
                      <a:tailEnd type="none" w="med" len="med"/>
                    </a:lnL>
                    <a:lnR w="12700" cap="flat" cmpd="sng" algn="ctr">
                      <a:solidFill>
                        <a:srgbClr val="5F7797"/>
                      </a:solidFill>
                      <a:prstDash val="dash"/>
                      <a:round/>
                      <a:headEnd type="none" w="med" len="med"/>
                      <a:tailEnd type="none" w="med" len="med"/>
                    </a:lnR>
                    <a:lnT w="12700" cap="flat" cmpd="sng" algn="ctr">
                      <a:solidFill>
                        <a:srgbClr val="5F7797"/>
                      </a:solidFill>
                      <a:prstDash val="dash"/>
                      <a:round/>
                      <a:headEnd type="none" w="med" len="med"/>
                      <a:tailEnd type="none" w="med" len="med"/>
                    </a:lnT>
                    <a:lnB w="19050" cap="flat" cmpd="sng" algn="ctr">
                      <a:solidFill>
                        <a:srgbClr val="5F7797"/>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5F7797"/>
                      </a:solidFill>
                      <a:prstDash val="dash"/>
                      <a:round/>
                      <a:headEnd type="none" w="med" len="med"/>
                      <a:tailEnd type="none" w="med" len="med"/>
                    </a:lnL>
                    <a:lnR w="19050" cap="flat" cmpd="sng" algn="ctr">
                      <a:solidFill>
                        <a:srgbClr val="5F7797"/>
                      </a:solidFill>
                      <a:prstDash val="solid"/>
                      <a:round/>
                      <a:headEnd type="none" w="med" len="med"/>
                      <a:tailEnd type="none" w="med" len="med"/>
                    </a:lnR>
                    <a:lnT w="12700" cap="flat" cmpd="sng" algn="ctr">
                      <a:solidFill>
                        <a:srgbClr val="5F7797"/>
                      </a:solidFill>
                      <a:prstDash val="dash"/>
                      <a:round/>
                      <a:headEnd type="none" w="med" len="med"/>
                      <a:tailEnd type="none" w="med" len="med"/>
                    </a:lnT>
                    <a:lnB w="19050" cap="flat" cmpd="sng" algn="ctr">
                      <a:solidFill>
                        <a:srgbClr val="5F7797"/>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526" name="table 526"/>
          <p:cNvGraphicFramePr>
            <a:graphicFrameLocks noGrp="1"/>
          </p:cNvGraphicFramePr>
          <p:nvPr/>
        </p:nvGraphicFramePr>
        <p:xfrm>
          <a:off x="4919853" y="1983105"/>
          <a:ext cx="1108073" cy="1108075"/>
        </p:xfrm>
        <a:graphic>
          <a:graphicData uri="http://schemas.openxmlformats.org/drawingml/2006/table">
            <a:tbl>
              <a:tblPr/>
              <a:tblGrid>
                <a:gridCol w="553719">
                  <a:extLst>
                    <a:ext uri="{9D8B030D-6E8A-4147-A177-3AD203B41FA5}">
                      <a16:colId xmlns:a16="http://schemas.microsoft.com/office/drawing/2014/main" val="20000"/>
                    </a:ext>
                  </a:extLst>
                </a:gridCol>
                <a:gridCol w="554354">
                  <a:extLst>
                    <a:ext uri="{9D8B030D-6E8A-4147-A177-3AD203B41FA5}">
                      <a16:colId xmlns:a16="http://schemas.microsoft.com/office/drawing/2014/main" val="20001"/>
                    </a:ext>
                  </a:extLst>
                </a:gridCol>
              </a:tblGrid>
              <a:tr h="55562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9050" cap="flat" cmpd="sng" algn="ctr">
                      <a:solidFill>
                        <a:srgbClr val="5F7797"/>
                      </a:solidFill>
                      <a:prstDash val="solid"/>
                      <a:round/>
                      <a:headEnd type="none" w="med" len="med"/>
                      <a:tailEnd type="none" w="med" len="med"/>
                    </a:lnL>
                    <a:lnR w="12700" cap="flat" cmpd="sng" algn="ctr">
                      <a:solidFill>
                        <a:srgbClr val="5F7797"/>
                      </a:solidFill>
                      <a:prstDash val="dash"/>
                      <a:round/>
                      <a:headEnd type="none" w="med" len="med"/>
                      <a:tailEnd type="none" w="med" len="med"/>
                    </a:lnR>
                    <a:lnT w="19050" cap="flat" cmpd="sng" algn="ctr">
                      <a:solidFill>
                        <a:srgbClr val="5F7797"/>
                      </a:solidFill>
                      <a:prstDash val="solid"/>
                      <a:round/>
                      <a:headEnd type="none" w="med" len="med"/>
                      <a:tailEnd type="none" w="med" len="med"/>
                    </a:lnT>
                    <a:lnB w="12700" cap="flat" cmpd="sng" algn="ctr">
                      <a:solidFill>
                        <a:srgbClr val="5F7797"/>
                      </a:solidFill>
                      <a:prstDash val="dash"/>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5F7797"/>
                      </a:solidFill>
                      <a:prstDash val="dash"/>
                      <a:round/>
                      <a:headEnd type="none" w="med" len="med"/>
                      <a:tailEnd type="none" w="med" len="med"/>
                    </a:lnL>
                    <a:lnR w="19050" cap="flat" cmpd="sng" algn="ctr">
                      <a:solidFill>
                        <a:srgbClr val="5F7797"/>
                      </a:solidFill>
                      <a:prstDash val="solid"/>
                      <a:round/>
                      <a:headEnd type="none" w="med" len="med"/>
                      <a:tailEnd type="none" w="med" len="med"/>
                    </a:lnR>
                    <a:lnT w="19050" cap="flat" cmpd="sng" algn="ctr">
                      <a:solidFill>
                        <a:srgbClr val="5F7797"/>
                      </a:solidFill>
                      <a:prstDash val="solid"/>
                      <a:round/>
                      <a:headEnd type="none" w="med" len="med"/>
                      <a:tailEnd type="none" w="med" len="med"/>
                    </a:lnT>
                    <a:lnB w="12700" cap="flat" cmpd="sng" algn="ctr">
                      <a:solidFill>
                        <a:srgbClr val="5F7797"/>
                      </a:solidFill>
                      <a:prstDash val="dash"/>
                      <a:round/>
                      <a:headEnd type="none" w="med" len="med"/>
                      <a:tailEnd type="none" w="med" len="med"/>
                    </a:lnB>
                  </a:tcPr>
                </a:tc>
                <a:extLst>
                  <a:ext uri="{0D108BD9-81ED-4DB2-BD59-A6C34878D82A}">
                    <a16:rowId xmlns:a16="http://schemas.microsoft.com/office/drawing/2014/main" val="10000"/>
                  </a:ext>
                </a:extLst>
              </a:tr>
              <a:tr h="55245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9050" cap="flat" cmpd="sng" algn="ctr">
                      <a:solidFill>
                        <a:srgbClr val="5F7797"/>
                      </a:solidFill>
                      <a:prstDash val="solid"/>
                      <a:round/>
                      <a:headEnd type="none" w="med" len="med"/>
                      <a:tailEnd type="none" w="med" len="med"/>
                    </a:lnL>
                    <a:lnR w="12700" cap="flat" cmpd="sng" algn="ctr">
                      <a:solidFill>
                        <a:srgbClr val="5F7797"/>
                      </a:solidFill>
                      <a:prstDash val="dash"/>
                      <a:round/>
                      <a:headEnd type="none" w="med" len="med"/>
                      <a:tailEnd type="none" w="med" len="med"/>
                    </a:lnR>
                    <a:lnT w="12700" cap="flat" cmpd="sng" algn="ctr">
                      <a:solidFill>
                        <a:srgbClr val="5F7797"/>
                      </a:solidFill>
                      <a:prstDash val="dash"/>
                      <a:round/>
                      <a:headEnd type="none" w="med" len="med"/>
                      <a:tailEnd type="none" w="med" len="med"/>
                    </a:lnT>
                    <a:lnB w="19050" cap="flat" cmpd="sng" algn="ctr">
                      <a:solidFill>
                        <a:srgbClr val="5F7797"/>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5F7797"/>
                      </a:solidFill>
                      <a:prstDash val="dash"/>
                      <a:round/>
                      <a:headEnd type="none" w="med" len="med"/>
                      <a:tailEnd type="none" w="med" len="med"/>
                    </a:lnL>
                    <a:lnR w="19050" cap="flat" cmpd="sng" algn="ctr">
                      <a:solidFill>
                        <a:srgbClr val="5F7797"/>
                      </a:solidFill>
                      <a:prstDash val="solid"/>
                      <a:round/>
                      <a:headEnd type="none" w="med" len="med"/>
                      <a:tailEnd type="none" w="med" len="med"/>
                    </a:lnR>
                    <a:lnT w="12700" cap="flat" cmpd="sng" algn="ctr">
                      <a:solidFill>
                        <a:srgbClr val="5F7797"/>
                      </a:solidFill>
                      <a:prstDash val="dash"/>
                      <a:round/>
                      <a:headEnd type="none" w="med" len="med"/>
                      <a:tailEnd type="none" w="med" len="med"/>
                    </a:lnT>
                    <a:lnB w="19050" cap="flat" cmpd="sng" algn="ctr">
                      <a:solidFill>
                        <a:srgbClr val="5F7797"/>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528" name="table 528"/>
          <p:cNvGraphicFramePr>
            <a:graphicFrameLocks noGrp="1"/>
          </p:cNvGraphicFramePr>
          <p:nvPr/>
        </p:nvGraphicFramePr>
        <p:xfrm>
          <a:off x="6216777" y="1983105"/>
          <a:ext cx="1108074" cy="1108075"/>
        </p:xfrm>
        <a:graphic>
          <a:graphicData uri="http://schemas.openxmlformats.org/drawingml/2006/table">
            <a:tbl>
              <a:tblPr/>
              <a:tblGrid>
                <a:gridCol w="553719">
                  <a:extLst>
                    <a:ext uri="{9D8B030D-6E8A-4147-A177-3AD203B41FA5}">
                      <a16:colId xmlns:a16="http://schemas.microsoft.com/office/drawing/2014/main" val="20000"/>
                    </a:ext>
                  </a:extLst>
                </a:gridCol>
                <a:gridCol w="554355">
                  <a:extLst>
                    <a:ext uri="{9D8B030D-6E8A-4147-A177-3AD203B41FA5}">
                      <a16:colId xmlns:a16="http://schemas.microsoft.com/office/drawing/2014/main" val="20001"/>
                    </a:ext>
                  </a:extLst>
                </a:gridCol>
              </a:tblGrid>
              <a:tr h="55562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9050" cap="flat" cmpd="sng" algn="ctr">
                      <a:solidFill>
                        <a:srgbClr val="5F7797"/>
                      </a:solidFill>
                      <a:prstDash val="solid"/>
                      <a:round/>
                      <a:headEnd type="none" w="med" len="med"/>
                      <a:tailEnd type="none" w="med" len="med"/>
                    </a:lnL>
                    <a:lnR w="12700" cap="flat" cmpd="sng" algn="ctr">
                      <a:solidFill>
                        <a:srgbClr val="5F7797"/>
                      </a:solidFill>
                      <a:prstDash val="dash"/>
                      <a:round/>
                      <a:headEnd type="none" w="med" len="med"/>
                      <a:tailEnd type="none" w="med" len="med"/>
                    </a:lnR>
                    <a:lnT w="19050" cap="flat" cmpd="sng" algn="ctr">
                      <a:solidFill>
                        <a:srgbClr val="5F7797"/>
                      </a:solidFill>
                      <a:prstDash val="solid"/>
                      <a:round/>
                      <a:headEnd type="none" w="med" len="med"/>
                      <a:tailEnd type="none" w="med" len="med"/>
                    </a:lnT>
                    <a:lnB w="12700" cap="flat" cmpd="sng" algn="ctr">
                      <a:solidFill>
                        <a:srgbClr val="5F7797"/>
                      </a:solidFill>
                      <a:prstDash val="dash"/>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5F7797"/>
                      </a:solidFill>
                      <a:prstDash val="dash"/>
                      <a:round/>
                      <a:headEnd type="none" w="med" len="med"/>
                      <a:tailEnd type="none" w="med" len="med"/>
                    </a:lnL>
                    <a:lnR w="19050" cap="flat" cmpd="sng" algn="ctr">
                      <a:solidFill>
                        <a:srgbClr val="5F7797"/>
                      </a:solidFill>
                      <a:prstDash val="solid"/>
                      <a:round/>
                      <a:headEnd type="none" w="med" len="med"/>
                      <a:tailEnd type="none" w="med" len="med"/>
                    </a:lnR>
                    <a:lnT w="19050" cap="flat" cmpd="sng" algn="ctr">
                      <a:solidFill>
                        <a:srgbClr val="5F7797"/>
                      </a:solidFill>
                      <a:prstDash val="solid"/>
                      <a:round/>
                      <a:headEnd type="none" w="med" len="med"/>
                      <a:tailEnd type="none" w="med" len="med"/>
                    </a:lnT>
                    <a:lnB w="12700" cap="flat" cmpd="sng" algn="ctr">
                      <a:solidFill>
                        <a:srgbClr val="5F7797"/>
                      </a:solidFill>
                      <a:prstDash val="dash"/>
                      <a:round/>
                      <a:headEnd type="none" w="med" len="med"/>
                      <a:tailEnd type="none" w="med" len="med"/>
                    </a:lnB>
                  </a:tcPr>
                </a:tc>
                <a:extLst>
                  <a:ext uri="{0D108BD9-81ED-4DB2-BD59-A6C34878D82A}">
                    <a16:rowId xmlns:a16="http://schemas.microsoft.com/office/drawing/2014/main" val="10000"/>
                  </a:ext>
                </a:extLst>
              </a:tr>
              <a:tr h="55245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9050" cap="flat" cmpd="sng" algn="ctr">
                      <a:solidFill>
                        <a:srgbClr val="5F7797"/>
                      </a:solidFill>
                      <a:prstDash val="solid"/>
                      <a:round/>
                      <a:headEnd type="none" w="med" len="med"/>
                      <a:tailEnd type="none" w="med" len="med"/>
                    </a:lnL>
                    <a:lnR w="12700" cap="flat" cmpd="sng" algn="ctr">
                      <a:solidFill>
                        <a:srgbClr val="5F7797"/>
                      </a:solidFill>
                      <a:prstDash val="dash"/>
                      <a:round/>
                      <a:headEnd type="none" w="med" len="med"/>
                      <a:tailEnd type="none" w="med" len="med"/>
                    </a:lnR>
                    <a:lnT w="12700" cap="flat" cmpd="sng" algn="ctr">
                      <a:solidFill>
                        <a:srgbClr val="5F7797"/>
                      </a:solidFill>
                      <a:prstDash val="dash"/>
                      <a:round/>
                      <a:headEnd type="none" w="med" len="med"/>
                      <a:tailEnd type="none" w="med" len="med"/>
                    </a:lnT>
                    <a:lnB w="19050" cap="flat" cmpd="sng" algn="ctr">
                      <a:solidFill>
                        <a:srgbClr val="5F7797"/>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5F7797"/>
                      </a:solidFill>
                      <a:prstDash val="dash"/>
                      <a:round/>
                      <a:headEnd type="none" w="med" len="med"/>
                      <a:tailEnd type="none" w="med" len="med"/>
                    </a:lnL>
                    <a:lnR w="19050" cap="flat" cmpd="sng" algn="ctr">
                      <a:solidFill>
                        <a:srgbClr val="5F7797"/>
                      </a:solidFill>
                      <a:prstDash val="solid"/>
                      <a:round/>
                      <a:headEnd type="none" w="med" len="med"/>
                      <a:tailEnd type="none" w="med" len="med"/>
                    </a:lnR>
                    <a:lnT w="12700" cap="flat" cmpd="sng" algn="ctr">
                      <a:solidFill>
                        <a:srgbClr val="5F7797"/>
                      </a:solidFill>
                      <a:prstDash val="dash"/>
                      <a:round/>
                      <a:headEnd type="none" w="med" len="med"/>
                      <a:tailEnd type="none" w="med" len="med"/>
                    </a:lnT>
                    <a:lnB w="19050" cap="flat" cmpd="sng" algn="ctr">
                      <a:solidFill>
                        <a:srgbClr val="5F7797"/>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530" name="textbox 530"/>
          <p:cNvSpPr/>
          <p:nvPr/>
        </p:nvSpPr>
        <p:spPr>
          <a:xfrm>
            <a:off x="6453668" y="2118497"/>
            <a:ext cx="696594" cy="833755"/>
          </a:xfrm>
          <a:prstGeom prst="rect">
            <a:avLst/>
          </a:prstGeom>
          <a:noFill/>
          <a:ln w="0" cap="flat">
            <a:noFill/>
            <a:prstDash val="solid"/>
            <a:miter lim="0"/>
          </a:ln>
        </p:spPr>
        <p:txBody>
          <a:bodyPr vert="horz" wrap="square" lIns="0" tIns="0" rIns="0" bIns="0"/>
          <a:lstStyle/>
          <a:p>
            <a:pPr algn="l" rtl="0" eaLnBrk="0">
              <a:lnSpc>
                <a:spcPct val="107000"/>
              </a:lnSpc>
            </a:pPr>
            <a:endParaRPr sz="100" dirty="0">
              <a:latin typeface="Arial" panose="020B0604020202020204"/>
              <a:ea typeface="Arial" panose="020B0604020202020204"/>
              <a:cs typeface="Arial" panose="020B0604020202020204"/>
            </a:endParaRPr>
          </a:p>
          <a:p>
            <a:pPr algn="r" rtl="0" eaLnBrk="0">
              <a:lnSpc>
                <a:spcPct val="91000"/>
              </a:lnSpc>
            </a:pPr>
            <a:r>
              <a:rPr sz="5800" b="1" kern="0" spc="-560" dirty="0">
                <a:solidFill>
                  <a:srgbClr val="5F7797">
                    <a:alpha val="100000"/>
                  </a:srgbClr>
                </a:solidFill>
                <a:latin typeface="华文新魏" panose="02010800040101010101" charset="-122"/>
                <a:ea typeface="华文新魏" panose="02010800040101010101" charset="-122"/>
                <a:cs typeface="华文新魏" panose="02010800040101010101" charset="-122"/>
              </a:rPr>
              <a:t>章</a:t>
            </a:r>
            <a:endParaRPr sz="5800" dirty="0">
              <a:latin typeface="华文新魏" panose="02010800040101010101" charset="-122"/>
              <a:ea typeface="华文新魏" panose="02010800040101010101" charset="-122"/>
              <a:cs typeface="华文新魏" panose="02010800040101010101" charset="-122"/>
            </a:endParaRPr>
          </a:p>
        </p:txBody>
      </p:sp>
      <p:sp>
        <p:nvSpPr>
          <p:cNvPr id="532" name="textbox 532"/>
          <p:cNvSpPr/>
          <p:nvPr/>
        </p:nvSpPr>
        <p:spPr>
          <a:xfrm>
            <a:off x="3891829" y="2155707"/>
            <a:ext cx="684530" cy="835025"/>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a:ea typeface="Arial" panose="020B0604020202020204"/>
              <a:cs typeface="Arial" panose="020B0604020202020204"/>
            </a:endParaRPr>
          </a:p>
          <a:p>
            <a:pPr algn="r" rtl="0" eaLnBrk="0">
              <a:lnSpc>
                <a:spcPct val="93000"/>
              </a:lnSpc>
            </a:pPr>
            <a:r>
              <a:rPr sz="5700" b="1" kern="0" spc="-550" dirty="0">
                <a:solidFill>
                  <a:srgbClr val="5F7797">
                    <a:alpha val="100000"/>
                  </a:srgbClr>
                </a:solidFill>
                <a:latin typeface="华文新魏" panose="02010800040101010101" charset="-122"/>
                <a:ea typeface="华文新魏" panose="02010800040101010101" charset="-122"/>
                <a:cs typeface="华文新魏" panose="02010800040101010101" charset="-122"/>
              </a:rPr>
              <a:t>第</a:t>
            </a:r>
            <a:endParaRPr sz="5700" dirty="0">
              <a:latin typeface="华文新魏" panose="02010800040101010101" charset="-122"/>
              <a:ea typeface="华文新魏" panose="02010800040101010101" charset="-122"/>
              <a:cs typeface="华文新魏" panose="02010800040101010101" charset="-122"/>
            </a:endParaRPr>
          </a:p>
        </p:txBody>
      </p:sp>
      <p:sp>
        <p:nvSpPr>
          <p:cNvPr id="534" name="textbox 534"/>
          <p:cNvSpPr/>
          <p:nvPr/>
        </p:nvSpPr>
        <p:spPr>
          <a:xfrm>
            <a:off x="7850432" y="2126117"/>
            <a:ext cx="652780" cy="8318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algn="r" rtl="0" eaLnBrk="0">
              <a:lnSpc>
                <a:spcPct val="98000"/>
              </a:lnSpc>
            </a:pPr>
            <a:r>
              <a:rPr sz="5400" b="1" kern="0" spc="-500" dirty="0">
                <a:solidFill>
                  <a:srgbClr val="5F7797">
                    <a:alpha val="100000"/>
                  </a:srgbClr>
                </a:solidFill>
                <a:latin typeface="华文新魏" panose="02010800040101010101" charset="-122"/>
                <a:ea typeface="华文新魏" panose="02010800040101010101" charset="-122"/>
                <a:cs typeface="华文新魏" panose="02010800040101010101" charset="-122"/>
              </a:rPr>
              <a:t>节</a:t>
            </a:r>
            <a:endParaRPr sz="5400" dirty="0">
              <a:latin typeface="华文新魏" panose="02010800040101010101" charset="-122"/>
              <a:ea typeface="华文新魏" panose="02010800040101010101" charset="-122"/>
              <a:cs typeface="华文新魏" panose="02010800040101010101" charset="-122"/>
            </a:endParaRPr>
          </a:p>
        </p:txBody>
      </p:sp>
      <p:sp>
        <p:nvSpPr>
          <p:cNvPr id="536" name="textbox 536"/>
          <p:cNvSpPr/>
          <p:nvPr/>
        </p:nvSpPr>
        <p:spPr>
          <a:xfrm>
            <a:off x="5190871" y="2267330"/>
            <a:ext cx="703580" cy="668655"/>
          </a:xfrm>
          <a:prstGeom prst="rect">
            <a:avLst/>
          </a:prstGeom>
          <a:noFill/>
          <a:ln w="0" cap="flat">
            <a:noFill/>
            <a:prstDash val="solid"/>
            <a:miter lim="0"/>
          </a:ln>
        </p:spPr>
        <p:txBody>
          <a:bodyPr vert="horz" wrap="square" lIns="0" tIns="0" rIns="0" bIns="0"/>
          <a:lstStyle/>
          <a:p>
            <a:pPr algn="l" rtl="0" eaLnBrk="0">
              <a:lnSpc>
                <a:spcPct val="67000"/>
              </a:lnSpc>
            </a:pPr>
            <a:endParaRPr sz="100" dirty="0">
              <a:latin typeface="Arial" panose="020B0604020202020204"/>
              <a:ea typeface="Arial" panose="020B0604020202020204"/>
              <a:cs typeface="Arial" panose="020B0604020202020204"/>
            </a:endParaRPr>
          </a:p>
          <a:p>
            <a:pPr algn="r" rtl="0" eaLnBrk="0">
              <a:lnSpc>
                <a:spcPct val="73000"/>
              </a:lnSpc>
            </a:pPr>
            <a:r>
              <a:rPr sz="5800" b="1" kern="0" spc="-500" dirty="0">
                <a:solidFill>
                  <a:srgbClr val="5F7797">
                    <a:alpha val="100000"/>
                  </a:srgbClr>
                </a:solidFill>
                <a:latin typeface="华文新魏" panose="02010800040101010101" charset="-122"/>
                <a:ea typeface="华文新魏" panose="02010800040101010101" charset="-122"/>
                <a:cs typeface="华文新魏" panose="02010800040101010101" charset="-122"/>
              </a:rPr>
              <a:t>五</a:t>
            </a:r>
            <a:endParaRPr sz="5800" dirty="0">
              <a:latin typeface="华文新魏" panose="02010800040101010101" charset="-122"/>
              <a:ea typeface="华文新魏" panose="02010800040101010101" charset="-122"/>
              <a:cs typeface="华文新魏" panose="0201080004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8" name="picture 538"/>
          <p:cNvPicPr>
            <a:picLocks noChangeAspect="1"/>
          </p:cNvPicPr>
          <p:nvPr/>
        </p:nvPicPr>
        <p:blipFill>
          <a:blip r:embed="rId3"/>
          <a:stretch>
            <a:fillRect/>
          </a:stretch>
        </p:blipFill>
        <p:spPr>
          <a:xfrm rot="21600000">
            <a:off x="1065276" y="1749552"/>
            <a:ext cx="10901505" cy="5097909"/>
          </a:xfrm>
          <a:prstGeom prst="rect">
            <a:avLst/>
          </a:prstGeom>
        </p:spPr>
      </p:pic>
      <p:sp>
        <p:nvSpPr>
          <p:cNvPr id="540" name="textbox 540"/>
          <p:cNvSpPr/>
          <p:nvPr/>
        </p:nvSpPr>
        <p:spPr>
          <a:xfrm>
            <a:off x="276402" y="178383"/>
            <a:ext cx="6913880" cy="91566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5000"/>
              </a:lnSpc>
            </a:pPr>
            <a:endParaRPr sz="1600" dirty="0">
              <a:latin typeface="Arial" panose="020B0604020202020204"/>
              <a:ea typeface="Arial" panose="020B0604020202020204"/>
              <a:cs typeface="Arial" panose="020B0604020202020204"/>
            </a:endParaRPr>
          </a:p>
          <a:p>
            <a:pPr algn="r" rtl="0" eaLnBrk="0">
              <a:lnSpc>
                <a:spcPct val="97000"/>
              </a:lnSpc>
            </a:pPr>
            <a:r>
              <a:rPr sz="3000" b="1" kern="0" spc="-20" dirty="0">
                <a:solidFill>
                  <a:srgbClr val="5F7797">
                    <a:alpha val="100000"/>
                  </a:srgbClr>
                </a:solidFill>
                <a:latin typeface="Arial" panose="020B0604020202020204"/>
                <a:ea typeface="Arial" panose="020B0604020202020204"/>
                <a:cs typeface="Arial" panose="020B0604020202020204"/>
              </a:rPr>
              <a:t>5.1 </a:t>
            </a:r>
            <a:r>
              <a:rPr sz="3000" b="1" kern="0" spc="-20" dirty="0">
                <a:solidFill>
                  <a:srgbClr val="5F7797">
                    <a:alpha val="100000"/>
                  </a:srgbClr>
                </a:solidFill>
                <a:latin typeface="微软雅黑" panose="020B0503020204020204" charset="-122"/>
                <a:ea typeface="微软雅黑" panose="020B0503020204020204" charset="-122"/>
                <a:cs typeface="微软雅黑" panose="020B0503020204020204" charset="-122"/>
              </a:rPr>
              <a:t>案例实操</a:t>
            </a:r>
            <a:endParaRPr sz="3000" dirty="0">
              <a:latin typeface="微软雅黑" panose="020B0503020204020204" charset="-122"/>
              <a:ea typeface="微软雅黑" panose="020B0503020204020204" charset="-122"/>
              <a:cs typeface="微软雅黑" panose="020B0503020204020204" charset="-122"/>
            </a:endParaRPr>
          </a:p>
        </p:txBody>
      </p:sp>
      <p:sp>
        <p:nvSpPr>
          <p:cNvPr id="542" name="path 542"/>
          <p:cNvSpPr/>
          <p:nvPr/>
        </p:nvSpPr>
        <p:spPr>
          <a:xfrm>
            <a:off x="1834514" y="1450213"/>
            <a:ext cx="5853556" cy="235711"/>
          </a:xfrm>
          <a:custGeom>
            <a:avLst/>
            <a:gdLst/>
            <a:ahLst/>
            <a:cxnLst/>
            <a:rect l="0" t="0" r="0" b="0"/>
            <a:pathLst>
              <a:path w="9218" h="371">
                <a:moveTo>
                  <a:pt x="368" y="0"/>
                </a:moveTo>
                <a:cubicBezTo>
                  <a:pt x="406" y="10"/>
                  <a:pt x="436" y="31"/>
                  <a:pt x="456" y="65"/>
                </a:cubicBezTo>
                <a:cubicBezTo>
                  <a:pt x="476" y="98"/>
                  <a:pt x="487" y="138"/>
                  <a:pt x="487" y="185"/>
                </a:cubicBezTo>
                <a:cubicBezTo>
                  <a:pt x="487" y="232"/>
                  <a:pt x="476" y="272"/>
                  <a:pt x="456" y="306"/>
                </a:cubicBezTo>
                <a:cubicBezTo>
                  <a:pt x="436" y="339"/>
                  <a:pt x="406" y="361"/>
                  <a:pt x="368" y="371"/>
                </a:cubicBezTo>
                <a:lnTo>
                  <a:pt x="364" y="355"/>
                </a:lnTo>
                <a:cubicBezTo>
                  <a:pt x="394" y="345"/>
                  <a:pt x="416" y="326"/>
                  <a:pt x="431" y="296"/>
                </a:cubicBezTo>
                <a:cubicBezTo>
                  <a:pt x="445" y="267"/>
                  <a:pt x="453" y="229"/>
                  <a:pt x="453" y="183"/>
                </a:cubicBezTo>
                <a:cubicBezTo>
                  <a:pt x="453" y="139"/>
                  <a:pt x="445" y="102"/>
                  <a:pt x="431" y="73"/>
                </a:cubicBezTo>
                <a:cubicBezTo>
                  <a:pt x="416" y="44"/>
                  <a:pt x="394" y="25"/>
                  <a:pt x="363" y="15"/>
                </a:cubicBezTo>
                <a:lnTo>
                  <a:pt x="368" y="0"/>
                </a:lnTo>
                <a:close/>
                <a:moveTo>
                  <a:pt x="118" y="0"/>
                </a:moveTo>
                <a:lnTo>
                  <a:pt x="123" y="15"/>
                </a:lnTo>
                <a:cubicBezTo>
                  <a:pt x="93" y="25"/>
                  <a:pt x="70" y="44"/>
                  <a:pt x="55" y="73"/>
                </a:cubicBezTo>
                <a:cubicBezTo>
                  <a:pt x="41" y="102"/>
                  <a:pt x="33" y="139"/>
                  <a:pt x="33" y="183"/>
                </a:cubicBezTo>
                <a:cubicBezTo>
                  <a:pt x="33" y="229"/>
                  <a:pt x="41" y="267"/>
                  <a:pt x="55" y="296"/>
                </a:cubicBezTo>
                <a:cubicBezTo>
                  <a:pt x="70" y="326"/>
                  <a:pt x="93" y="345"/>
                  <a:pt x="123" y="355"/>
                </a:cubicBezTo>
                <a:lnTo>
                  <a:pt x="118" y="371"/>
                </a:lnTo>
                <a:cubicBezTo>
                  <a:pt x="80" y="361"/>
                  <a:pt x="50" y="339"/>
                  <a:pt x="30" y="306"/>
                </a:cubicBezTo>
                <a:cubicBezTo>
                  <a:pt x="10" y="272"/>
                  <a:pt x="0" y="232"/>
                  <a:pt x="0" y="185"/>
                </a:cubicBezTo>
                <a:cubicBezTo>
                  <a:pt x="0" y="138"/>
                  <a:pt x="10" y="98"/>
                  <a:pt x="30" y="65"/>
                </a:cubicBezTo>
                <a:cubicBezTo>
                  <a:pt x="51" y="31"/>
                  <a:pt x="80" y="10"/>
                  <a:pt x="118" y="0"/>
                </a:cubicBezTo>
              </a:path>
              <a:path w="9218" h="371">
                <a:moveTo>
                  <a:pt x="3061" y="0"/>
                </a:moveTo>
                <a:cubicBezTo>
                  <a:pt x="3099" y="10"/>
                  <a:pt x="3128" y="31"/>
                  <a:pt x="3149" y="65"/>
                </a:cubicBezTo>
                <a:cubicBezTo>
                  <a:pt x="3169" y="98"/>
                  <a:pt x="3179" y="138"/>
                  <a:pt x="3179" y="185"/>
                </a:cubicBezTo>
                <a:cubicBezTo>
                  <a:pt x="3179" y="232"/>
                  <a:pt x="3169" y="272"/>
                  <a:pt x="3149" y="306"/>
                </a:cubicBezTo>
                <a:cubicBezTo>
                  <a:pt x="3128" y="339"/>
                  <a:pt x="3099" y="361"/>
                  <a:pt x="3061" y="371"/>
                </a:cubicBezTo>
                <a:lnTo>
                  <a:pt x="3056" y="355"/>
                </a:lnTo>
                <a:cubicBezTo>
                  <a:pt x="3086" y="345"/>
                  <a:pt x="3109" y="326"/>
                  <a:pt x="3123" y="296"/>
                </a:cubicBezTo>
                <a:cubicBezTo>
                  <a:pt x="3138" y="267"/>
                  <a:pt x="3146" y="229"/>
                  <a:pt x="3146" y="183"/>
                </a:cubicBezTo>
                <a:cubicBezTo>
                  <a:pt x="3146" y="139"/>
                  <a:pt x="3138" y="102"/>
                  <a:pt x="3123" y="73"/>
                </a:cubicBezTo>
                <a:cubicBezTo>
                  <a:pt x="3109" y="44"/>
                  <a:pt x="3086" y="25"/>
                  <a:pt x="3056" y="15"/>
                </a:cubicBezTo>
                <a:lnTo>
                  <a:pt x="3061" y="0"/>
                </a:lnTo>
                <a:close/>
                <a:moveTo>
                  <a:pt x="2811" y="0"/>
                </a:moveTo>
                <a:lnTo>
                  <a:pt x="2816" y="15"/>
                </a:lnTo>
                <a:cubicBezTo>
                  <a:pt x="2786" y="25"/>
                  <a:pt x="2763" y="44"/>
                  <a:pt x="2748" y="73"/>
                </a:cubicBezTo>
                <a:cubicBezTo>
                  <a:pt x="2733" y="102"/>
                  <a:pt x="2726" y="139"/>
                  <a:pt x="2726" y="183"/>
                </a:cubicBezTo>
                <a:cubicBezTo>
                  <a:pt x="2726" y="229"/>
                  <a:pt x="2733" y="267"/>
                  <a:pt x="2748" y="296"/>
                </a:cubicBezTo>
                <a:cubicBezTo>
                  <a:pt x="2763" y="326"/>
                  <a:pt x="2785" y="345"/>
                  <a:pt x="2815" y="355"/>
                </a:cubicBezTo>
                <a:lnTo>
                  <a:pt x="2811" y="371"/>
                </a:lnTo>
                <a:cubicBezTo>
                  <a:pt x="2773" y="361"/>
                  <a:pt x="2743" y="339"/>
                  <a:pt x="2723" y="306"/>
                </a:cubicBezTo>
                <a:cubicBezTo>
                  <a:pt x="2703" y="272"/>
                  <a:pt x="2692" y="232"/>
                  <a:pt x="2692" y="185"/>
                </a:cubicBezTo>
                <a:cubicBezTo>
                  <a:pt x="2692" y="138"/>
                  <a:pt x="2703" y="98"/>
                  <a:pt x="2723" y="65"/>
                </a:cubicBezTo>
                <a:cubicBezTo>
                  <a:pt x="2743" y="31"/>
                  <a:pt x="2773" y="10"/>
                  <a:pt x="2811" y="0"/>
                </a:cubicBezTo>
              </a:path>
              <a:path w="9218" h="371">
                <a:moveTo>
                  <a:pt x="4429" y="0"/>
                </a:moveTo>
                <a:cubicBezTo>
                  <a:pt x="4467" y="10"/>
                  <a:pt x="4496" y="31"/>
                  <a:pt x="4517" y="65"/>
                </a:cubicBezTo>
                <a:cubicBezTo>
                  <a:pt x="4537" y="98"/>
                  <a:pt x="4547" y="138"/>
                  <a:pt x="4547" y="185"/>
                </a:cubicBezTo>
                <a:cubicBezTo>
                  <a:pt x="4547" y="232"/>
                  <a:pt x="4537" y="272"/>
                  <a:pt x="4517" y="306"/>
                </a:cubicBezTo>
                <a:cubicBezTo>
                  <a:pt x="4496" y="339"/>
                  <a:pt x="4467" y="361"/>
                  <a:pt x="4429" y="371"/>
                </a:cubicBezTo>
                <a:lnTo>
                  <a:pt x="4424" y="355"/>
                </a:lnTo>
                <a:cubicBezTo>
                  <a:pt x="4455" y="345"/>
                  <a:pt x="4477" y="326"/>
                  <a:pt x="4491" y="296"/>
                </a:cubicBezTo>
                <a:cubicBezTo>
                  <a:pt x="4506" y="267"/>
                  <a:pt x="4513" y="229"/>
                  <a:pt x="4513" y="183"/>
                </a:cubicBezTo>
                <a:cubicBezTo>
                  <a:pt x="4513" y="139"/>
                  <a:pt x="4506" y="102"/>
                  <a:pt x="4491" y="73"/>
                </a:cubicBezTo>
                <a:cubicBezTo>
                  <a:pt x="4477" y="44"/>
                  <a:pt x="4454" y="25"/>
                  <a:pt x="4424" y="15"/>
                </a:cubicBezTo>
                <a:lnTo>
                  <a:pt x="4429" y="0"/>
                </a:lnTo>
                <a:close/>
                <a:moveTo>
                  <a:pt x="3958" y="0"/>
                </a:moveTo>
                <a:lnTo>
                  <a:pt x="3963" y="15"/>
                </a:lnTo>
                <a:cubicBezTo>
                  <a:pt x="3933" y="25"/>
                  <a:pt x="3910" y="44"/>
                  <a:pt x="3895" y="73"/>
                </a:cubicBezTo>
                <a:cubicBezTo>
                  <a:pt x="3881" y="102"/>
                  <a:pt x="3873" y="139"/>
                  <a:pt x="3873" y="183"/>
                </a:cubicBezTo>
                <a:cubicBezTo>
                  <a:pt x="3873" y="229"/>
                  <a:pt x="3881" y="267"/>
                  <a:pt x="3895" y="296"/>
                </a:cubicBezTo>
                <a:cubicBezTo>
                  <a:pt x="3910" y="326"/>
                  <a:pt x="3933" y="345"/>
                  <a:pt x="3963" y="355"/>
                </a:cubicBezTo>
                <a:lnTo>
                  <a:pt x="3958" y="371"/>
                </a:lnTo>
                <a:cubicBezTo>
                  <a:pt x="3920" y="361"/>
                  <a:pt x="3890" y="339"/>
                  <a:pt x="3870" y="306"/>
                </a:cubicBezTo>
                <a:cubicBezTo>
                  <a:pt x="3850" y="272"/>
                  <a:pt x="3839" y="232"/>
                  <a:pt x="3839" y="185"/>
                </a:cubicBezTo>
                <a:cubicBezTo>
                  <a:pt x="3839" y="138"/>
                  <a:pt x="3850" y="98"/>
                  <a:pt x="3870" y="65"/>
                </a:cubicBezTo>
                <a:cubicBezTo>
                  <a:pt x="3891" y="31"/>
                  <a:pt x="3920" y="10"/>
                  <a:pt x="3958" y="0"/>
                </a:cubicBezTo>
              </a:path>
              <a:path w="9218" h="371">
                <a:moveTo>
                  <a:pt x="6757" y="0"/>
                </a:moveTo>
                <a:cubicBezTo>
                  <a:pt x="6795" y="10"/>
                  <a:pt x="6824" y="31"/>
                  <a:pt x="6845" y="65"/>
                </a:cubicBezTo>
                <a:cubicBezTo>
                  <a:pt x="6865" y="98"/>
                  <a:pt x="6875" y="138"/>
                  <a:pt x="6875" y="185"/>
                </a:cubicBezTo>
                <a:cubicBezTo>
                  <a:pt x="6875" y="232"/>
                  <a:pt x="6865" y="272"/>
                  <a:pt x="6845" y="306"/>
                </a:cubicBezTo>
                <a:cubicBezTo>
                  <a:pt x="6825" y="339"/>
                  <a:pt x="6795" y="361"/>
                  <a:pt x="6757" y="371"/>
                </a:cubicBezTo>
                <a:lnTo>
                  <a:pt x="6752" y="355"/>
                </a:lnTo>
                <a:cubicBezTo>
                  <a:pt x="6783" y="345"/>
                  <a:pt x="6805" y="326"/>
                  <a:pt x="6820" y="296"/>
                </a:cubicBezTo>
                <a:cubicBezTo>
                  <a:pt x="6834" y="267"/>
                  <a:pt x="6841" y="229"/>
                  <a:pt x="6841" y="183"/>
                </a:cubicBezTo>
                <a:cubicBezTo>
                  <a:pt x="6841" y="139"/>
                  <a:pt x="6834" y="102"/>
                  <a:pt x="6820" y="73"/>
                </a:cubicBezTo>
                <a:cubicBezTo>
                  <a:pt x="6805" y="44"/>
                  <a:pt x="6782" y="25"/>
                  <a:pt x="6752" y="15"/>
                </a:cubicBezTo>
                <a:lnTo>
                  <a:pt x="6757" y="0"/>
                </a:lnTo>
                <a:close/>
                <a:moveTo>
                  <a:pt x="6286" y="0"/>
                </a:moveTo>
                <a:lnTo>
                  <a:pt x="6291" y="15"/>
                </a:lnTo>
                <a:cubicBezTo>
                  <a:pt x="6261" y="25"/>
                  <a:pt x="6238" y="44"/>
                  <a:pt x="6223" y="73"/>
                </a:cubicBezTo>
                <a:cubicBezTo>
                  <a:pt x="6209" y="102"/>
                  <a:pt x="6201" y="139"/>
                  <a:pt x="6201" y="183"/>
                </a:cubicBezTo>
                <a:cubicBezTo>
                  <a:pt x="6201" y="229"/>
                  <a:pt x="6209" y="267"/>
                  <a:pt x="6223" y="296"/>
                </a:cubicBezTo>
                <a:cubicBezTo>
                  <a:pt x="6238" y="326"/>
                  <a:pt x="6260" y="345"/>
                  <a:pt x="6290" y="355"/>
                </a:cubicBezTo>
                <a:lnTo>
                  <a:pt x="6286" y="371"/>
                </a:lnTo>
                <a:cubicBezTo>
                  <a:pt x="6248" y="361"/>
                  <a:pt x="6218" y="339"/>
                  <a:pt x="6198" y="306"/>
                </a:cubicBezTo>
                <a:cubicBezTo>
                  <a:pt x="6178" y="272"/>
                  <a:pt x="6167" y="232"/>
                  <a:pt x="6167" y="185"/>
                </a:cubicBezTo>
                <a:cubicBezTo>
                  <a:pt x="6167" y="138"/>
                  <a:pt x="6178" y="98"/>
                  <a:pt x="6198" y="65"/>
                </a:cubicBezTo>
                <a:cubicBezTo>
                  <a:pt x="6219" y="31"/>
                  <a:pt x="6248" y="10"/>
                  <a:pt x="6286" y="0"/>
                </a:cubicBezTo>
              </a:path>
              <a:path w="9218" h="371">
                <a:moveTo>
                  <a:pt x="9099" y="0"/>
                </a:moveTo>
                <a:cubicBezTo>
                  <a:pt x="9137" y="10"/>
                  <a:pt x="9167" y="31"/>
                  <a:pt x="9187" y="65"/>
                </a:cubicBezTo>
                <a:cubicBezTo>
                  <a:pt x="9207" y="98"/>
                  <a:pt x="9218" y="138"/>
                  <a:pt x="9218" y="185"/>
                </a:cubicBezTo>
                <a:cubicBezTo>
                  <a:pt x="9218" y="232"/>
                  <a:pt x="9207" y="272"/>
                  <a:pt x="9187" y="306"/>
                </a:cubicBezTo>
                <a:cubicBezTo>
                  <a:pt x="9167" y="339"/>
                  <a:pt x="9137" y="361"/>
                  <a:pt x="9099" y="371"/>
                </a:cubicBezTo>
                <a:lnTo>
                  <a:pt x="9095" y="355"/>
                </a:lnTo>
                <a:cubicBezTo>
                  <a:pt x="9125" y="345"/>
                  <a:pt x="9147" y="326"/>
                  <a:pt x="9162" y="296"/>
                </a:cubicBezTo>
                <a:cubicBezTo>
                  <a:pt x="9176" y="267"/>
                  <a:pt x="9184" y="229"/>
                  <a:pt x="9184" y="183"/>
                </a:cubicBezTo>
                <a:cubicBezTo>
                  <a:pt x="9184" y="139"/>
                  <a:pt x="9176" y="102"/>
                  <a:pt x="9162" y="73"/>
                </a:cubicBezTo>
                <a:cubicBezTo>
                  <a:pt x="9147" y="44"/>
                  <a:pt x="9125" y="25"/>
                  <a:pt x="9094" y="15"/>
                </a:cubicBezTo>
                <a:lnTo>
                  <a:pt x="9099" y="0"/>
                </a:lnTo>
                <a:close/>
                <a:moveTo>
                  <a:pt x="8628" y="0"/>
                </a:moveTo>
                <a:lnTo>
                  <a:pt x="8633" y="15"/>
                </a:lnTo>
                <a:cubicBezTo>
                  <a:pt x="8603" y="25"/>
                  <a:pt x="8580" y="44"/>
                  <a:pt x="8566" y="73"/>
                </a:cubicBezTo>
                <a:cubicBezTo>
                  <a:pt x="8551" y="102"/>
                  <a:pt x="8544" y="139"/>
                  <a:pt x="8544" y="183"/>
                </a:cubicBezTo>
                <a:cubicBezTo>
                  <a:pt x="8544" y="229"/>
                  <a:pt x="8551" y="267"/>
                  <a:pt x="8566" y="296"/>
                </a:cubicBezTo>
                <a:cubicBezTo>
                  <a:pt x="8580" y="326"/>
                  <a:pt x="8603" y="345"/>
                  <a:pt x="8633" y="355"/>
                </a:cubicBezTo>
                <a:lnTo>
                  <a:pt x="8628" y="371"/>
                </a:lnTo>
                <a:cubicBezTo>
                  <a:pt x="8590" y="361"/>
                  <a:pt x="8561" y="339"/>
                  <a:pt x="8540" y="306"/>
                </a:cubicBezTo>
                <a:cubicBezTo>
                  <a:pt x="8520" y="272"/>
                  <a:pt x="8510" y="232"/>
                  <a:pt x="8510" y="185"/>
                </a:cubicBezTo>
                <a:cubicBezTo>
                  <a:pt x="8510" y="138"/>
                  <a:pt x="8520" y="98"/>
                  <a:pt x="8540" y="65"/>
                </a:cubicBezTo>
                <a:cubicBezTo>
                  <a:pt x="8561" y="31"/>
                  <a:pt x="8590" y="10"/>
                  <a:pt x="8628" y="0"/>
                </a:cubicBezTo>
              </a:path>
            </a:pathLst>
          </a:custGeom>
          <a:solidFill>
            <a:srgbClr val="5F7797">
              <a:alpha val="100000"/>
            </a:srgbClr>
          </a:solidFill>
          <a:ln w="0" cap="flat">
            <a:noFill/>
            <a:prstDash val="solid"/>
            <a:miter lim="0"/>
          </a:ln>
        </p:spPr>
        <p:txBody>
          <a:bodyPr rtlCol="0"/>
          <a:lstStyle/>
          <a:p>
            <a:pPr algn="ctr"/>
            <a:endParaRPr lang="zh-CN" altLang="en-US"/>
          </a:p>
        </p:txBody>
      </p:sp>
      <p:sp>
        <p:nvSpPr>
          <p:cNvPr id="544" name="textbox 544"/>
          <p:cNvSpPr/>
          <p:nvPr/>
        </p:nvSpPr>
        <p:spPr>
          <a:xfrm>
            <a:off x="777070" y="1421352"/>
            <a:ext cx="9182734" cy="300990"/>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0000"/>
              </a:lnSpc>
            </a:pPr>
            <a:r>
              <a:rPr sz="2000" b="1" kern="0" spc="0" dirty="0">
                <a:solidFill>
                  <a:srgbClr val="FF0000">
                    <a:alpha val="100000"/>
                  </a:srgbClr>
                </a:solidFill>
                <a:latin typeface="Times New Roman" panose="02020603050405020304"/>
                <a:ea typeface="Times New Roman" panose="02020603050405020304"/>
                <a:cs typeface="Times New Roman" panose="02020603050405020304"/>
              </a:rPr>
              <a:t>1</a:t>
            </a:r>
            <a:r>
              <a:rPr sz="2000" b="1" kern="0" spc="-170" dirty="0">
                <a:solidFill>
                  <a:srgbClr val="FF0000">
                    <a:alpha val="100000"/>
                  </a:srgbClr>
                </a:solidFill>
                <a:latin typeface="Times New Roman" panose="02020603050405020304"/>
                <a:ea typeface="Times New Roman" panose="02020603050405020304"/>
                <a:cs typeface="Times New Roman" panose="02020603050405020304"/>
              </a:rPr>
              <a:t> </a:t>
            </a:r>
            <a:r>
              <a:rPr sz="2000" b="1"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a:t>
            </a:r>
            <a:r>
              <a:rPr sz="2000" kern="0" spc="0" dirty="0">
                <a:solidFill>
                  <a:srgbClr val="5F7797">
                    <a:alpha val="100000"/>
                  </a:srgbClr>
                </a:solidFill>
                <a:latin typeface="微软雅黑" panose="020B0503020204020204" charset="-122"/>
                <a:ea typeface="微软雅黑" panose="020B0503020204020204" charset="-122"/>
                <a:cs typeface="微软雅黑" panose="020B0503020204020204" charset="-122"/>
              </a:rPr>
              <a:t>求解</a:t>
            </a:r>
            <a:r>
              <a:rPr sz="2000" kern="0" spc="0" dirty="0">
                <a:solidFill>
                  <a:srgbClr val="5F7797">
                    <a:alpha val="100000"/>
                  </a:srgbClr>
                </a:solidFill>
                <a:latin typeface="Cambria Math" panose="02040503050406030204"/>
                <a:ea typeface="Cambria Math" panose="02040503050406030204"/>
                <a:cs typeface="Cambria Math" panose="02040503050406030204"/>
              </a:rPr>
              <a:t>f  x   =</a:t>
            </a:r>
            <a:r>
              <a:rPr sz="2000" kern="0" spc="190" dirty="0">
                <a:solidFill>
                  <a:srgbClr val="5F7797">
                    <a:alpha val="100000"/>
                  </a:srgbClr>
                </a:solidFill>
                <a:latin typeface="Cambria Math" panose="02040503050406030204"/>
                <a:ea typeface="Cambria Math" panose="02040503050406030204"/>
                <a:cs typeface="Cambria Math" panose="02040503050406030204"/>
              </a:rPr>
              <a:t> </a:t>
            </a:r>
            <a:r>
              <a:rPr sz="2000" kern="0" spc="0" dirty="0">
                <a:solidFill>
                  <a:srgbClr val="5F7797">
                    <a:alpha val="100000"/>
                  </a:srgbClr>
                </a:solidFill>
                <a:latin typeface="Cambria Math" panose="02040503050406030204"/>
                <a:ea typeface="Cambria Math" panose="02040503050406030204"/>
                <a:cs typeface="Cambria Math" panose="02040503050406030204"/>
              </a:rPr>
              <a:t>abs(xsin  x</a:t>
            </a:r>
            <a:r>
              <a:rPr sz="2000" kern="0" spc="50" dirty="0">
                <a:solidFill>
                  <a:srgbClr val="5F7797">
                    <a:alpha val="100000"/>
                  </a:srgbClr>
                </a:solidFill>
                <a:latin typeface="Cambria Math" panose="02040503050406030204"/>
                <a:ea typeface="Cambria Math" panose="02040503050406030204"/>
                <a:cs typeface="Cambria Math" panose="02040503050406030204"/>
              </a:rPr>
              <a:t>  </a:t>
            </a:r>
            <a:r>
              <a:rPr sz="2000" kern="0" spc="0" dirty="0">
                <a:solidFill>
                  <a:srgbClr val="5F7797">
                    <a:alpha val="100000"/>
                  </a:srgbClr>
                </a:solidFill>
                <a:latin typeface="Cambria Math" panose="02040503050406030204"/>
                <a:ea typeface="Cambria Math" panose="02040503050406030204"/>
                <a:cs typeface="Cambria Math" panose="02040503050406030204"/>
              </a:rPr>
              <a:t>cos</a:t>
            </a:r>
            <a:r>
              <a:rPr sz="2000" kern="0" spc="60" dirty="0">
                <a:solidFill>
                  <a:srgbClr val="5F7797">
                    <a:alpha val="100000"/>
                  </a:srgbClr>
                </a:solidFill>
                <a:latin typeface="Cambria Math" panose="02040503050406030204"/>
                <a:ea typeface="Cambria Math" panose="02040503050406030204"/>
                <a:cs typeface="Cambria Math" panose="02040503050406030204"/>
              </a:rPr>
              <a:t>  </a:t>
            </a:r>
            <a:r>
              <a:rPr sz="2000" kern="0" spc="0" dirty="0">
                <a:solidFill>
                  <a:srgbClr val="5F7797">
                    <a:alpha val="100000"/>
                  </a:srgbClr>
                </a:solidFill>
                <a:latin typeface="Cambria Math" panose="02040503050406030204"/>
                <a:ea typeface="Cambria Math" panose="02040503050406030204"/>
                <a:cs typeface="Cambria Math" panose="02040503050406030204"/>
              </a:rPr>
              <a:t>2x    −  2xsin </a:t>
            </a:r>
            <a:r>
              <a:rPr sz="2000" kern="0" spc="-10" dirty="0">
                <a:solidFill>
                  <a:srgbClr val="5F7797">
                    <a:alpha val="100000"/>
                  </a:srgbClr>
                </a:solidFill>
                <a:latin typeface="Cambria Math" panose="02040503050406030204"/>
                <a:ea typeface="Cambria Math" panose="02040503050406030204"/>
                <a:cs typeface="Cambria Math" panose="02040503050406030204"/>
              </a:rPr>
              <a:t> 3x    +</a:t>
            </a:r>
            <a:r>
              <a:rPr sz="2000" kern="0" spc="150" dirty="0">
                <a:solidFill>
                  <a:srgbClr val="5F7797">
                    <a:alpha val="100000"/>
                  </a:srgbClr>
                </a:solidFill>
                <a:latin typeface="Cambria Math" panose="02040503050406030204"/>
                <a:ea typeface="Cambria Math" panose="02040503050406030204"/>
                <a:cs typeface="Cambria Math" panose="02040503050406030204"/>
              </a:rPr>
              <a:t> </a:t>
            </a:r>
            <a:r>
              <a:rPr sz="2000" kern="0" spc="-10" dirty="0">
                <a:solidFill>
                  <a:srgbClr val="5F7797">
                    <a:alpha val="100000"/>
                  </a:srgbClr>
                </a:solidFill>
                <a:latin typeface="Cambria Math" panose="02040503050406030204"/>
                <a:ea typeface="Cambria Math" panose="02040503050406030204"/>
                <a:cs typeface="Cambria Math" panose="02040503050406030204"/>
              </a:rPr>
              <a:t>3x</a:t>
            </a:r>
            <a:r>
              <a:rPr sz="2000" kern="0" spc="110" dirty="0">
                <a:solidFill>
                  <a:srgbClr val="5F7797">
                    <a:alpha val="100000"/>
                  </a:srgbClr>
                </a:solidFill>
                <a:latin typeface="Cambria Math" panose="02040503050406030204"/>
                <a:ea typeface="Cambria Math" panose="02040503050406030204"/>
                <a:cs typeface="Cambria Math" panose="02040503050406030204"/>
              </a:rPr>
              <a:t> </a:t>
            </a:r>
            <a:r>
              <a:rPr sz="2000" kern="0" spc="-10" dirty="0">
                <a:solidFill>
                  <a:srgbClr val="5F7797">
                    <a:alpha val="100000"/>
                  </a:srgbClr>
                </a:solidFill>
                <a:latin typeface="Cambria Math" panose="02040503050406030204"/>
                <a:ea typeface="Cambria Math" panose="02040503050406030204"/>
                <a:cs typeface="Cambria Math" panose="02040503050406030204"/>
              </a:rPr>
              <a:t>sin  4x  )</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在</a:t>
            </a:r>
            <a:r>
              <a:rPr sz="2000" kern="0" spc="-10" dirty="0">
                <a:solidFill>
                  <a:srgbClr val="5F7797">
                    <a:alpha val="100000"/>
                  </a:srgbClr>
                </a:solidFill>
                <a:latin typeface="Cambria Math" panose="02040503050406030204"/>
                <a:ea typeface="Cambria Math" panose="02040503050406030204"/>
                <a:cs typeface="Cambria Math" panose="02040503050406030204"/>
              </a:rPr>
              <a:t>[0,50]</a:t>
            </a:r>
            <a:r>
              <a:rPr sz="2000" kern="0" spc="-10" dirty="0">
                <a:solidFill>
                  <a:srgbClr val="5F7797">
                    <a:alpha val="100000"/>
                  </a:srgbClr>
                </a:solidFill>
                <a:latin typeface="微软雅黑" panose="020B0503020204020204" charset="-122"/>
                <a:ea typeface="微软雅黑" panose="020B0503020204020204" charset="-122"/>
                <a:cs typeface="微软雅黑" panose="020B0503020204020204" charset="-122"/>
              </a:rPr>
              <a:t>的最大值。</a:t>
            </a:r>
            <a:endParaRPr sz="2000" dirty="0">
              <a:latin typeface="微软雅黑" panose="020B0503020204020204" charset="-122"/>
              <a:ea typeface="微软雅黑" panose="020B0503020204020204" charset="-122"/>
              <a:cs typeface="微软雅黑" panose="020B0503020204020204" charset="-122"/>
            </a:endParaRPr>
          </a:p>
        </p:txBody>
      </p:sp>
      <p:sp>
        <p:nvSpPr>
          <p:cNvPr id="546" name="path 546"/>
          <p:cNvSpPr/>
          <p:nvPr/>
        </p:nvSpPr>
        <p:spPr>
          <a:xfrm>
            <a:off x="4870703" y="1118616"/>
            <a:ext cx="2450592" cy="85343"/>
          </a:xfrm>
          <a:custGeom>
            <a:avLst/>
            <a:gdLst/>
            <a:ahLst/>
            <a:cxnLst/>
            <a:rect l="0" t="0" r="0" b="0"/>
            <a:pathLst>
              <a:path w="3859" h="134">
                <a:moveTo>
                  <a:pt x="102" y="23"/>
                </a:moveTo>
                <a:cubicBezTo>
                  <a:pt x="113" y="26"/>
                  <a:pt x="124" y="19"/>
                  <a:pt x="135" y="22"/>
                </a:cubicBezTo>
                <a:cubicBezTo>
                  <a:pt x="129" y="23"/>
                  <a:pt x="135" y="25"/>
                  <a:pt x="129" y="26"/>
                </a:cubicBezTo>
                <a:cubicBezTo>
                  <a:pt x="102" y="23"/>
                  <a:pt x="102" y="31"/>
                  <a:pt x="75" y="32"/>
                </a:cubicBezTo>
                <a:cubicBezTo>
                  <a:pt x="86" y="36"/>
                  <a:pt x="107" y="31"/>
                  <a:pt x="107" y="39"/>
                </a:cubicBezTo>
                <a:cubicBezTo>
                  <a:pt x="145" y="35"/>
                  <a:pt x="156" y="18"/>
                  <a:pt x="183" y="22"/>
                </a:cubicBezTo>
                <a:cubicBezTo>
                  <a:pt x="178" y="23"/>
                  <a:pt x="189" y="26"/>
                  <a:pt x="183" y="28"/>
                </a:cubicBezTo>
                <a:cubicBezTo>
                  <a:pt x="167" y="32"/>
                  <a:pt x="151" y="36"/>
                  <a:pt x="172" y="40"/>
                </a:cubicBezTo>
                <a:cubicBezTo>
                  <a:pt x="183" y="39"/>
                  <a:pt x="189" y="36"/>
                  <a:pt x="199" y="35"/>
                </a:cubicBezTo>
                <a:cubicBezTo>
                  <a:pt x="194" y="28"/>
                  <a:pt x="189" y="22"/>
                  <a:pt x="205" y="16"/>
                </a:cubicBezTo>
                <a:cubicBezTo>
                  <a:pt x="210" y="23"/>
                  <a:pt x="215" y="23"/>
                  <a:pt x="237" y="31"/>
                </a:cubicBezTo>
                <a:cubicBezTo>
                  <a:pt x="215" y="36"/>
                  <a:pt x="205" y="36"/>
                  <a:pt x="199" y="45"/>
                </a:cubicBezTo>
                <a:cubicBezTo>
                  <a:pt x="183" y="38"/>
                  <a:pt x="183" y="46"/>
                  <a:pt x="183" y="49"/>
                </a:cubicBezTo>
                <a:cubicBezTo>
                  <a:pt x="178" y="46"/>
                  <a:pt x="172" y="45"/>
                  <a:pt x="167" y="43"/>
                </a:cubicBezTo>
                <a:cubicBezTo>
                  <a:pt x="135" y="52"/>
                  <a:pt x="162" y="59"/>
                  <a:pt x="135" y="64"/>
                </a:cubicBezTo>
                <a:cubicBezTo>
                  <a:pt x="140" y="63"/>
                  <a:pt x="151" y="63"/>
                  <a:pt x="162" y="63"/>
                </a:cubicBezTo>
                <a:cubicBezTo>
                  <a:pt x="145" y="66"/>
                  <a:pt x="151" y="67"/>
                  <a:pt x="140" y="70"/>
                </a:cubicBezTo>
                <a:cubicBezTo>
                  <a:pt x="129" y="60"/>
                  <a:pt x="107" y="72"/>
                  <a:pt x="91" y="67"/>
                </a:cubicBezTo>
                <a:cubicBezTo>
                  <a:pt x="107" y="57"/>
                  <a:pt x="113" y="48"/>
                  <a:pt x="135" y="40"/>
                </a:cubicBezTo>
                <a:cubicBezTo>
                  <a:pt x="118" y="39"/>
                  <a:pt x="97" y="42"/>
                  <a:pt x="86" y="38"/>
                </a:cubicBezTo>
                <a:cubicBezTo>
                  <a:pt x="64" y="42"/>
                  <a:pt x="54" y="46"/>
                  <a:pt x="54" y="50"/>
                </a:cubicBezTo>
                <a:cubicBezTo>
                  <a:pt x="70" y="52"/>
                  <a:pt x="64" y="42"/>
                  <a:pt x="86" y="45"/>
                </a:cubicBezTo>
                <a:cubicBezTo>
                  <a:pt x="97" y="49"/>
                  <a:pt x="75" y="50"/>
                  <a:pt x="81" y="53"/>
                </a:cubicBezTo>
                <a:cubicBezTo>
                  <a:pt x="86" y="53"/>
                  <a:pt x="97" y="52"/>
                  <a:pt x="97" y="53"/>
                </a:cubicBezTo>
                <a:cubicBezTo>
                  <a:pt x="37" y="62"/>
                  <a:pt x="37" y="74"/>
                  <a:pt x="0" y="84"/>
                </a:cubicBezTo>
                <a:cubicBezTo>
                  <a:pt x="32" y="80"/>
                  <a:pt x="64" y="74"/>
                  <a:pt x="91" y="80"/>
                </a:cubicBezTo>
                <a:cubicBezTo>
                  <a:pt x="102" y="74"/>
                  <a:pt x="43" y="73"/>
                  <a:pt x="70" y="66"/>
                </a:cubicBezTo>
                <a:cubicBezTo>
                  <a:pt x="75" y="73"/>
                  <a:pt x="118" y="70"/>
                  <a:pt x="135" y="79"/>
                </a:cubicBezTo>
                <a:cubicBezTo>
                  <a:pt x="118" y="82"/>
                  <a:pt x="102" y="86"/>
                  <a:pt x="86" y="89"/>
                </a:cubicBezTo>
                <a:cubicBezTo>
                  <a:pt x="64" y="83"/>
                  <a:pt x="37" y="90"/>
                  <a:pt x="16" y="90"/>
                </a:cubicBezTo>
                <a:cubicBezTo>
                  <a:pt x="32" y="94"/>
                  <a:pt x="10" y="101"/>
                  <a:pt x="37" y="98"/>
                </a:cubicBezTo>
                <a:cubicBezTo>
                  <a:pt x="37" y="90"/>
                  <a:pt x="129" y="90"/>
                  <a:pt x="140" y="98"/>
                </a:cubicBezTo>
                <a:cubicBezTo>
                  <a:pt x="151" y="96"/>
                  <a:pt x="167" y="93"/>
                  <a:pt x="183" y="90"/>
                </a:cubicBezTo>
                <a:cubicBezTo>
                  <a:pt x="194" y="98"/>
                  <a:pt x="215" y="90"/>
                  <a:pt x="232" y="94"/>
                </a:cubicBezTo>
                <a:cubicBezTo>
                  <a:pt x="232" y="104"/>
                  <a:pt x="215" y="97"/>
                  <a:pt x="194" y="100"/>
                </a:cubicBezTo>
                <a:cubicBezTo>
                  <a:pt x="189" y="103"/>
                  <a:pt x="189" y="106"/>
                  <a:pt x="199" y="110"/>
                </a:cubicBezTo>
                <a:cubicBezTo>
                  <a:pt x="221" y="103"/>
                  <a:pt x="237" y="106"/>
                  <a:pt x="259" y="100"/>
                </a:cubicBezTo>
                <a:cubicBezTo>
                  <a:pt x="248" y="96"/>
                  <a:pt x="226" y="84"/>
                  <a:pt x="269" y="84"/>
                </a:cubicBezTo>
                <a:cubicBezTo>
                  <a:pt x="259" y="80"/>
                  <a:pt x="237" y="76"/>
                  <a:pt x="253" y="72"/>
                </a:cubicBezTo>
                <a:cubicBezTo>
                  <a:pt x="280" y="74"/>
                  <a:pt x="280" y="62"/>
                  <a:pt x="302" y="64"/>
                </a:cubicBezTo>
                <a:cubicBezTo>
                  <a:pt x="291" y="67"/>
                  <a:pt x="302" y="69"/>
                  <a:pt x="296" y="70"/>
                </a:cubicBezTo>
                <a:cubicBezTo>
                  <a:pt x="291" y="72"/>
                  <a:pt x="275" y="70"/>
                  <a:pt x="280" y="74"/>
                </a:cubicBezTo>
                <a:cubicBezTo>
                  <a:pt x="302" y="74"/>
                  <a:pt x="269" y="97"/>
                  <a:pt x="264" y="106"/>
                </a:cubicBezTo>
                <a:cubicBezTo>
                  <a:pt x="296" y="106"/>
                  <a:pt x="307" y="96"/>
                  <a:pt x="318" y="107"/>
                </a:cubicBezTo>
                <a:cubicBezTo>
                  <a:pt x="334" y="98"/>
                  <a:pt x="367" y="100"/>
                  <a:pt x="350" y="92"/>
                </a:cubicBezTo>
                <a:cubicBezTo>
                  <a:pt x="334" y="92"/>
                  <a:pt x="329" y="93"/>
                  <a:pt x="323" y="96"/>
                </a:cubicBezTo>
                <a:cubicBezTo>
                  <a:pt x="323" y="93"/>
                  <a:pt x="285" y="93"/>
                  <a:pt x="302" y="89"/>
                </a:cubicBezTo>
                <a:cubicBezTo>
                  <a:pt x="334" y="87"/>
                  <a:pt x="329" y="86"/>
                  <a:pt x="334" y="79"/>
                </a:cubicBezTo>
                <a:cubicBezTo>
                  <a:pt x="345" y="82"/>
                  <a:pt x="361" y="76"/>
                  <a:pt x="372" y="82"/>
                </a:cubicBezTo>
                <a:cubicBezTo>
                  <a:pt x="334" y="87"/>
                  <a:pt x="361" y="90"/>
                  <a:pt x="383" y="89"/>
                </a:cubicBezTo>
                <a:cubicBezTo>
                  <a:pt x="361" y="94"/>
                  <a:pt x="356" y="101"/>
                  <a:pt x="350" y="107"/>
                </a:cubicBezTo>
                <a:cubicBezTo>
                  <a:pt x="388" y="110"/>
                  <a:pt x="404" y="90"/>
                  <a:pt x="442" y="103"/>
                </a:cubicBezTo>
                <a:cubicBezTo>
                  <a:pt x="437" y="106"/>
                  <a:pt x="421" y="104"/>
                  <a:pt x="426" y="107"/>
                </a:cubicBezTo>
                <a:cubicBezTo>
                  <a:pt x="437" y="106"/>
                  <a:pt x="431" y="108"/>
                  <a:pt x="437" y="111"/>
                </a:cubicBezTo>
                <a:cubicBezTo>
                  <a:pt x="458" y="103"/>
                  <a:pt x="480" y="101"/>
                  <a:pt x="496" y="92"/>
                </a:cubicBezTo>
                <a:cubicBezTo>
                  <a:pt x="512" y="93"/>
                  <a:pt x="529" y="89"/>
                  <a:pt x="545" y="90"/>
                </a:cubicBezTo>
                <a:cubicBezTo>
                  <a:pt x="518" y="94"/>
                  <a:pt x="523" y="101"/>
                  <a:pt x="512" y="107"/>
                </a:cubicBezTo>
                <a:cubicBezTo>
                  <a:pt x="502" y="108"/>
                  <a:pt x="469" y="104"/>
                  <a:pt x="475" y="110"/>
                </a:cubicBezTo>
                <a:cubicBezTo>
                  <a:pt x="485" y="107"/>
                  <a:pt x="491" y="114"/>
                  <a:pt x="502" y="113"/>
                </a:cubicBezTo>
                <a:cubicBezTo>
                  <a:pt x="512" y="111"/>
                  <a:pt x="523" y="108"/>
                  <a:pt x="534" y="107"/>
                </a:cubicBezTo>
                <a:cubicBezTo>
                  <a:pt x="550" y="111"/>
                  <a:pt x="534" y="113"/>
                  <a:pt x="555" y="114"/>
                </a:cubicBezTo>
                <a:cubicBezTo>
                  <a:pt x="577" y="111"/>
                  <a:pt x="583" y="110"/>
                  <a:pt x="583" y="104"/>
                </a:cubicBezTo>
                <a:cubicBezTo>
                  <a:pt x="620" y="106"/>
                  <a:pt x="593" y="110"/>
                  <a:pt x="631" y="115"/>
                </a:cubicBezTo>
                <a:cubicBezTo>
                  <a:pt x="653" y="108"/>
                  <a:pt x="669" y="115"/>
                  <a:pt x="690" y="108"/>
                </a:cubicBezTo>
                <a:cubicBezTo>
                  <a:pt x="696" y="110"/>
                  <a:pt x="690" y="113"/>
                  <a:pt x="707" y="115"/>
                </a:cubicBezTo>
                <a:cubicBezTo>
                  <a:pt x="723" y="114"/>
                  <a:pt x="744" y="113"/>
                  <a:pt x="761" y="114"/>
                </a:cubicBezTo>
                <a:cubicBezTo>
                  <a:pt x="744" y="110"/>
                  <a:pt x="782" y="103"/>
                  <a:pt x="798" y="107"/>
                </a:cubicBezTo>
                <a:cubicBezTo>
                  <a:pt x="798" y="114"/>
                  <a:pt x="755" y="106"/>
                  <a:pt x="771" y="114"/>
                </a:cubicBezTo>
                <a:cubicBezTo>
                  <a:pt x="831" y="111"/>
                  <a:pt x="885" y="118"/>
                  <a:pt x="950" y="114"/>
                </a:cubicBezTo>
                <a:cubicBezTo>
                  <a:pt x="923" y="110"/>
                  <a:pt x="944" y="106"/>
                  <a:pt x="950" y="101"/>
                </a:cubicBezTo>
                <a:cubicBezTo>
                  <a:pt x="944" y="111"/>
                  <a:pt x="1009" y="127"/>
                  <a:pt x="1009" y="113"/>
                </a:cubicBezTo>
                <a:cubicBezTo>
                  <a:pt x="982" y="117"/>
                  <a:pt x="993" y="101"/>
                  <a:pt x="971" y="100"/>
                </a:cubicBezTo>
                <a:cubicBezTo>
                  <a:pt x="977" y="98"/>
                  <a:pt x="982" y="96"/>
                  <a:pt x="982" y="94"/>
                </a:cubicBezTo>
                <a:cubicBezTo>
                  <a:pt x="982" y="100"/>
                  <a:pt x="993" y="98"/>
                  <a:pt x="1009" y="100"/>
                </a:cubicBezTo>
                <a:cubicBezTo>
                  <a:pt x="977" y="106"/>
                  <a:pt x="1020" y="111"/>
                  <a:pt x="1036" y="108"/>
                </a:cubicBezTo>
                <a:cubicBezTo>
                  <a:pt x="1025" y="111"/>
                  <a:pt x="1020" y="114"/>
                  <a:pt x="1036" y="117"/>
                </a:cubicBezTo>
                <a:cubicBezTo>
                  <a:pt x="1041" y="117"/>
                  <a:pt x="1047" y="115"/>
                  <a:pt x="1052" y="117"/>
                </a:cubicBezTo>
                <a:cubicBezTo>
                  <a:pt x="1057" y="106"/>
                  <a:pt x="1101" y="107"/>
                  <a:pt x="1095" y="92"/>
                </a:cubicBezTo>
                <a:cubicBezTo>
                  <a:pt x="1095" y="93"/>
                  <a:pt x="1101" y="94"/>
                  <a:pt x="1106" y="93"/>
                </a:cubicBezTo>
                <a:cubicBezTo>
                  <a:pt x="1101" y="96"/>
                  <a:pt x="1101" y="100"/>
                  <a:pt x="1122" y="104"/>
                </a:cubicBezTo>
                <a:cubicBezTo>
                  <a:pt x="1138" y="101"/>
                  <a:pt x="1192" y="101"/>
                  <a:pt x="1176" y="108"/>
                </a:cubicBezTo>
                <a:cubicBezTo>
                  <a:pt x="1155" y="101"/>
                  <a:pt x="1127" y="110"/>
                  <a:pt x="1084" y="107"/>
                </a:cubicBezTo>
                <a:cubicBezTo>
                  <a:pt x="1074" y="110"/>
                  <a:pt x="1079" y="113"/>
                  <a:pt x="1074" y="114"/>
                </a:cubicBezTo>
                <a:cubicBezTo>
                  <a:pt x="1106" y="121"/>
                  <a:pt x="1144" y="115"/>
                  <a:pt x="1176" y="118"/>
                </a:cubicBezTo>
                <a:cubicBezTo>
                  <a:pt x="1171" y="117"/>
                  <a:pt x="1165" y="115"/>
                  <a:pt x="1176" y="113"/>
                </a:cubicBezTo>
                <a:cubicBezTo>
                  <a:pt x="1225" y="108"/>
                  <a:pt x="1214" y="128"/>
                  <a:pt x="1214" y="128"/>
                </a:cubicBezTo>
                <a:cubicBezTo>
                  <a:pt x="1230" y="124"/>
                  <a:pt x="1263" y="120"/>
                  <a:pt x="1225" y="120"/>
                </a:cubicBezTo>
                <a:cubicBezTo>
                  <a:pt x="1230" y="114"/>
                  <a:pt x="1257" y="110"/>
                  <a:pt x="1268" y="121"/>
                </a:cubicBezTo>
                <a:cubicBezTo>
                  <a:pt x="1327" y="117"/>
                  <a:pt x="1365" y="124"/>
                  <a:pt x="1419" y="115"/>
                </a:cubicBezTo>
                <a:cubicBezTo>
                  <a:pt x="1425" y="122"/>
                  <a:pt x="1473" y="121"/>
                  <a:pt x="1500" y="120"/>
                </a:cubicBezTo>
                <a:cubicBezTo>
                  <a:pt x="1505" y="111"/>
                  <a:pt x="1516" y="114"/>
                  <a:pt x="1505" y="110"/>
                </a:cubicBezTo>
                <a:cubicBezTo>
                  <a:pt x="1516" y="108"/>
                  <a:pt x="1522" y="106"/>
                  <a:pt x="1532" y="104"/>
                </a:cubicBezTo>
                <a:cubicBezTo>
                  <a:pt x="1532" y="108"/>
                  <a:pt x="1543" y="111"/>
                  <a:pt x="1559" y="107"/>
                </a:cubicBezTo>
                <a:cubicBezTo>
                  <a:pt x="1559" y="101"/>
                  <a:pt x="1549" y="104"/>
                  <a:pt x="1532" y="101"/>
                </a:cubicBezTo>
                <a:cubicBezTo>
                  <a:pt x="1543" y="98"/>
                  <a:pt x="1538" y="96"/>
                  <a:pt x="1554" y="93"/>
                </a:cubicBezTo>
                <a:cubicBezTo>
                  <a:pt x="1554" y="101"/>
                  <a:pt x="1586" y="113"/>
                  <a:pt x="1543" y="121"/>
                </a:cubicBezTo>
                <a:cubicBezTo>
                  <a:pt x="1559" y="128"/>
                  <a:pt x="1559" y="114"/>
                  <a:pt x="1575" y="124"/>
                </a:cubicBezTo>
                <a:cubicBezTo>
                  <a:pt x="1597" y="122"/>
                  <a:pt x="1597" y="114"/>
                  <a:pt x="1608" y="117"/>
                </a:cubicBezTo>
                <a:cubicBezTo>
                  <a:pt x="1619" y="128"/>
                  <a:pt x="1624" y="115"/>
                  <a:pt x="1657" y="117"/>
                </a:cubicBezTo>
                <a:cubicBezTo>
                  <a:pt x="1662" y="120"/>
                  <a:pt x="1651" y="121"/>
                  <a:pt x="1646" y="122"/>
                </a:cubicBezTo>
                <a:cubicBezTo>
                  <a:pt x="1700" y="131"/>
                  <a:pt x="1662" y="108"/>
                  <a:pt x="1705" y="104"/>
                </a:cubicBezTo>
                <a:cubicBezTo>
                  <a:pt x="1667" y="94"/>
                  <a:pt x="1667" y="121"/>
                  <a:pt x="1624" y="111"/>
                </a:cubicBezTo>
                <a:cubicBezTo>
                  <a:pt x="1667" y="113"/>
                  <a:pt x="1657" y="96"/>
                  <a:pt x="1700" y="98"/>
                </a:cubicBezTo>
                <a:cubicBezTo>
                  <a:pt x="1705" y="93"/>
                  <a:pt x="1711" y="87"/>
                  <a:pt x="1727" y="82"/>
                </a:cubicBezTo>
                <a:cubicBezTo>
                  <a:pt x="1743" y="87"/>
                  <a:pt x="1705" y="94"/>
                  <a:pt x="1743" y="93"/>
                </a:cubicBezTo>
                <a:cubicBezTo>
                  <a:pt x="1727" y="98"/>
                  <a:pt x="1716" y="93"/>
                  <a:pt x="1705" y="94"/>
                </a:cubicBezTo>
                <a:cubicBezTo>
                  <a:pt x="1748" y="106"/>
                  <a:pt x="1667" y="114"/>
                  <a:pt x="1705" y="125"/>
                </a:cubicBezTo>
                <a:cubicBezTo>
                  <a:pt x="1727" y="121"/>
                  <a:pt x="1743" y="115"/>
                  <a:pt x="1732" y="110"/>
                </a:cubicBezTo>
                <a:cubicBezTo>
                  <a:pt x="1754" y="104"/>
                  <a:pt x="1770" y="107"/>
                  <a:pt x="1786" y="108"/>
                </a:cubicBezTo>
                <a:cubicBezTo>
                  <a:pt x="1759" y="111"/>
                  <a:pt x="1781" y="115"/>
                  <a:pt x="1759" y="120"/>
                </a:cubicBezTo>
                <a:cubicBezTo>
                  <a:pt x="1754" y="117"/>
                  <a:pt x="1748" y="114"/>
                  <a:pt x="1743" y="115"/>
                </a:cubicBezTo>
                <a:cubicBezTo>
                  <a:pt x="1759" y="122"/>
                  <a:pt x="1737" y="118"/>
                  <a:pt x="1743" y="125"/>
                </a:cubicBezTo>
                <a:cubicBezTo>
                  <a:pt x="1765" y="124"/>
                  <a:pt x="1797" y="125"/>
                  <a:pt x="1802" y="121"/>
                </a:cubicBezTo>
                <a:cubicBezTo>
                  <a:pt x="1797" y="117"/>
                  <a:pt x="1786" y="118"/>
                  <a:pt x="1775" y="118"/>
                </a:cubicBezTo>
                <a:cubicBezTo>
                  <a:pt x="1808" y="118"/>
                  <a:pt x="1792" y="110"/>
                  <a:pt x="1808" y="113"/>
                </a:cubicBezTo>
                <a:cubicBezTo>
                  <a:pt x="1813" y="115"/>
                  <a:pt x="1813" y="120"/>
                  <a:pt x="1813" y="124"/>
                </a:cubicBezTo>
                <a:cubicBezTo>
                  <a:pt x="1937" y="122"/>
                  <a:pt x="2061" y="127"/>
                  <a:pt x="2185" y="124"/>
                </a:cubicBezTo>
                <a:cubicBezTo>
                  <a:pt x="2159" y="115"/>
                  <a:pt x="2202" y="111"/>
                  <a:pt x="2213" y="111"/>
                </a:cubicBezTo>
                <a:cubicBezTo>
                  <a:pt x="2218" y="118"/>
                  <a:pt x="2196" y="118"/>
                  <a:pt x="2185" y="124"/>
                </a:cubicBezTo>
                <a:cubicBezTo>
                  <a:pt x="2202" y="131"/>
                  <a:pt x="2223" y="124"/>
                  <a:pt x="2234" y="120"/>
                </a:cubicBezTo>
                <a:cubicBezTo>
                  <a:pt x="2256" y="121"/>
                  <a:pt x="2240" y="127"/>
                  <a:pt x="2261" y="120"/>
                </a:cubicBezTo>
                <a:cubicBezTo>
                  <a:pt x="2261" y="131"/>
                  <a:pt x="2310" y="120"/>
                  <a:pt x="2331" y="127"/>
                </a:cubicBezTo>
                <a:cubicBezTo>
                  <a:pt x="2331" y="125"/>
                  <a:pt x="2364" y="122"/>
                  <a:pt x="2369" y="117"/>
                </a:cubicBezTo>
                <a:cubicBezTo>
                  <a:pt x="2374" y="120"/>
                  <a:pt x="2385" y="120"/>
                  <a:pt x="2391" y="121"/>
                </a:cubicBezTo>
                <a:cubicBezTo>
                  <a:pt x="2385" y="124"/>
                  <a:pt x="2358" y="120"/>
                  <a:pt x="2364" y="125"/>
                </a:cubicBezTo>
                <a:cubicBezTo>
                  <a:pt x="2380" y="124"/>
                  <a:pt x="2369" y="128"/>
                  <a:pt x="2380" y="131"/>
                </a:cubicBezTo>
                <a:cubicBezTo>
                  <a:pt x="2417" y="124"/>
                  <a:pt x="2482" y="134"/>
                  <a:pt x="2504" y="125"/>
                </a:cubicBezTo>
                <a:cubicBezTo>
                  <a:pt x="2493" y="120"/>
                  <a:pt x="2417" y="125"/>
                  <a:pt x="2407" y="117"/>
                </a:cubicBezTo>
                <a:cubicBezTo>
                  <a:pt x="2450" y="122"/>
                  <a:pt x="2499" y="118"/>
                  <a:pt x="2547" y="117"/>
                </a:cubicBezTo>
                <a:cubicBezTo>
                  <a:pt x="2536" y="118"/>
                  <a:pt x="2531" y="120"/>
                  <a:pt x="2520" y="122"/>
                </a:cubicBezTo>
                <a:cubicBezTo>
                  <a:pt x="2531" y="125"/>
                  <a:pt x="2542" y="128"/>
                  <a:pt x="2547" y="131"/>
                </a:cubicBezTo>
                <a:cubicBezTo>
                  <a:pt x="2580" y="128"/>
                  <a:pt x="2547" y="121"/>
                  <a:pt x="2569" y="118"/>
                </a:cubicBezTo>
                <a:cubicBezTo>
                  <a:pt x="2574" y="120"/>
                  <a:pt x="2563" y="121"/>
                  <a:pt x="2574" y="124"/>
                </a:cubicBezTo>
                <a:cubicBezTo>
                  <a:pt x="2617" y="117"/>
                  <a:pt x="2585" y="101"/>
                  <a:pt x="2617" y="100"/>
                </a:cubicBezTo>
                <a:cubicBezTo>
                  <a:pt x="2601" y="107"/>
                  <a:pt x="2623" y="117"/>
                  <a:pt x="2585" y="124"/>
                </a:cubicBezTo>
                <a:cubicBezTo>
                  <a:pt x="2617" y="134"/>
                  <a:pt x="2623" y="120"/>
                  <a:pt x="2650" y="131"/>
                </a:cubicBezTo>
                <a:cubicBezTo>
                  <a:pt x="2666" y="127"/>
                  <a:pt x="2677" y="130"/>
                  <a:pt x="2693" y="124"/>
                </a:cubicBezTo>
                <a:cubicBezTo>
                  <a:pt x="2698" y="131"/>
                  <a:pt x="2758" y="134"/>
                  <a:pt x="2769" y="125"/>
                </a:cubicBezTo>
                <a:cubicBezTo>
                  <a:pt x="2790" y="130"/>
                  <a:pt x="2828" y="134"/>
                  <a:pt x="2849" y="124"/>
                </a:cubicBezTo>
                <a:cubicBezTo>
                  <a:pt x="2855" y="131"/>
                  <a:pt x="2892" y="131"/>
                  <a:pt x="2892" y="122"/>
                </a:cubicBezTo>
                <a:cubicBezTo>
                  <a:pt x="2903" y="125"/>
                  <a:pt x="2909" y="128"/>
                  <a:pt x="2909" y="130"/>
                </a:cubicBezTo>
                <a:cubicBezTo>
                  <a:pt x="2941" y="118"/>
                  <a:pt x="3065" y="128"/>
                  <a:pt x="3038" y="108"/>
                </a:cubicBezTo>
                <a:cubicBezTo>
                  <a:pt x="3049" y="107"/>
                  <a:pt x="3055" y="111"/>
                  <a:pt x="3060" y="114"/>
                </a:cubicBezTo>
                <a:cubicBezTo>
                  <a:pt x="3076" y="111"/>
                  <a:pt x="3065" y="108"/>
                  <a:pt x="3071" y="107"/>
                </a:cubicBezTo>
                <a:cubicBezTo>
                  <a:pt x="3082" y="107"/>
                  <a:pt x="3098" y="103"/>
                  <a:pt x="3109" y="107"/>
                </a:cubicBezTo>
                <a:cubicBezTo>
                  <a:pt x="3087" y="111"/>
                  <a:pt x="3076" y="114"/>
                  <a:pt x="3082" y="122"/>
                </a:cubicBezTo>
                <a:cubicBezTo>
                  <a:pt x="3060" y="121"/>
                  <a:pt x="3038" y="127"/>
                  <a:pt x="3022" y="127"/>
                </a:cubicBezTo>
                <a:cubicBezTo>
                  <a:pt x="3082" y="131"/>
                  <a:pt x="3190" y="132"/>
                  <a:pt x="3254" y="118"/>
                </a:cubicBezTo>
                <a:cubicBezTo>
                  <a:pt x="3265" y="127"/>
                  <a:pt x="3287" y="111"/>
                  <a:pt x="3303" y="115"/>
                </a:cubicBezTo>
                <a:cubicBezTo>
                  <a:pt x="3281" y="120"/>
                  <a:pt x="3260" y="124"/>
                  <a:pt x="3260" y="130"/>
                </a:cubicBezTo>
                <a:cubicBezTo>
                  <a:pt x="3270" y="128"/>
                  <a:pt x="3287" y="125"/>
                  <a:pt x="3297" y="130"/>
                </a:cubicBezTo>
                <a:cubicBezTo>
                  <a:pt x="3335" y="122"/>
                  <a:pt x="3319" y="108"/>
                  <a:pt x="3362" y="110"/>
                </a:cubicBezTo>
                <a:cubicBezTo>
                  <a:pt x="3368" y="104"/>
                  <a:pt x="3357" y="90"/>
                  <a:pt x="3400" y="90"/>
                </a:cubicBezTo>
                <a:cubicBezTo>
                  <a:pt x="3378" y="106"/>
                  <a:pt x="3405" y="115"/>
                  <a:pt x="3324" y="127"/>
                </a:cubicBezTo>
                <a:cubicBezTo>
                  <a:pt x="3362" y="134"/>
                  <a:pt x="3422" y="125"/>
                  <a:pt x="3449" y="115"/>
                </a:cubicBezTo>
                <a:cubicBezTo>
                  <a:pt x="3438" y="110"/>
                  <a:pt x="3422" y="115"/>
                  <a:pt x="3416" y="110"/>
                </a:cubicBezTo>
                <a:cubicBezTo>
                  <a:pt x="3422" y="110"/>
                  <a:pt x="3416" y="107"/>
                  <a:pt x="3422" y="107"/>
                </a:cubicBezTo>
                <a:cubicBezTo>
                  <a:pt x="3459" y="108"/>
                  <a:pt x="3513" y="107"/>
                  <a:pt x="3535" y="96"/>
                </a:cubicBezTo>
                <a:cubicBezTo>
                  <a:pt x="3557" y="100"/>
                  <a:pt x="3540" y="104"/>
                  <a:pt x="3524" y="108"/>
                </a:cubicBezTo>
                <a:cubicBezTo>
                  <a:pt x="3519" y="106"/>
                  <a:pt x="3524" y="103"/>
                  <a:pt x="3508" y="106"/>
                </a:cubicBezTo>
                <a:cubicBezTo>
                  <a:pt x="3497" y="114"/>
                  <a:pt x="3519" y="110"/>
                  <a:pt x="3535" y="114"/>
                </a:cubicBezTo>
                <a:cubicBezTo>
                  <a:pt x="3519" y="115"/>
                  <a:pt x="3508" y="122"/>
                  <a:pt x="3497" y="118"/>
                </a:cubicBezTo>
                <a:cubicBezTo>
                  <a:pt x="3481" y="115"/>
                  <a:pt x="3502" y="113"/>
                  <a:pt x="3492" y="110"/>
                </a:cubicBezTo>
                <a:cubicBezTo>
                  <a:pt x="3432" y="111"/>
                  <a:pt x="3476" y="121"/>
                  <a:pt x="3449" y="128"/>
                </a:cubicBezTo>
                <a:cubicBezTo>
                  <a:pt x="3481" y="131"/>
                  <a:pt x="3535" y="117"/>
                  <a:pt x="3557" y="110"/>
                </a:cubicBezTo>
                <a:cubicBezTo>
                  <a:pt x="3567" y="111"/>
                  <a:pt x="3573" y="110"/>
                  <a:pt x="3584" y="114"/>
                </a:cubicBezTo>
                <a:cubicBezTo>
                  <a:pt x="3600" y="103"/>
                  <a:pt x="3632" y="94"/>
                  <a:pt x="3664" y="87"/>
                </a:cubicBezTo>
                <a:cubicBezTo>
                  <a:pt x="3648" y="80"/>
                  <a:pt x="3638" y="86"/>
                  <a:pt x="3627" y="90"/>
                </a:cubicBezTo>
                <a:cubicBezTo>
                  <a:pt x="3594" y="80"/>
                  <a:pt x="3632" y="73"/>
                  <a:pt x="3664" y="70"/>
                </a:cubicBezTo>
                <a:cubicBezTo>
                  <a:pt x="3675" y="76"/>
                  <a:pt x="3632" y="73"/>
                  <a:pt x="3659" y="82"/>
                </a:cubicBezTo>
                <a:cubicBezTo>
                  <a:pt x="3670" y="79"/>
                  <a:pt x="3675" y="80"/>
                  <a:pt x="3686" y="77"/>
                </a:cubicBezTo>
                <a:cubicBezTo>
                  <a:pt x="3675" y="64"/>
                  <a:pt x="3735" y="55"/>
                  <a:pt x="3702" y="40"/>
                </a:cubicBezTo>
                <a:cubicBezTo>
                  <a:pt x="3718" y="38"/>
                  <a:pt x="3729" y="38"/>
                  <a:pt x="3735" y="42"/>
                </a:cubicBezTo>
                <a:cubicBezTo>
                  <a:pt x="3713" y="45"/>
                  <a:pt x="3740" y="49"/>
                  <a:pt x="3751" y="49"/>
                </a:cubicBezTo>
                <a:cubicBezTo>
                  <a:pt x="3735" y="52"/>
                  <a:pt x="3718" y="55"/>
                  <a:pt x="3729" y="59"/>
                </a:cubicBezTo>
                <a:cubicBezTo>
                  <a:pt x="3756" y="57"/>
                  <a:pt x="3762" y="50"/>
                  <a:pt x="3794" y="45"/>
                </a:cubicBezTo>
                <a:cubicBezTo>
                  <a:pt x="3805" y="48"/>
                  <a:pt x="3810" y="50"/>
                  <a:pt x="3821" y="50"/>
                </a:cubicBezTo>
                <a:cubicBezTo>
                  <a:pt x="3837" y="46"/>
                  <a:pt x="3853" y="49"/>
                  <a:pt x="3859" y="43"/>
                </a:cubicBezTo>
                <a:cubicBezTo>
                  <a:pt x="3848" y="35"/>
                  <a:pt x="3832" y="46"/>
                  <a:pt x="3826" y="42"/>
                </a:cubicBezTo>
                <a:cubicBezTo>
                  <a:pt x="3832" y="39"/>
                  <a:pt x="3848" y="36"/>
                  <a:pt x="3842" y="32"/>
                </a:cubicBezTo>
                <a:cubicBezTo>
                  <a:pt x="3805" y="33"/>
                  <a:pt x="3772" y="45"/>
                  <a:pt x="3740" y="43"/>
                </a:cubicBezTo>
                <a:cubicBezTo>
                  <a:pt x="3762" y="35"/>
                  <a:pt x="3718" y="36"/>
                  <a:pt x="3702" y="33"/>
                </a:cubicBezTo>
                <a:cubicBezTo>
                  <a:pt x="3708" y="32"/>
                  <a:pt x="3713" y="31"/>
                  <a:pt x="3708" y="29"/>
                </a:cubicBezTo>
                <a:cubicBezTo>
                  <a:pt x="3681" y="38"/>
                  <a:pt x="3697" y="48"/>
                  <a:pt x="3691" y="56"/>
                </a:cubicBezTo>
                <a:cubicBezTo>
                  <a:pt x="3670" y="57"/>
                  <a:pt x="3648" y="70"/>
                  <a:pt x="3616" y="60"/>
                </a:cubicBezTo>
                <a:cubicBezTo>
                  <a:pt x="3638" y="57"/>
                  <a:pt x="3616" y="53"/>
                  <a:pt x="3611" y="49"/>
                </a:cubicBezTo>
                <a:cubicBezTo>
                  <a:pt x="3578" y="56"/>
                  <a:pt x="3589" y="64"/>
                  <a:pt x="3584" y="73"/>
                </a:cubicBezTo>
                <a:cubicBezTo>
                  <a:pt x="3600" y="72"/>
                  <a:pt x="3594" y="63"/>
                  <a:pt x="3616" y="66"/>
                </a:cubicBezTo>
                <a:cubicBezTo>
                  <a:pt x="3621" y="73"/>
                  <a:pt x="3600" y="72"/>
                  <a:pt x="3578" y="77"/>
                </a:cubicBezTo>
                <a:cubicBezTo>
                  <a:pt x="3578" y="82"/>
                  <a:pt x="3611" y="79"/>
                  <a:pt x="3594" y="83"/>
                </a:cubicBezTo>
                <a:cubicBezTo>
                  <a:pt x="3540" y="90"/>
                  <a:pt x="3513" y="96"/>
                  <a:pt x="3465" y="101"/>
                </a:cubicBezTo>
                <a:cubicBezTo>
                  <a:pt x="3465" y="98"/>
                  <a:pt x="3481" y="94"/>
                  <a:pt x="3481" y="92"/>
                </a:cubicBezTo>
                <a:cubicBezTo>
                  <a:pt x="3508" y="90"/>
                  <a:pt x="3578" y="84"/>
                  <a:pt x="3573" y="79"/>
                </a:cubicBezTo>
                <a:cubicBezTo>
                  <a:pt x="3535" y="77"/>
                  <a:pt x="3530" y="83"/>
                  <a:pt x="3492" y="82"/>
                </a:cubicBezTo>
                <a:cubicBezTo>
                  <a:pt x="3508" y="73"/>
                  <a:pt x="3530" y="77"/>
                  <a:pt x="3557" y="73"/>
                </a:cubicBezTo>
                <a:cubicBezTo>
                  <a:pt x="3584" y="66"/>
                  <a:pt x="3573" y="53"/>
                  <a:pt x="3562" y="49"/>
                </a:cubicBezTo>
                <a:cubicBezTo>
                  <a:pt x="3573" y="49"/>
                  <a:pt x="3584" y="48"/>
                  <a:pt x="3600" y="45"/>
                </a:cubicBezTo>
                <a:cubicBezTo>
                  <a:pt x="3605" y="49"/>
                  <a:pt x="3616" y="49"/>
                  <a:pt x="3632" y="46"/>
                </a:cubicBezTo>
                <a:cubicBezTo>
                  <a:pt x="3621" y="40"/>
                  <a:pt x="3578" y="46"/>
                  <a:pt x="3584" y="39"/>
                </a:cubicBezTo>
                <a:cubicBezTo>
                  <a:pt x="3600" y="40"/>
                  <a:pt x="3621" y="43"/>
                  <a:pt x="3638" y="42"/>
                </a:cubicBezTo>
                <a:cubicBezTo>
                  <a:pt x="3632" y="38"/>
                  <a:pt x="3627" y="33"/>
                  <a:pt x="3632" y="29"/>
                </a:cubicBezTo>
                <a:cubicBezTo>
                  <a:pt x="3611" y="36"/>
                  <a:pt x="3594" y="32"/>
                  <a:pt x="3578" y="31"/>
                </a:cubicBezTo>
                <a:cubicBezTo>
                  <a:pt x="3562" y="33"/>
                  <a:pt x="3573" y="36"/>
                  <a:pt x="3551" y="39"/>
                </a:cubicBezTo>
                <a:cubicBezTo>
                  <a:pt x="3557" y="40"/>
                  <a:pt x="3567" y="42"/>
                  <a:pt x="3573" y="42"/>
                </a:cubicBezTo>
                <a:cubicBezTo>
                  <a:pt x="3540" y="42"/>
                  <a:pt x="3562" y="50"/>
                  <a:pt x="3540" y="55"/>
                </a:cubicBezTo>
                <a:cubicBezTo>
                  <a:pt x="3519" y="46"/>
                  <a:pt x="3546" y="48"/>
                  <a:pt x="3513" y="42"/>
                </a:cubicBezTo>
                <a:cubicBezTo>
                  <a:pt x="3481" y="45"/>
                  <a:pt x="3443" y="46"/>
                  <a:pt x="3432" y="35"/>
                </a:cubicBezTo>
                <a:cubicBezTo>
                  <a:pt x="3427" y="36"/>
                  <a:pt x="3416" y="36"/>
                  <a:pt x="3411" y="38"/>
                </a:cubicBezTo>
                <a:cubicBezTo>
                  <a:pt x="3405" y="43"/>
                  <a:pt x="3427" y="45"/>
                  <a:pt x="3427" y="49"/>
                </a:cubicBezTo>
                <a:cubicBezTo>
                  <a:pt x="3395" y="46"/>
                  <a:pt x="3351" y="63"/>
                  <a:pt x="3297" y="55"/>
                </a:cubicBezTo>
                <a:cubicBezTo>
                  <a:pt x="3324" y="57"/>
                  <a:pt x="3330" y="42"/>
                  <a:pt x="3362" y="45"/>
                </a:cubicBezTo>
                <a:cubicBezTo>
                  <a:pt x="3357" y="46"/>
                  <a:pt x="3346" y="48"/>
                  <a:pt x="3351" y="49"/>
                </a:cubicBezTo>
                <a:cubicBezTo>
                  <a:pt x="3362" y="48"/>
                  <a:pt x="3368" y="52"/>
                  <a:pt x="3384" y="48"/>
                </a:cubicBezTo>
                <a:cubicBezTo>
                  <a:pt x="3373" y="31"/>
                  <a:pt x="3459" y="33"/>
                  <a:pt x="3459" y="28"/>
                </a:cubicBezTo>
                <a:cubicBezTo>
                  <a:pt x="3416" y="33"/>
                  <a:pt x="3373" y="26"/>
                  <a:pt x="3330" y="31"/>
                </a:cubicBezTo>
                <a:cubicBezTo>
                  <a:pt x="3335" y="32"/>
                  <a:pt x="3324" y="33"/>
                  <a:pt x="3319" y="35"/>
                </a:cubicBezTo>
                <a:cubicBezTo>
                  <a:pt x="3324" y="38"/>
                  <a:pt x="3330" y="39"/>
                  <a:pt x="3324" y="42"/>
                </a:cubicBezTo>
                <a:cubicBezTo>
                  <a:pt x="3303" y="43"/>
                  <a:pt x="3297" y="52"/>
                  <a:pt x="3292" y="49"/>
                </a:cubicBezTo>
                <a:cubicBezTo>
                  <a:pt x="3292" y="46"/>
                  <a:pt x="3308" y="43"/>
                  <a:pt x="3292" y="40"/>
                </a:cubicBezTo>
                <a:cubicBezTo>
                  <a:pt x="3287" y="40"/>
                  <a:pt x="3281" y="43"/>
                  <a:pt x="3276" y="42"/>
                </a:cubicBezTo>
                <a:cubicBezTo>
                  <a:pt x="3254" y="46"/>
                  <a:pt x="3260" y="55"/>
                  <a:pt x="3227" y="52"/>
                </a:cubicBezTo>
                <a:cubicBezTo>
                  <a:pt x="3222" y="48"/>
                  <a:pt x="3260" y="46"/>
                  <a:pt x="3249" y="42"/>
                </a:cubicBezTo>
                <a:cubicBezTo>
                  <a:pt x="3227" y="48"/>
                  <a:pt x="3216" y="39"/>
                  <a:pt x="3200" y="45"/>
                </a:cubicBezTo>
                <a:cubicBezTo>
                  <a:pt x="3211" y="49"/>
                  <a:pt x="3222" y="52"/>
                  <a:pt x="3200" y="55"/>
                </a:cubicBezTo>
                <a:cubicBezTo>
                  <a:pt x="3206" y="42"/>
                  <a:pt x="3162" y="53"/>
                  <a:pt x="3195" y="40"/>
                </a:cubicBezTo>
                <a:cubicBezTo>
                  <a:pt x="3227" y="45"/>
                  <a:pt x="3270" y="32"/>
                  <a:pt x="3303" y="40"/>
                </a:cubicBezTo>
                <a:cubicBezTo>
                  <a:pt x="3324" y="39"/>
                  <a:pt x="3297" y="28"/>
                  <a:pt x="3292" y="31"/>
                </a:cubicBezTo>
                <a:cubicBezTo>
                  <a:pt x="3292" y="33"/>
                  <a:pt x="3254" y="33"/>
                  <a:pt x="3249" y="36"/>
                </a:cubicBezTo>
                <a:cubicBezTo>
                  <a:pt x="3238" y="33"/>
                  <a:pt x="3249" y="32"/>
                  <a:pt x="3249" y="29"/>
                </a:cubicBezTo>
                <a:cubicBezTo>
                  <a:pt x="3243" y="29"/>
                  <a:pt x="3243" y="31"/>
                  <a:pt x="3238" y="29"/>
                </a:cubicBezTo>
                <a:cubicBezTo>
                  <a:pt x="3232" y="29"/>
                  <a:pt x="3227" y="29"/>
                  <a:pt x="3222" y="29"/>
                </a:cubicBezTo>
                <a:cubicBezTo>
                  <a:pt x="3227" y="32"/>
                  <a:pt x="3243" y="35"/>
                  <a:pt x="3232" y="38"/>
                </a:cubicBezTo>
                <a:cubicBezTo>
                  <a:pt x="3227" y="35"/>
                  <a:pt x="3222" y="38"/>
                  <a:pt x="3211" y="36"/>
                </a:cubicBezTo>
                <a:cubicBezTo>
                  <a:pt x="3200" y="33"/>
                  <a:pt x="3211" y="32"/>
                  <a:pt x="3200" y="29"/>
                </a:cubicBezTo>
                <a:cubicBezTo>
                  <a:pt x="3179" y="28"/>
                  <a:pt x="3190" y="32"/>
                  <a:pt x="3168" y="35"/>
                </a:cubicBezTo>
                <a:cubicBezTo>
                  <a:pt x="3179" y="26"/>
                  <a:pt x="3076" y="29"/>
                  <a:pt x="3125" y="33"/>
                </a:cubicBezTo>
                <a:cubicBezTo>
                  <a:pt x="3119" y="35"/>
                  <a:pt x="3109" y="38"/>
                  <a:pt x="3103" y="39"/>
                </a:cubicBezTo>
                <a:cubicBezTo>
                  <a:pt x="3087" y="31"/>
                  <a:pt x="3060" y="38"/>
                  <a:pt x="3044" y="35"/>
                </a:cubicBezTo>
                <a:cubicBezTo>
                  <a:pt x="3038" y="33"/>
                  <a:pt x="3049" y="32"/>
                  <a:pt x="3044" y="29"/>
                </a:cubicBezTo>
                <a:cubicBezTo>
                  <a:pt x="3028" y="29"/>
                  <a:pt x="3011" y="36"/>
                  <a:pt x="2995" y="29"/>
                </a:cubicBezTo>
                <a:cubicBezTo>
                  <a:pt x="2974" y="31"/>
                  <a:pt x="2984" y="39"/>
                  <a:pt x="2968" y="36"/>
                </a:cubicBezTo>
                <a:cubicBezTo>
                  <a:pt x="2974" y="25"/>
                  <a:pt x="2876" y="25"/>
                  <a:pt x="2849" y="36"/>
                </a:cubicBezTo>
                <a:cubicBezTo>
                  <a:pt x="2822" y="38"/>
                  <a:pt x="2855" y="28"/>
                  <a:pt x="2833" y="31"/>
                </a:cubicBezTo>
                <a:cubicBezTo>
                  <a:pt x="2844" y="33"/>
                  <a:pt x="2806" y="36"/>
                  <a:pt x="2806" y="33"/>
                </a:cubicBezTo>
                <a:cubicBezTo>
                  <a:pt x="2812" y="31"/>
                  <a:pt x="2801" y="28"/>
                  <a:pt x="2801" y="26"/>
                </a:cubicBezTo>
                <a:cubicBezTo>
                  <a:pt x="2774" y="28"/>
                  <a:pt x="2812" y="32"/>
                  <a:pt x="2785" y="35"/>
                </a:cubicBezTo>
                <a:cubicBezTo>
                  <a:pt x="2785" y="32"/>
                  <a:pt x="2774" y="33"/>
                  <a:pt x="2774" y="32"/>
                </a:cubicBezTo>
                <a:cubicBezTo>
                  <a:pt x="2795" y="31"/>
                  <a:pt x="2774" y="22"/>
                  <a:pt x="2779" y="28"/>
                </a:cubicBezTo>
                <a:cubicBezTo>
                  <a:pt x="2763" y="29"/>
                  <a:pt x="2769" y="38"/>
                  <a:pt x="2747" y="35"/>
                </a:cubicBezTo>
                <a:cubicBezTo>
                  <a:pt x="2742" y="31"/>
                  <a:pt x="2763" y="25"/>
                  <a:pt x="2736" y="23"/>
                </a:cubicBezTo>
                <a:cubicBezTo>
                  <a:pt x="2731" y="32"/>
                  <a:pt x="2688" y="40"/>
                  <a:pt x="2671" y="32"/>
                </a:cubicBezTo>
                <a:cubicBezTo>
                  <a:pt x="2661" y="36"/>
                  <a:pt x="2661" y="48"/>
                  <a:pt x="2634" y="42"/>
                </a:cubicBezTo>
                <a:cubicBezTo>
                  <a:pt x="2644" y="40"/>
                  <a:pt x="2650" y="39"/>
                  <a:pt x="2639" y="36"/>
                </a:cubicBezTo>
                <a:cubicBezTo>
                  <a:pt x="2634" y="38"/>
                  <a:pt x="2628" y="39"/>
                  <a:pt x="2623" y="38"/>
                </a:cubicBezTo>
                <a:cubicBezTo>
                  <a:pt x="2628" y="25"/>
                  <a:pt x="2698" y="35"/>
                  <a:pt x="2698" y="23"/>
                </a:cubicBezTo>
                <a:cubicBezTo>
                  <a:pt x="2666" y="28"/>
                  <a:pt x="2639" y="22"/>
                  <a:pt x="2612" y="28"/>
                </a:cubicBezTo>
                <a:cubicBezTo>
                  <a:pt x="2601" y="29"/>
                  <a:pt x="2607" y="32"/>
                  <a:pt x="2601" y="33"/>
                </a:cubicBezTo>
                <a:cubicBezTo>
                  <a:pt x="2580" y="28"/>
                  <a:pt x="2574" y="48"/>
                  <a:pt x="2542" y="36"/>
                </a:cubicBezTo>
                <a:cubicBezTo>
                  <a:pt x="2580" y="36"/>
                  <a:pt x="2563" y="29"/>
                  <a:pt x="2601" y="26"/>
                </a:cubicBezTo>
                <a:cubicBezTo>
                  <a:pt x="2563" y="21"/>
                  <a:pt x="2525" y="28"/>
                  <a:pt x="2488" y="26"/>
                </a:cubicBezTo>
                <a:cubicBezTo>
                  <a:pt x="2499" y="33"/>
                  <a:pt x="2515" y="23"/>
                  <a:pt x="2520" y="31"/>
                </a:cubicBezTo>
                <a:cubicBezTo>
                  <a:pt x="2515" y="31"/>
                  <a:pt x="2515" y="33"/>
                  <a:pt x="2515" y="33"/>
                </a:cubicBezTo>
                <a:cubicBezTo>
                  <a:pt x="2493" y="29"/>
                  <a:pt x="2455" y="32"/>
                  <a:pt x="2472" y="22"/>
                </a:cubicBezTo>
                <a:cubicBezTo>
                  <a:pt x="2466" y="23"/>
                  <a:pt x="2461" y="23"/>
                  <a:pt x="2461" y="22"/>
                </a:cubicBezTo>
                <a:cubicBezTo>
                  <a:pt x="2450" y="23"/>
                  <a:pt x="2445" y="22"/>
                  <a:pt x="2439" y="23"/>
                </a:cubicBezTo>
                <a:cubicBezTo>
                  <a:pt x="2450" y="26"/>
                  <a:pt x="2445" y="28"/>
                  <a:pt x="2434" y="31"/>
                </a:cubicBezTo>
                <a:cubicBezTo>
                  <a:pt x="2455" y="33"/>
                  <a:pt x="2455" y="36"/>
                  <a:pt x="2428" y="42"/>
                </a:cubicBezTo>
                <a:cubicBezTo>
                  <a:pt x="2428" y="38"/>
                  <a:pt x="2423" y="36"/>
                  <a:pt x="2407" y="35"/>
                </a:cubicBezTo>
                <a:cubicBezTo>
                  <a:pt x="2434" y="33"/>
                  <a:pt x="2417" y="29"/>
                  <a:pt x="2423" y="26"/>
                </a:cubicBezTo>
                <a:cubicBezTo>
                  <a:pt x="2407" y="22"/>
                  <a:pt x="2396" y="18"/>
                  <a:pt x="2374" y="23"/>
                </a:cubicBezTo>
                <a:cubicBezTo>
                  <a:pt x="2385" y="31"/>
                  <a:pt x="2396" y="26"/>
                  <a:pt x="2407" y="28"/>
                </a:cubicBezTo>
                <a:cubicBezTo>
                  <a:pt x="2380" y="29"/>
                  <a:pt x="2417" y="33"/>
                  <a:pt x="2391" y="36"/>
                </a:cubicBezTo>
                <a:cubicBezTo>
                  <a:pt x="2391" y="32"/>
                  <a:pt x="2396" y="26"/>
                  <a:pt x="2374" y="29"/>
                </a:cubicBezTo>
                <a:cubicBezTo>
                  <a:pt x="2380" y="35"/>
                  <a:pt x="2337" y="32"/>
                  <a:pt x="2342" y="39"/>
                </a:cubicBezTo>
                <a:cubicBezTo>
                  <a:pt x="2315" y="29"/>
                  <a:pt x="2315" y="45"/>
                  <a:pt x="2294" y="39"/>
                </a:cubicBezTo>
                <a:cubicBezTo>
                  <a:pt x="2304" y="35"/>
                  <a:pt x="2283" y="31"/>
                  <a:pt x="2299" y="28"/>
                </a:cubicBezTo>
                <a:cubicBezTo>
                  <a:pt x="2294" y="31"/>
                  <a:pt x="2304" y="35"/>
                  <a:pt x="2321" y="35"/>
                </a:cubicBezTo>
                <a:cubicBezTo>
                  <a:pt x="2337" y="28"/>
                  <a:pt x="2347" y="33"/>
                  <a:pt x="2369" y="25"/>
                </a:cubicBezTo>
                <a:cubicBezTo>
                  <a:pt x="2326" y="22"/>
                  <a:pt x="2277" y="22"/>
                  <a:pt x="2250" y="26"/>
                </a:cubicBezTo>
                <a:cubicBezTo>
                  <a:pt x="2229" y="16"/>
                  <a:pt x="2142" y="16"/>
                  <a:pt x="2126" y="32"/>
                </a:cubicBezTo>
                <a:cubicBezTo>
                  <a:pt x="2126" y="23"/>
                  <a:pt x="2110" y="32"/>
                  <a:pt x="2099" y="29"/>
                </a:cubicBezTo>
                <a:cubicBezTo>
                  <a:pt x="2083" y="23"/>
                  <a:pt x="2121" y="25"/>
                  <a:pt x="2115" y="21"/>
                </a:cubicBezTo>
                <a:cubicBezTo>
                  <a:pt x="2083" y="21"/>
                  <a:pt x="2077" y="33"/>
                  <a:pt x="2045" y="31"/>
                </a:cubicBezTo>
                <a:cubicBezTo>
                  <a:pt x="2045" y="26"/>
                  <a:pt x="2067" y="28"/>
                  <a:pt x="2067" y="21"/>
                </a:cubicBezTo>
                <a:cubicBezTo>
                  <a:pt x="2056" y="23"/>
                  <a:pt x="2045" y="22"/>
                  <a:pt x="2034" y="25"/>
                </a:cubicBezTo>
                <a:cubicBezTo>
                  <a:pt x="2040" y="28"/>
                  <a:pt x="2051" y="38"/>
                  <a:pt x="2024" y="35"/>
                </a:cubicBezTo>
                <a:cubicBezTo>
                  <a:pt x="2024" y="29"/>
                  <a:pt x="2040" y="23"/>
                  <a:pt x="2018" y="18"/>
                </a:cubicBezTo>
                <a:cubicBezTo>
                  <a:pt x="1997" y="22"/>
                  <a:pt x="1986" y="18"/>
                  <a:pt x="1964" y="21"/>
                </a:cubicBezTo>
                <a:cubicBezTo>
                  <a:pt x="1975" y="29"/>
                  <a:pt x="2018" y="19"/>
                  <a:pt x="2007" y="28"/>
                </a:cubicBezTo>
                <a:cubicBezTo>
                  <a:pt x="1997" y="26"/>
                  <a:pt x="1927" y="32"/>
                  <a:pt x="1970" y="32"/>
                </a:cubicBezTo>
                <a:cubicBezTo>
                  <a:pt x="1948" y="35"/>
                  <a:pt x="1953" y="45"/>
                  <a:pt x="1927" y="40"/>
                </a:cubicBezTo>
                <a:cubicBezTo>
                  <a:pt x="1959" y="35"/>
                  <a:pt x="1905" y="28"/>
                  <a:pt x="1959" y="22"/>
                </a:cubicBezTo>
                <a:cubicBezTo>
                  <a:pt x="1932" y="16"/>
                  <a:pt x="1900" y="21"/>
                  <a:pt x="1867" y="21"/>
                </a:cubicBezTo>
                <a:cubicBezTo>
                  <a:pt x="1883" y="26"/>
                  <a:pt x="1900" y="25"/>
                  <a:pt x="1921" y="28"/>
                </a:cubicBezTo>
                <a:cubicBezTo>
                  <a:pt x="1900" y="28"/>
                  <a:pt x="1910" y="29"/>
                  <a:pt x="1894" y="33"/>
                </a:cubicBezTo>
                <a:cubicBezTo>
                  <a:pt x="1900" y="23"/>
                  <a:pt x="1873" y="35"/>
                  <a:pt x="1862" y="32"/>
                </a:cubicBezTo>
                <a:cubicBezTo>
                  <a:pt x="1840" y="26"/>
                  <a:pt x="1867" y="23"/>
                  <a:pt x="1851" y="19"/>
                </a:cubicBezTo>
                <a:cubicBezTo>
                  <a:pt x="1824" y="18"/>
                  <a:pt x="1829" y="28"/>
                  <a:pt x="1802" y="26"/>
                </a:cubicBezTo>
                <a:cubicBezTo>
                  <a:pt x="1797" y="23"/>
                  <a:pt x="1808" y="21"/>
                  <a:pt x="1802" y="18"/>
                </a:cubicBezTo>
                <a:cubicBezTo>
                  <a:pt x="1786" y="26"/>
                  <a:pt x="1759" y="26"/>
                  <a:pt x="1748" y="16"/>
                </a:cubicBezTo>
                <a:cubicBezTo>
                  <a:pt x="1711" y="21"/>
                  <a:pt x="1711" y="16"/>
                  <a:pt x="1678" y="26"/>
                </a:cubicBezTo>
                <a:cubicBezTo>
                  <a:pt x="1678" y="21"/>
                  <a:pt x="1640" y="19"/>
                  <a:pt x="1624" y="16"/>
                </a:cubicBezTo>
                <a:cubicBezTo>
                  <a:pt x="1592" y="22"/>
                  <a:pt x="1597" y="26"/>
                  <a:pt x="1575" y="26"/>
                </a:cubicBezTo>
                <a:cubicBezTo>
                  <a:pt x="1603" y="21"/>
                  <a:pt x="1549" y="19"/>
                  <a:pt x="1559" y="15"/>
                </a:cubicBezTo>
                <a:cubicBezTo>
                  <a:pt x="1532" y="18"/>
                  <a:pt x="1511" y="23"/>
                  <a:pt x="1489" y="15"/>
                </a:cubicBezTo>
                <a:cubicBezTo>
                  <a:pt x="1468" y="21"/>
                  <a:pt x="1441" y="25"/>
                  <a:pt x="1419" y="18"/>
                </a:cubicBezTo>
                <a:cubicBezTo>
                  <a:pt x="1403" y="21"/>
                  <a:pt x="1392" y="23"/>
                  <a:pt x="1376" y="26"/>
                </a:cubicBezTo>
                <a:cubicBezTo>
                  <a:pt x="1365" y="19"/>
                  <a:pt x="1344" y="25"/>
                  <a:pt x="1333" y="21"/>
                </a:cubicBezTo>
                <a:cubicBezTo>
                  <a:pt x="1349" y="18"/>
                  <a:pt x="1381" y="22"/>
                  <a:pt x="1371" y="15"/>
                </a:cubicBezTo>
                <a:cubicBezTo>
                  <a:pt x="1333" y="14"/>
                  <a:pt x="1290" y="23"/>
                  <a:pt x="1252" y="14"/>
                </a:cubicBezTo>
                <a:cubicBezTo>
                  <a:pt x="1225" y="21"/>
                  <a:pt x="1214" y="25"/>
                  <a:pt x="1187" y="19"/>
                </a:cubicBezTo>
                <a:cubicBezTo>
                  <a:pt x="1203" y="18"/>
                  <a:pt x="1235" y="18"/>
                  <a:pt x="1225" y="11"/>
                </a:cubicBezTo>
                <a:cubicBezTo>
                  <a:pt x="1209" y="14"/>
                  <a:pt x="1187" y="12"/>
                  <a:pt x="1171" y="15"/>
                </a:cubicBezTo>
                <a:cubicBezTo>
                  <a:pt x="1171" y="23"/>
                  <a:pt x="1192" y="25"/>
                  <a:pt x="1198" y="28"/>
                </a:cubicBezTo>
                <a:cubicBezTo>
                  <a:pt x="1176" y="23"/>
                  <a:pt x="1149" y="32"/>
                  <a:pt x="1133" y="25"/>
                </a:cubicBezTo>
                <a:cubicBezTo>
                  <a:pt x="1144" y="23"/>
                  <a:pt x="1155" y="26"/>
                  <a:pt x="1171" y="22"/>
                </a:cubicBezTo>
                <a:cubicBezTo>
                  <a:pt x="1149" y="16"/>
                  <a:pt x="1155" y="14"/>
                  <a:pt x="1133" y="10"/>
                </a:cubicBezTo>
                <a:cubicBezTo>
                  <a:pt x="1117" y="14"/>
                  <a:pt x="1084" y="12"/>
                  <a:pt x="1052" y="14"/>
                </a:cubicBezTo>
                <a:cubicBezTo>
                  <a:pt x="1047" y="21"/>
                  <a:pt x="1031" y="28"/>
                  <a:pt x="993" y="28"/>
                </a:cubicBezTo>
                <a:cubicBezTo>
                  <a:pt x="1009" y="25"/>
                  <a:pt x="998" y="23"/>
                  <a:pt x="1014" y="23"/>
                </a:cubicBezTo>
                <a:cubicBezTo>
                  <a:pt x="1009" y="18"/>
                  <a:pt x="993" y="18"/>
                  <a:pt x="982" y="18"/>
                </a:cubicBezTo>
                <a:cubicBezTo>
                  <a:pt x="982" y="16"/>
                  <a:pt x="987" y="16"/>
                  <a:pt x="982" y="15"/>
                </a:cubicBezTo>
                <a:cubicBezTo>
                  <a:pt x="1004" y="15"/>
                  <a:pt x="1036" y="22"/>
                  <a:pt x="1041" y="12"/>
                </a:cubicBezTo>
                <a:cubicBezTo>
                  <a:pt x="1009" y="8"/>
                  <a:pt x="987" y="14"/>
                  <a:pt x="966" y="10"/>
                </a:cubicBezTo>
                <a:cubicBezTo>
                  <a:pt x="950" y="16"/>
                  <a:pt x="912" y="18"/>
                  <a:pt x="890" y="16"/>
                </a:cubicBezTo>
                <a:cubicBezTo>
                  <a:pt x="906" y="19"/>
                  <a:pt x="885" y="22"/>
                  <a:pt x="885" y="25"/>
                </a:cubicBezTo>
                <a:cubicBezTo>
                  <a:pt x="869" y="12"/>
                  <a:pt x="912" y="16"/>
                  <a:pt x="923" y="10"/>
                </a:cubicBezTo>
                <a:cubicBezTo>
                  <a:pt x="869" y="11"/>
                  <a:pt x="842" y="4"/>
                  <a:pt x="831" y="18"/>
                </a:cubicBezTo>
                <a:cubicBezTo>
                  <a:pt x="831" y="15"/>
                  <a:pt x="831" y="12"/>
                  <a:pt x="825" y="10"/>
                </a:cubicBezTo>
                <a:cubicBezTo>
                  <a:pt x="804" y="16"/>
                  <a:pt x="787" y="8"/>
                  <a:pt x="771" y="6"/>
                </a:cubicBezTo>
                <a:cubicBezTo>
                  <a:pt x="750" y="8"/>
                  <a:pt x="744" y="18"/>
                  <a:pt x="734" y="15"/>
                </a:cubicBezTo>
                <a:cubicBezTo>
                  <a:pt x="723" y="12"/>
                  <a:pt x="739" y="5"/>
                  <a:pt x="717" y="8"/>
                </a:cubicBezTo>
                <a:cubicBezTo>
                  <a:pt x="717" y="10"/>
                  <a:pt x="712" y="18"/>
                  <a:pt x="696" y="15"/>
                </a:cubicBezTo>
                <a:cubicBezTo>
                  <a:pt x="690" y="12"/>
                  <a:pt x="712" y="10"/>
                  <a:pt x="690" y="5"/>
                </a:cubicBezTo>
                <a:cubicBezTo>
                  <a:pt x="680" y="15"/>
                  <a:pt x="647" y="15"/>
                  <a:pt x="631" y="25"/>
                </a:cubicBezTo>
                <a:cubicBezTo>
                  <a:pt x="631" y="21"/>
                  <a:pt x="626" y="23"/>
                  <a:pt x="615" y="19"/>
                </a:cubicBezTo>
                <a:cubicBezTo>
                  <a:pt x="642" y="15"/>
                  <a:pt x="631" y="12"/>
                  <a:pt x="658" y="11"/>
                </a:cubicBezTo>
                <a:cubicBezTo>
                  <a:pt x="637" y="10"/>
                  <a:pt x="593" y="0"/>
                  <a:pt x="583" y="10"/>
                </a:cubicBezTo>
                <a:cubicBezTo>
                  <a:pt x="593" y="8"/>
                  <a:pt x="599" y="11"/>
                  <a:pt x="593" y="12"/>
                </a:cubicBezTo>
                <a:cubicBezTo>
                  <a:pt x="555" y="11"/>
                  <a:pt x="550" y="23"/>
                  <a:pt x="529" y="29"/>
                </a:cubicBezTo>
                <a:cubicBezTo>
                  <a:pt x="485" y="18"/>
                  <a:pt x="566" y="16"/>
                  <a:pt x="561" y="8"/>
                </a:cubicBezTo>
                <a:cubicBezTo>
                  <a:pt x="512" y="2"/>
                  <a:pt x="421" y="16"/>
                  <a:pt x="453" y="31"/>
                </a:cubicBezTo>
                <a:cubicBezTo>
                  <a:pt x="431" y="29"/>
                  <a:pt x="404" y="33"/>
                  <a:pt x="383" y="28"/>
                </a:cubicBezTo>
                <a:cubicBezTo>
                  <a:pt x="431" y="21"/>
                  <a:pt x="453" y="18"/>
                  <a:pt x="453" y="5"/>
                </a:cubicBezTo>
                <a:cubicBezTo>
                  <a:pt x="404" y="6"/>
                  <a:pt x="415" y="15"/>
                  <a:pt x="367" y="21"/>
                </a:cubicBezTo>
                <a:cubicBezTo>
                  <a:pt x="356" y="18"/>
                  <a:pt x="350" y="19"/>
                  <a:pt x="340" y="16"/>
                </a:cubicBezTo>
                <a:cubicBezTo>
                  <a:pt x="372" y="18"/>
                  <a:pt x="350" y="6"/>
                  <a:pt x="377" y="8"/>
                </a:cubicBezTo>
                <a:cubicBezTo>
                  <a:pt x="329" y="5"/>
                  <a:pt x="280" y="10"/>
                  <a:pt x="237" y="6"/>
                </a:cubicBezTo>
                <a:cubicBezTo>
                  <a:pt x="215" y="21"/>
                  <a:pt x="107" y="10"/>
                  <a:pt x="102" y="23"/>
                </a:cubicBezTo>
                <a:moveTo>
                  <a:pt x="3600" y="87"/>
                </a:moveTo>
                <a:cubicBezTo>
                  <a:pt x="3600" y="90"/>
                  <a:pt x="3600" y="92"/>
                  <a:pt x="3611" y="94"/>
                </a:cubicBezTo>
                <a:cubicBezTo>
                  <a:pt x="3600" y="94"/>
                  <a:pt x="3594" y="96"/>
                  <a:pt x="3589" y="97"/>
                </a:cubicBezTo>
                <a:cubicBezTo>
                  <a:pt x="3584" y="96"/>
                  <a:pt x="3578" y="94"/>
                  <a:pt x="3573" y="96"/>
                </a:cubicBezTo>
                <a:cubicBezTo>
                  <a:pt x="3562" y="93"/>
                  <a:pt x="3594" y="90"/>
                  <a:pt x="3600" y="87"/>
                </a:cubicBezTo>
                <a:moveTo>
                  <a:pt x="2126" y="124"/>
                </a:moveTo>
                <a:cubicBezTo>
                  <a:pt x="2115" y="118"/>
                  <a:pt x="2094" y="124"/>
                  <a:pt x="2094" y="117"/>
                </a:cubicBezTo>
                <a:cubicBezTo>
                  <a:pt x="2132" y="121"/>
                  <a:pt x="2159" y="115"/>
                  <a:pt x="2175" y="108"/>
                </a:cubicBezTo>
                <a:cubicBezTo>
                  <a:pt x="2180" y="115"/>
                  <a:pt x="2153" y="120"/>
                  <a:pt x="2126" y="124"/>
                </a:cubicBezTo>
                <a:moveTo>
                  <a:pt x="2229" y="108"/>
                </a:moveTo>
                <a:cubicBezTo>
                  <a:pt x="2223" y="103"/>
                  <a:pt x="2261" y="98"/>
                  <a:pt x="2272" y="104"/>
                </a:cubicBezTo>
                <a:cubicBezTo>
                  <a:pt x="2277" y="103"/>
                  <a:pt x="2272" y="101"/>
                  <a:pt x="2267" y="100"/>
                </a:cubicBezTo>
                <a:cubicBezTo>
                  <a:pt x="2283" y="94"/>
                  <a:pt x="2288" y="100"/>
                  <a:pt x="2304" y="97"/>
                </a:cubicBezTo>
                <a:cubicBezTo>
                  <a:pt x="2299" y="101"/>
                  <a:pt x="2277" y="103"/>
                  <a:pt x="2261" y="110"/>
                </a:cubicBezTo>
                <a:cubicBezTo>
                  <a:pt x="2250" y="108"/>
                  <a:pt x="2240" y="104"/>
                  <a:pt x="2229" y="108"/>
                </a:cubicBezTo>
                <a:moveTo>
                  <a:pt x="2299" y="93"/>
                </a:moveTo>
                <a:cubicBezTo>
                  <a:pt x="2310" y="92"/>
                  <a:pt x="2315" y="90"/>
                  <a:pt x="2326" y="89"/>
                </a:cubicBezTo>
                <a:cubicBezTo>
                  <a:pt x="2337" y="96"/>
                  <a:pt x="2304" y="94"/>
                  <a:pt x="2342" y="100"/>
                </a:cubicBezTo>
                <a:cubicBezTo>
                  <a:pt x="2342" y="100"/>
                  <a:pt x="2347" y="98"/>
                  <a:pt x="2353" y="98"/>
                </a:cubicBezTo>
                <a:cubicBezTo>
                  <a:pt x="2364" y="103"/>
                  <a:pt x="2337" y="98"/>
                  <a:pt x="2326" y="103"/>
                </a:cubicBezTo>
                <a:cubicBezTo>
                  <a:pt x="2331" y="98"/>
                  <a:pt x="2310" y="97"/>
                  <a:pt x="2315" y="103"/>
                </a:cubicBezTo>
                <a:cubicBezTo>
                  <a:pt x="2310" y="107"/>
                  <a:pt x="2310" y="96"/>
                  <a:pt x="2299" y="93"/>
                </a:cubicBezTo>
                <a:moveTo>
                  <a:pt x="2267" y="118"/>
                </a:moveTo>
                <a:cubicBezTo>
                  <a:pt x="2256" y="114"/>
                  <a:pt x="2277" y="110"/>
                  <a:pt x="2294" y="110"/>
                </a:cubicBezTo>
                <a:cubicBezTo>
                  <a:pt x="2304" y="114"/>
                  <a:pt x="2277" y="118"/>
                  <a:pt x="2267" y="118"/>
                </a:cubicBezTo>
                <a:moveTo>
                  <a:pt x="2342" y="115"/>
                </a:moveTo>
                <a:cubicBezTo>
                  <a:pt x="2342" y="113"/>
                  <a:pt x="2342" y="111"/>
                  <a:pt x="2337" y="108"/>
                </a:cubicBezTo>
                <a:cubicBezTo>
                  <a:pt x="2353" y="104"/>
                  <a:pt x="2364" y="107"/>
                  <a:pt x="2374" y="106"/>
                </a:cubicBezTo>
                <a:cubicBezTo>
                  <a:pt x="2385" y="110"/>
                  <a:pt x="2353" y="111"/>
                  <a:pt x="2342" y="115"/>
                </a:cubicBezTo>
                <a:moveTo>
                  <a:pt x="2472" y="79"/>
                </a:moveTo>
                <a:cubicBezTo>
                  <a:pt x="2461" y="73"/>
                  <a:pt x="2493" y="76"/>
                  <a:pt x="2499" y="76"/>
                </a:cubicBezTo>
                <a:cubicBezTo>
                  <a:pt x="2499" y="79"/>
                  <a:pt x="2493" y="82"/>
                  <a:pt x="2499" y="86"/>
                </a:cubicBezTo>
                <a:cubicBezTo>
                  <a:pt x="2493" y="94"/>
                  <a:pt x="2493" y="70"/>
                  <a:pt x="2472" y="79"/>
                </a:cubicBezTo>
                <a:moveTo>
                  <a:pt x="2536" y="64"/>
                </a:moveTo>
                <a:cubicBezTo>
                  <a:pt x="2553" y="70"/>
                  <a:pt x="2542" y="76"/>
                  <a:pt x="2536" y="80"/>
                </a:cubicBezTo>
                <a:cubicBezTo>
                  <a:pt x="2520" y="74"/>
                  <a:pt x="2509" y="69"/>
                  <a:pt x="2536" y="64"/>
                </a:cubicBezTo>
                <a:moveTo>
                  <a:pt x="2472" y="114"/>
                </a:moveTo>
                <a:cubicBezTo>
                  <a:pt x="2466" y="113"/>
                  <a:pt x="2488" y="107"/>
                  <a:pt x="2461" y="111"/>
                </a:cubicBezTo>
                <a:cubicBezTo>
                  <a:pt x="2461" y="103"/>
                  <a:pt x="2428" y="110"/>
                  <a:pt x="2445" y="103"/>
                </a:cubicBezTo>
                <a:cubicBezTo>
                  <a:pt x="2493" y="101"/>
                  <a:pt x="2482" y="104"/>
                  <a:pt x="2520" y="101"/>
                </a:cubicBezTo>
                <a:cubicBezTo>
                  <a:pt x="2531" y="100"/>
                  <a:pt x="2520" y="106"/>
                  <a:pt x="2536" y="104"/>
                </a:cubicBezTo>
                <a:cubicBezTo>
                  <a:pt x="2531" y="113"/>
                  <a:pt x="2477" y="101"/>
                  <a:pt x="2472" y="114"/>
                </a:cubicBezTo>
                <a:moveTo>
                  <a:pt x="2553" y="87"/>
                </a:moveTo>
                <a:cubicBezTo>
                  <a:pt x="2558" y="89"/>
                  <a:pt x="2553" y="90"/>
                  <a:pt x="2547" y="92"/>
                </a:cubicBezTo>
                <a:cubicBezTo>
                  <a:pt x="2553" y="92"/>
                  <a:pt x="2558" y="93"/>
                  <a:pt x="2569" y="94"/>
                </a:cubicBezTo>
                <a:cubicBezTo>
                  <a:pt x="2542" y="101"/>
                  <a:pt x="2520" y="90"/>
                  <a:pt x="2553" y="87"/>
                </a:cubicBezTo>
                <a:moveTo>
                  <a:pt x="2569" y="110"/>
                </a:moveTo>
                <a:cubicBezTo>
                  <a:pt x="2563" y="111"/>
                  <a:pt x="2547" y="110"/>
                  <a:pt x="2553" y="113"/>
                </a:cubicBezTo>
                <a:cubicBezTo>
                  <a:pt x="2531" y="117"/>
                  <a:pt x="2542" y="104"/>
                  <a:pt x="2553" y="110"/>
                </a:cubicBezTo>
                <a:cubicBezTo>
                  <a:pt x="2553" y="107"/>
                  <a:pt x="2553" y="94"/>
                  <a:pt x="2580" y="103"/>
                </a:cubicBezTo>
                <a:cubicBezTo>
                  <a:pt x="2574" y="104"/>
                  <a:pt x="2574" y="103"/>
                  <a:pt x="2569" y="101"/>
                </a:cubicBezTo>
                <a:cubicBezTo>
                  <a:pt x="2569" y="104"/>
                  <a:pt x="2569" y="107"/>
                  <a:pt x="2569" y="110"/>
                </a:cubicBezTo>
                <a:moveTo>
                  <a:pt x="2623" y="97"/>
                </a:moveTo>
                <a:cubicBezTo>
                  <a:pt x="2628" y="94"/>
                  <a:pt x="2639" y="93"/>
                  <a:pt x="2634" y="92"/>
                </a:cubicBezTo>
                <a:cubicBezTo>
                  <a:pt x="2661" y="87"/>
                  <a:pt x="2644" y="101"/>
                  <a:pt x="2666" y="97"/>
                </a:cubicBezTo>
                <a:cubicBezTo>
                  <a:pt x="2671" y="101"/>
                  <a:pt x="2628" y="103"/>
                  <a:pt x="2623" y="97"/>
                </a:cubicBezTo>
                <a:moveTo>
                  <a:pt x="2715" y="90"/>
                </a:moveTo>
                <a:cubicBezTo>
                  <a:pt x="2704" y="86"/>
                  <a:pt x="2698" y="82"/>
                  <a:pt x="2715" y="79"/>
                </a:cubicBezTo>
                <a:cubicBezTo>
                  <a:pt x="2731" y="83"/>
                  <a:pt x="2742" y="87"/>
                  <a:pt x="2715" y="90"/>
                </a:cubicBezTo>
                <a:moveTo>
                  <a:pt x="2849" y="62"/>
                </a:moveTo>
                <a:cubicBezTo>
                  <a:pt x="2855" y="70"/>
                  <a:pt x="2817" y="66"/>
                  <a:pt x="2806" y="66"/>
                </a:cubicBezTo>
                <a:cubicBezTo>
                  <a:pt x="2801" y="60"/>
                  <a:pt x="2839" y="64"/>
                  <a:pt x="2849" y="62"/>
                </a:cubicBezTo>
                <a:moveTo>
                  <a:pt x="2785" y="76"/>
                </a:moveTo>
                <a:cubicBezTo>
                  <a:pt x="2790" y="72"/>
                  <a:pt x="2822" y="73"/>
                  <a:pt x="2844" y="69"/>
                </a:cubicBezTo>
                <a:cubicBezTo>
                  <a:pt x="2855" y="76"/>
                  <a:pt x="2822" y="73"/>
                  <a:pt x="2806" y="79"/>
                </a:cubicBezTo>
                <a:cubicBezTo>
                  <a:pt x="2795" y="77"/>
                  <a:pt x="2790" y="74"/>
                  <a:pt x="2785" y="76"/>
                </a:cubicBezTo>
                <a:moveTo>
                  <a:pt x="2790" y="100"/>
                </a:moveTo>
                <a:cubicBezTo>
                  <a:pt x="2769" y="100"/>
                  <a:pt x="2779" y="103"/>
                  <a:pt x="2763" y="106"/>
                </a:cubicBezTo>
                <a:cubicBezTo>
                  <a:pt x="2758" y="104"/>
                  <a:pt x="2758" y="103"/>
                  <a:pt x="2752" y="100"/>
                </a:cubicBezTo>
                <a:cubicBezTo>
                  <a:pt x="2779" y="101"/>
                  <a:pt x="2752" y="94"/>
                  <a:pt x="2779" y="92"/>
                </a:cubicBezTo>
                <a:cubicBezTo>
                  <a:pt x="2774" y="92"/>
                  <a:pt x="2763" y="89"/>
                  <a:pt x="2758" y="86"/>
                </a:cubicBezTo>
                <a:cubicBezTo>
                  <a:pt x="2763" y="86"/>
                  <a:pt x="2774" y="86"/>
                  <a:pt x="2769" y="84"/>
                </a:cubicBezTo>
                <a:cubicBezTo>
                  <a:pt x="2779" y="83"/>
                  <a:pt x="2785" y="86"/>
                  <a:pt x="2790" y="84"/>
                </a:cubicBezTo>
                <a:cubicBezTo>
                  <a:pt x="2795" y="87"/>
                  <a:pt x="2785" y="87"/>
                  <a:pt x="2785" y="86"/>
                </a:cubicBezTo>
                <a:cubicBezTo>
                  <a:pt x="2795" y="92"/>
                  <a:pt x="2774" y="96"/>
                  <a:pt x="2790" y="100"/>
                </a:cubicBezTo>
                <a:moveTo>
                  <a:pt x="2720" y="107"/>
                </a:moveTo>
                <a:cubicBezTo>
                  <a:pt x="2682" y="113"/>
                  <a:pt x="2661" y="108"/>
                  <a:pt x="2634" y="114"/>
                </a:cubicBezTo>
                <a:cubicBezTo>
                  <a:pt x="2634" y="106"/>
                  <a:pt x="2693" y="104"/>
                  <a:pt x="2720" y="107"/>
                </a:cubicBezTo>
                <a:moveTo>
                  <a:pt x="2634" y="124"/>
                </a:moveTo>
                <a:cubicBezTo>
                  <a:pt x="2623" y="121"/>
                  <a:pt x="2639" y="120"/>
                  <a:pt x="2634" y="117"/>
                </a:cubicBezTo>
                <a:cubicBezTo>
                  <a:pt x="2655" y="118"/>
                  <a:pt x="2671" y="121"/>
                  <a:pt x="2693" y="120"/>
                </a:cubicBezTo>
                <a:cubicBezTo>
                  <a:pt x="2693" y="130"/>
                  <a:pt x="2655" y="118"/>
                  <a:pt x="2634" y="124"/>
                </a:cubicBezTo>
                <a:moveTo>
                  <a:pt x="2806" y="87"/>
                </a:moveTo>
                <a:cubicBezTo>
                  <a:pt x="2795" y="77"/>
                  <a:pt x="2822" y="86"/>
                  <a:pt x="2844" y="79"/>
                </a:cubicBezTo>
                <a:cubicBezTo>
                  <a:pt x="2844" y="84"/>
                  <a:pt x="2844" y="87"/>
                  <a:pt x="2866" y="90"/>
                </a:cubicBezTo>
                <a:cubicBezTo>
                  <a:pt x="2882" y="87"/>
                  <a:pt x="2887" y="84"/>
                  <a:pt x="2882" y="82"/>
                </a:cubicBezTo>
                <a:cubicBezTo>
                  <a:pt x="2903" y="80"/>
                  <a:pt x="2892" y="87"/>
                  <a:pt x="2892" y="90"/>
                </a:cubicBezTo>
                <a:cubicBezTo>
                  <a:pt x="2839" y="96"/>
                  <a:pt x="2849" y="86"/>
                  <a:pt x="2806" y="87"/>
                </a:cubicBezTo>
                <a:moveTo>
                  <a:pt x="2974" y="57"/>
                </a:moveTo>
                <a:cubicBezTo>
                  <a:pt x="2974" y="62"/>
                  <a:pt x="2963" y="64"/>
                  <a:pt x="2947" y="67"/>
                </a:cubicBezTo>
                <a:cubicBezTo>
                  <a:pt x="2941" y="66"/>
                  <a:pt x="2936" y="64"/>
                  <a:pt x="2930" y="63"/>
                </a:cubicBezTo>
                <a:cubicBezTo>
                  <a:pt x="2947" y="59"/>
                  <a:pt x="2957" y="62"/>
                  <a:pt x="2974" y="57"/>
                </a:cubicBezTo>
                <a:moveTo>
                  <a:pt x="3060" y="60"/>
                </a:moveTo>
                <a:cubicBezTo>
                  <a:pt x="3044" y="63"/>
                  <a:pt x="3028" y="64"/>
                  <a:pt x="3017" y="59"/>
                </a:cubicBezTo>
                <a:cubicBezTo>
                  <a:pt x="3033" y="55"/>
                  <a:pt x="3049" y="55"/>
                  <a:pt x="3060" y="60"/>
                </a:cubicBezTo>
                <a:moveTo>
                  <a:pt x="2742" y="120"/>
                </a:moveTo>
                <a:cubicBezTo>
                  <a:pt x="2752" y="111"/>
                  <a:pt x="2790" y="110"/>
                  <a:pt x="2806" y="103"/>
                </a:cubicBezTo>
                <a:cubicBezTo>
                  <a:pt x="2828" y="113"/>
                  <a:pt x="2763" y="111"/>
                  <a:pt x="2785" y="118"/>
                </a:cubicBezTo>
                <a:cubicBezTo>
                  <a:pt x="2769" y="124"/>
                  <a:pt x="2758" y="118"/>
                  <a:pt x="2742" y="120"/>
                </a:cubicBezTo>
                <a:moveTo>
                  <a:pt x="2925" y="84"/>
                </a:moveTo>
                <a:cubicBezTo>
                  <a:pt x="2963" y="80"/>
                  <a:pt x="2947" y="74"/>
                  <a:pt x="2974" y="70"/>
                </a:cubicBezTo>
                <a:cubicBezTo>
                  <a:pt x="2990" y="74"/>
                  <a:pt x="3011" y="74"/>
                  <a:pt x="3033" y="67"/>
                </a:cubicBezTo>
                <a:cubicBezTo>
                  <a:pt x="3055" y="80"/>
                  <a:pt x="3001" y="72"/>
                  <a:pt x="2974" y="77"/>
                </a:cubicBezTo>
                <a:cubicBezTo>
                  <a:pt x="2963" y="80"/>
                  <a:pt x="3001" y="80"/>
                  <a:pt x="3006" y="82"/>
                </a:cubicBezTo>
                <a:cubicBezTo>
                  <a:pt x="2995" y="86"/>
                  <a:pt x="3028" y="92"/>
                  <a:pt x="3001" y="96"/>
                </a:cubicBezTo>
                <a:cubicBezTo>
                  <a:pt x="2995" y="82"/>
                  <a:pt x="2963" y="86"/>
                  <a:pt x="2925" y="84"/>
                </a:cubicBezTo>
                <a:moveTo>
                  <a:pt x="3022" y="87"/>
                </a:moveTo>
                <a:cubicBezTo>
                  <a:pt x="3033" y="87"/>
                  <a:pt x="3038" y="86"/>
                  <a:pt x="3044" y="84"/>
                </a:cubicBezTo>
                <a:cubicBezTo>
                  <a:pt x="3055" y="89"/>
                  <a:pt x="3060" y="86"/>
                  <a:pt x="3060" y="90"/>
                </a:cubicBezTo>
                <a:cubicBezTo>
                  <a:pt x="3049" y="92"/>
                  <a:pt x="3033" y="92"/>
                  <a:pt x="3022" y="87"/>
                </a:cubicBezTo>
                <a:moveTo>
                  <a:pt x="2849" y="121"/>
                </a:moveTo>
                <a:cubicBezTo>
                  <a:pt x="2844" y="114"/>
                  <a:pt x="2839" y="117"/>
                  <a:pt x="2833" y="111"/>
                </a:cubicBezTo>
                <a:cubicBezTo>
                  <a:pt x="2871" y="115"/>
                  <a:pt x="2909" y="100"/>
                  <a:pt x="2941" y="93"/>
                </a:cubicBezTo>
                <a:cubicBezTo>
                  <a:pt x="2957" y="101"/>
                  <a:pt x="2903" y="103"/>
                  <a:pt x="2898" y="108"/>
                </a:cubicBezTo>
                <a:cubicBezTo>
                  <a:pt x="2909" y="113"/>
                  <a:pt x="2914" y="111"/>
                  <a:pt x="2925" y="113"/>
                </a:cubicBezTo>
                <a:cubicBezTo>
                  <a:pt x="2952" y="108"/>
                  <a:pt x="2952" y="104"/>
                  <a:pt x="2968" y="98"/>
                </a:cubicBezTo>
                <a:cubicBezTo>
                  <a:pt x="2995" y="106"/>
                  <a:pt x="2947" y="108"/>
                  <a:pt x="2979" y="115"/>
                </a:cubicBezTo>
                <a:cubicBezTo>
                  <a:pt x="2930" y="113"/>
                  <a:pt x="2903" y="120"/>
                  <a:pt x="2849" y="121"/>
                </a:cubicBezTo>
                <a:moveTo>
                  <a:pt x="2984" y="104"/>
                </a:moveTo>
                <a:cubicBezTo>
                  <a:pt x="3011" y="97"/>
                  <a:pt x="3017" y="100"/>
                  <a:pt x="3038" y="93"/>
                </a:cubicBezTo>
                <a:cubicBezTo>
                  <a:pt x="3049" y="96"/>
                  <a:pt x="3038" y="97"/>
                  <a:pt x="3028" y="100"/>
                </a:cubicBezTo>
                <a:cubicBezTo>
                  <a:pt x="3033" y="101"/>
                  <a:pt x="3038" y="100"/>
                  <a:pt x="3038" y="100"/>
                </a:cubicBezTo>
                <a:cubicBezTo>
                  <a:pt x="3038" y="101"/>
                  <a:pt x="2995" y="103"/>
                  <a:pt x="2995" y="111"/>
                </a:cubicBezTo>
                <a:cubicBezTo>
                  <a:pt x="2974" y="114"/>
                  <a:pt x="3006" y="106"/>
                  <a:pt x="2984" y="104"/>
                </a:cubicBezTo>
                <a:moveTo>
                  <a:pt x="3060" y="93"/>
                </a:moveTo>
                <a:cubicBezTo>
                  <a:pt x="3082" y="87"/>
                  <a:pt x="3109" y="89"/>
                  <a:pt x="3114" y="77"/>
                </a:cubicBezTo>
                <a:cubicBezTo>
                  <a:pt x="3119" y="83"/>
                  <a:pt x="3136" y="79"/>
                  <a:pt x="3146" y="79"/>
                </a:cubicBezTo>
                <a:cubicBezTo>
                  <a:pt x="3136" y="84"/>
                  <a:pt x="3103" y="96"/>
                  <a:pt x="3060" y="93"/>
                </a:cubicBezTo>
                <a:moveTo>
                  <a:pt x="3168" y="120"/>
                </a:moveTo>
                <a:cubicBezTo>
                  <a:pt x="3146" y="115"/>
                  <a:pt x="3173" y="113"/>
                  <a:pt x="3168" y="110"/>
                </a:cubicBezTo>
                <a:cubicBezTo>
                  <a:pt x="3152" y="107"/>
                  <a:pt x="3168" y="115"/>
                  <a:pt x="3141" y="117"/>
                </a:cubicBezTo>
                <a:cubicBezTo>
                  <a:pt x="3125" y="113"/>
                  <a:pt x="3136" y="110"/>
                  <a:pt x="3146" y="106"/>
                </a:cubicBezTo>
                <a:cubicBezTo>
                  <a:pt x="3168" y="107"/>
                  <a:pt x="3184" y="111"/>
                  <a:pt x="3206" y="115"/>
                </a:cubicBezTo>
                <a:cubicBezTo>
                  <a:pt x="3200" y="120"/>
                  <a:pt x="3184" y="118"/>
                  <a:pt x="3168" y="120"/>
                </a:cubicBezTo>
                <a:moveTo>
                  <a:pt x="3297" y="83"/>
                </a:moveTo>
                <a:cubicBezTo>
                  <a:pt x="3303" y="89"/>
                  <a:pt x="3297" y="94"/>
                  <a:pt x="3270" y="98"/>
                </a:cubicBezTo>
                <a:cubicBezTo>
                  <a:pt x="3265" y="94"/>
                  <a:pt x="3254" y="93"/>
                  <a:pt x="3238" y="94"/>
                </a:cubicBezTo>
                <a:cubicBezTo>
                  <a:pt x="3238" y="93"/>
                  <a:pt x="3281" y="89"/>
                  <a:pt x="3297" y="83"/>
                </a:cubicBezTo>
                <a:moveTo>
                  <a:pt x="3200" y="111"/>
                </a:moveTo>
                <a:cubicBezTo>
                  <a:pt x="3195" y="108"/>
                  <a:pt x="3206" y="106"/>
                  <a:pt x="3200" y="103"/>
                </a:cubicBezTo>
                <a:cubicBezTo>
                  <a:pt x="3211" y="101"/>
                  <a:pt x="3222" y="103"/>
                  <a:pt x="3227" y="107"/>
                </a:cubicBezTo>
                <a:cubicBezTo>
                  <a:pt x="3216" y="111"/>
                  <a:pt x="3211" y="110"/>
                  <a:pt x="3200" y="111"/>
                </a:cubicBezTo>
                <a:moveTo>
                  <a:pt x="3303" y="97"/>
                </a:moveTo>
                <a:cubicBezTo>
                  <a:pt x="3308" y="92"/>
                  <a:pt x="3324" y="87"/>
                  <a:pt x="3319" y="82"/>
                </a:cubicBezTo>
                <a:cubicBezTo>
                  <a:pt x="3324" y="80"/>
                  <a:pt x="3324" y="83"/>
                  <a:pt x="3324" y="83"/>
                </a:cubicBezTo>
                <a:cubicBezTo>
                  <a:pt x="3341" y="86"/>
                  <a:pt x="3362" y="82"/>
                  <a:pt x="3373" y="87"/>
                </a:cubicBezTo>
                <a:cubicBezTo>
                  <a:pt x="3346" y="87"/>
                  <a:pt x="3330" y="96"/>
                  <a:pt x="3303" y="97"/>
                </a:cubicBezTo>
                <a:moveTo>
                  <a:pt x="3346" y="104"/>
                </a:moveTo>
                <a:cubicBezTo>
                  <a:pt x="3324" y="110"/>
                  <a:pt x="3314" y="103"/>
                  <a:pt x="3292" y="110"/>
                </a:cubicBezTo>
                <a:cubicBezTo>
                  <a:pt x="3287" y="107"/>
                  <a:pt x="3287" y="104"/>
                  <a:pt x="3292" y="103"/>
                </a:cubicBezTo>
                <a:cubicBezTo>
                  <a:pt x="3308" y="101"/>
                  <a:pt x="3330" y="100"/>
                  <a:pt x="3346" y="104"/>
                </a:cubicBezTo>
                <a:moveTo>
                  <a:pt x="3465" y="87"/>
                </a:moveTo>
                <a:cubicBezTo>
                  <a:pt x="3449" y="89"/>
                  <a:pt x="3432" y="87"/>
                  <a:pt x="3416" y="92"/>
                </a:cubicBezTo>
                <a:cubicBezTo>
                  <a:pt x="3411" y="89"/>
                  <a:pt x="3422" y="87"/>
                  <a:pt x="3416" y="84"/>
                </a:cubicBezTo>
                <a:cubicBezTo>
                  <a:pt x="3432" y="82"/>
                  <a:pt x="3449" y="82"/>
                  <a:pt x="3465" y="87"/>
                </a:cubicBezTo>
                <a:moveTo>
                  <a:pt x="3557" y="57"/>
                </a:moveTo>
                <a:cubicBezTo>
                  <a:pt x="3524" y="59"/>
                  <a:pt x="3551" y="64"/>
                  <a:pt x="3524" y="69"/>
                </a:cubicBezTo>
                <a:cubicBezTo>
                  <a:pt x="3519" y="69"/>
                  <a:pt x="3513" y="67"/>
                  <a:pt x="3502" y="69"/>
                </a:cubicBezTo>
                <a:cubicBezTo>
                  <a:pt x="3497" y="62"/>
                  <a:pt x="3530" y="48"/>
                  <a:pt x="3557" y="57"/>
                </a:cubicBezTo>
                <a:moveTo>
                  <a:pt x="3486" y="49"/>
                </a:moveTo>
                <a:cubicBezTo>
                  <a:pt x="3486" y="55"/>
                  <a:pt x="3470" y="59"/>
                  <a:pt x="3449" y="63"/>
                </a:cubicBezTo>
                <a:cubicBezTo>
                  <a:pt x="3443" y="62"/>
                  <a:pt x="3449" y="60"/>
                  <a:pt x="3454" y="59"/>
                </a:cubicBezTo>
                <a:cubicBezTo>
                  <a:pt x="3459" y="56"/>
                  <a:pt x="3449" y="57"/>
                  <a:pt x="3443" y="53"/>
                </a:cubicBezTo>
                <a:cubicBezTo>
                  <a:pt x="3454" y="52"/>
                  <a:pt x="3449" y="49"/>
                  <a:pt x="3459" y="48"/>
                </a:cubicBezTo>
                <a:cubicBezTo>
                  <a:pt x="3470" y="48"/>
                  <a:pt x="3476" y="50"/>
                  <a:pt x="3486" y="49"/>
                </a:cubicBezTo>
                <a:moveTo>
                  <a:pt x="3470" y="60"/>
                </a:moveTo>
                <a:cubicBezTo>
                  <a:pt x="3470" y="73"/>
                  <a:pt x="3411" y="80"/>
                  <a:pt x="3357" y="79"/>
                </a:cubicBezTo>
                <a:cubicBezTo>
                  <a:pt x="3357" y="72"/>
                  <a:pt x="3405" y="77"/>
                  <a:pt x="3416" y="69"/>
                </a:cubicBezTo>
                <a:cubicBezTo>
                  <a:pt x="3411" y="66"/>
                  <a:pt x="3400" y="66"/>
                  <a:pt x="3389" y="66"/>
                </a:cubicBezTo>
                <a:cubicBezTo>
                  <a:pt x="3389" y="63"/>
                  <a:pt x="3395" y="60"/>
                  <a:pt x="3411" y="57"/>
                </a:cubicBezTo>
                <a:cubicBezTo>
                  <a:pt x="3416" y="64"/>
                  <a:pt x="3443" y="67"/>
                  <a:pt x="3470" y="60"/>
                </a:cubicBezTo>
                <a:moveTo>
                  <a:pt x="3351" y="59"/>
                </a:moveTo>
                <a:cubicBezTo>
                  <a:pt x="3384" y="64"/>
                  <a:pt x="3335" y="66"/>
                  <a:pt x="3357" y="72"/>
                </a:cubicBezTo>
                <a:cubicBezTo>
                  <a:pt x="3346" y="73"/>
                  <a:pt x="3330" y="72"/>
                  <a:pt x="3335" y="74"/>
                </a:cubicBezTo>
                <a:cubicBezTo>
                  <a:pt x="3330" y="76"/>
                  <a:pt x="3324" y="73"/>
                  <a:pt x="3319" y="72"/>
                </a:cubicBezTo>
                <a:cubicBezTo>
                  <a:pt x="3346" y="67"/>
                  <a:pt x="3319" y="63"/>
                  <a:pt x="3351" y="59"/>
                </a:cubicBezTo>
                <a:moveTo>
                  <a:pt x="3292" y="73"/>
                </a:moveTo>
                <a:cubicBezTo>
                  <a:pt x="3303" y="79"/>
                  <a:pt x="3265" y="79"/>
                  <a:pt x="3260" y="82"/>
                </a:cubicBezTo>
                <a:cubicBezTo>
                  <a:pt x="3238" y="73"/>
                  <a:pt x="3287" y="76"/>
                  <a:pt x="3292" y="73"/>
                </a:cubicBezTo>
                <a:moveTo>
                  <a:pt x="3206" y="94"/>
                </a:moveTo>
                <a:cubicBezTo>
                  <a:pt x="3211" y="93"/>
                  <a:pt x="3173" y="92"/>
                  <a:pt x="3168" y="103"/>
                </a:cubicBezTo>
                <a:cubicBezTo>
                  <a:pt x="3119" y="96"/>
                  <a:pt x="3227" y="80"/>
                  <a:pt x="3238" y="70"/>
                </a:cubicBezTo>
                <a:cubicBezTo>
                  <a:pt x="3249" y="79"/>
                  <a:pt x="3222" y="86"/>
                  <a:pt x="3206" y="94"/>
                </a:cubicBezTo>
                <a:moveTo>
                  <a:pt x="3281" y="66"/>
                </a:moveTo>
                <a:cubicBezTo>
                  <a:pt x="3276" y="72"/>
                  <a:pt x="3249" y="66"/>
                  <a:pt x="3260" y="70"/>
                </a:cubicBezTo>
                <a:cubicBezTo>
                  <a:pt x="3238" y="74"/>
                  <a:pt x="3254" y="60"/>
                  <a:pt x="3227" y="64"/>
                </a:cubicBezTo>
                <a:cubicBezTo>
                  <a:pt x="3216" y="60"/>
                  <a:pt x="3243" y="64"/>
                  <a:pt x="3254" y="59"/>
                </a:cubicBezTo>
                <a:cubicBezTo>
                  <a:pt x="3260" y="64"/>
                  <a:pt x="3270" y="62"/>
                  <a:pt x="3281" y="66"/>
                </a:cubicBezTo>
                <a:moveTo>
                  <a:pt x="3281" y="63"/>
                </a:moveTo>
                <a:cubicBezTo>
                  <a:pt x="3270" y="56"/>
                  <a:pt x="3265" y="57"/>
                  <a:pt x="3260" y="52"/>
                </a:cubicBezTo>
                <a:cubicBezTo>
                  <a:pt x="3276" y="50"/>
                  <a:pt x="3308" y="59"/>
                  <a:pt x="3281" y="63"/>
                </a:cubicBezTo>
                <a:moveTo>
                  <a:pt x="3184" y="79"/>
                </a:moveTo>
                <a:cubicBezTo>
                  <a:pt x="3157" y="73"/>
                  <a:pt x="3190" y="69"/>
                  <a:pt x="3173" y="63"/>
                </a:cubicBezTo>
                <a:cubicBezTo>
                  <a:pt x="3206" y="60"/>
                  <a:pt x="3206" y="74"/>
                  <a:pt x="3184" y="79"/>
                </a:cubicBezTo>
                <a:moveTo>
                  <a:pt x="3103" y="72"/>
                </a:moveTo>
                <a:cubicBezTo>
                  <a:pt x="3087" y="60"/>
                  <a:pt x="3141" y="67"/>
                  <a:pt x="3157" y="60"/>
                </a:cubicBezTo>
                <a:cubicBezTo>
                  <a:pt x="3168" y="72"/>
                  <a:pt x="3109" y="60"/>
                  <a:pt x="3103" y="72"/>
                </a:cubicBezTo>
                <a:moveTo>
                  <a:pt x="3114" y="56"/>
                </a:moveTo>
                <a:cubicBezTo>
                  <a:pt x="3162" y="53"/>
                  <a:pt x="3114" y="49"/>
                  <a:pt x="3146" y="43"/>
                </a:cubicBezTo>
                <a:cubicBezTo>
                  <a:pt x="3152" y="43"/>
                  <a:pt x="3157" y="45"/>
                  <a:pt x="3162" y="46"/>
                </a:cubicBezTo>
                <a:cubicBezTo>
                  <a:pt x="3157" y="52"/>
                  <a:pt x="3157" y="69"/>
                  <a:pt x="3114" y="56"/>
                </a:cubicBezTo>
                <a:moveTo>
                  <a:pt x="3157" y="35"/>
                </a:moveTo>
                <a:cubicBezTo>
                  <a:pt x="3184" y="40"/>
                  <a:pt x="3146" y="46"/>
                  <a:pt x="3136" y="39"/>
                </a:cubicBezTo>
                <a:cubicBezTo>
                  <a:pt x="3141" y="35"/>
                  <a:pt x="3141" y="38"/>
                  <a:pt x="3157" y="35"/>
                </a:cubicBezTo>
                <a:moveTo>
                  <a:pt x="3114" y="46"/>
                </a:moveTo>
                <a:cubicBezTo>
                  <a:pt x="3119" y="53"/>
                  <a:pt x="3092" y="56"/>
                  <a:pt x="3071" y="55"/>
                </a:cubicBezTo>
                <a:cubicBezTo>
                  <a:pt x="3082" y="49"/>
                  <a:pt x="3076" y="48"/>
                  <a:pt x="3098" y="40"/>
                </a:cubicBezTo>
                <a:cubicBezTo>
                  <a:pt x="3098" y="40"/>
                  <a:pt x="3098" y="49"/>
                  <a:pt x="3114" y="46"/>
                </a:cubicBezTo>
                <a:moveTo>
                  <a:pt x="3055" y="42"/>
                </a:moveTo>
                <a:cubicBezTo>
                  <a:pt x="3049" y="45"/>
                  <a:pt x="3060" y="49"/>
                  <a:pt x="3060" y="53"/>
                </a:cubicBezTo>
                <a:cubicBezTo>
                  <a:pt x="3044" y="57"/>
                  <a:pt x="3038" y="52"/>
                  <a:pt x="3022" y="55"/>
                </a:cubicBezTo>
                <a:cubicBezTo>
                  <a:pt x="3022" y="52"/>
                  <a:pt x="3022" y="50"/>
                  <a:pt x="3033" y="48"/>
                </a:cubicBezTo>
                <a:cubicBezTo>
                  <a:pt x="3022" y="48"/>
                  <a:pt x="3017" y="46"/>
                  <a:pt x="3006" y="43"/>
                </a:cubicBezTo>
                <a:cubicBezTo>
                  <a:pt x="2979" y="46"/>
                  <a:pt x="3001" y="50"/>
                  <a:pt x="2979" y="53"/>
                </a:cubicBezTo>
                <a:cubicBezTo>
                  <a:pt x="2952" y="32"/>
                  <a:pt x="3017" y="43"/>
                  <a:pt x="3055" y="42"/>
                </a:cubicBezTo>
                <a:moveTo>
                  <a:pt x="2936" y="32"/>
                </a:moveTo>
                <a:cubicBezTo>
                  <a:pt x="2963" y="29"/>
                  <a:pt x="2925" y="38"/>
                  <a:pt x="2914" y="39"/>
                </a:cubicBezTo>
                <a:cubicBezTo>
                  <a:pt x="2925" y="45"/>
                  <a:pt x="2941" y="36"/>
                  <a:pt x="2947" y="42"/>
                </a:cubicBezTo>
                <a:cubicBezTo>
                  <a:pt x="2914" y="46"/>
                  <a:pt x="2963" y="52"/>
                  <a:pt x="2936" y="55"/>
                </a:cubicBezTo>
                <a:cubicBezTo>
                  <a:pt x="2920" y="45"/>
                  <a:pt x="2898" y="39"/>
                  <a:pt x="2892" y="33"/>
                </a:cubicBezTo>
                <a:cubicBezTo>
                  <a:pt x="2909" y="28"/>
                  <a:pt x="2920" y="40"/>
                  <a:pt x="2936" y="32"/>
                </a:cubicBezTo>
                <a:moveTo>
                  <a:pt x="2860" y="39"/>
                </a:moveTo>
                <a:cubicBezTo>
                  <a:pt x="2849" y="43"/>
                  <a:pt x="2882" y="49"/>
                  <a:pt x="2855" y="53"/>
                </a:cubicBezTo>
                <a:cubicBezTo>
                  <a:pt x="2866" y="55"/>
                  <a:pt x="2871" y="52"/>
                  <a:pt x="2882" y="56"/>
                </a:cubicBezTo>
                <a:cubicBezTo>
                  <a:pt x="2892" y="55"/>
                  <a:pt x="2887" y="52"/>
                  <a:pt x="2882" y="50"/>
                </a:cubicBezTo>
                <a:cubicBezTo>
                  <a:pt x="2909" y="50"/>
                  <a:pt x="2898" y="57"/>
                  <a:pt x="2941" y="59"/>
                </a:cubicBezTo>
                <a:cubicBezTo>
                  <a:pt x="2920" y="63"/>
                  <a:pt x="2914" y="67"/>
                  <a:pt x="2930" y="72"/>
                </a:cubicBezTo>
                <a:cubicBezTo>
                  <a:pt x="2914" y="73"/>
                  <a:pt x="2898" y="76"/>
                  <a:pt x="2887" y="72"/>
                </a:cubicBezTo>
                <a:cubicBezTo>
                  <a:pt x="2909" y="69"/>
                  <a:pt x="2898" y="62"/>
                  <a:pt x="2920" y="63"/>
                </a:cubicBezTo>
                <a:cubicBezTo>
                  <a:pt x="2892" y="53"/>
                  <a:pt x="2855" y="67"/>
                  <a:pt x="2828" y="55"/>
                </a:cubicBezTo>
                <a:cubicBezTo>
                  <a:pt x="2855" y="49"/>
                  <a:pt x="2822" y="40"/>
                  <a:pt x="2860" y="39"/>
                </a:cubicBezTo>
                <a:moveTo>
                  <a:pt x="2801" y="46"/>
                </a:moveTo>
                <a:cubicBezTo>
                  <a:pt x="2806" y="56"/>
                  <a:pt x="2769" y="56"/>
                  <a:pt x="2758" y="66"/>
                </a:cubicBezTo>
                <a:cubicBezTo>
                  <a:pt x="2731" y="62"/>
                  <a:pt x="2763" y="57"/>
                  <a:pt x="2758" y="53"/>
                </a:cubicBezTo>
                <a:cubicBezTo>
                  <a:pt x="2790" y="55"/>
                  <a:pt x="2779" y="48"/>
                  <a:pt x="2801" y="46"/>
                </a:cubicBezTo>
                <a:moveTo>
                  <a:pt x="2725" y="59"/>
                </a:moveTo>
                <a:cubicBezTo>
                  <a:pt x="2709" y="67"/>
                  <a:pt x="2731" y="67"/>
                  <a:pt x="2709" y="73"/>
                </a:cubicBezTo>
                <a:cubicBezTo>
                  <a:pt x="2704" y="69"/>
                  <a:pt x="2720" y="62"/>
                  <a:pt x="2693" y="64"/>
                </a:cubicBezTo>
                <a:cubicBezTo>
                  <a:pt x="2666" y="62"/>
                  <a:pt x="2715" y="64"/>
                  <a:pt x="2725" y="59"/>
                </a:cubicBezTo>
                <a:moveTo>
                  <a:pt x="2655" y="76"/>
                </a:moveTo>
                <a:cubicBezTo>
                  <a:pt x="2677" y="70"/>
                  <a:pt x="2671" y="72"/>
                  <a:pt x="2698" y="67"/>
                </a:cubicBezTo>
                <a:cubicBezTo>
                  <a:pt x="2709" y="73"/>
                  <a:pt x="2671" y="77"/>
                  <a:pt x="2666" y="82"/>
                </a:cubicBezTo>
                <a:cubicBezTo>
                  <a:pt x="2661" y="79"/>
                  <a:pt x="2650" y="77"/>
                  <a:pt x="2639" y="80"/>
                </a:cubicBezTo>
                <a:cubicBezTo>
                  <a:pt x="2628" y="69"/>
                  <a:pt x="2612" y="76"/>
                  <a:pt x="2596" y="76"/>
                </a:cubicBezTo>
                <a:cubicBezTo>
                  <a:pt x="2574" y="69"/>
                  <a:pt x="2617" y="73"/>
                  <a:pt x="2628" y="66"/>
                </a:cubicBezTo>
                <a:cubicBezTo>
                  <a:pt x="2634" y="74"/>
                  <a:pt x="2655" y="69"/>
                  <a:pt x="2655" y="76"/>
                </a:cubicBezTo>
                <a:moveTo>
                  <a:pt x="2736" y="45"/>
                </a:moveTo>
                <a:cubicBezTo>
                  <a:pt x="2742" y="48"/>
                  <a:pt x="2725" y="48"/>
                  <a:pt x="2720" y="45"/>
                </a:cubicBezTo>
                <a:cubicBezTo>
                  <a:pt x="2720" y="49"/>
                  <a:pt x="2725" y="52"/>
                  <a:pt x="2704" y="52"/>
                </a:cubicBezTo>
                <a:cubicBezTo>
                  <a:pt x="2704" y="49"/>
                  <a:pt x="2709" y="48"/>
                  <a:pt x="2698" y="45"/>
                </a:cubicBezTo>
                <a:cubicBezTo>
                  <a:pt x="2715" y="39"/>
                  <a:pt x="2725" y="48"/>
                  <a:pt x="2736" y="45"/>
                </a:cubicBezTo>
                <a:moveTo>
                  <a:pt x="2617" y="40"/>
                </a:moveTo>
                <a:cubicBezTo>
                  <a:pt x="2639" y="45"/>
                  <a:pt x="2607" y="46"/>
                  <a:pt x="2612" y="50"/>
                </a:cubicBezTo>
                <a:cubicBezTo>
                  <a:pt x="2617" y="50"/>
                  <a:pt x="2634" y="52"/>
                  <a:pt x="2623" y="55"/>
                </a:cubicBezTo>
                <a:cubicBezTo>
                  <a:pt x="2650" y="56"/>
                  <a:pt x="2666" y="48"/>
                  <a:pt x="2698" y="55"/>
                </a:cubicBezTo>
                <a:cubicBezTo>
                  <a:pt x="2677" y="55"/>
                  <a:pt x="2639" y="59"/>
                  <a:pt x="2623" y="64"/>
                </a:cubicBezTo>
                <a:cubicBezTo>
                  <a:pt x="2601" y="59"/>
                  <a:pt x="2607" y="48"/>
                  <a:pt x="2569" y="50"/>
                </a:cubicBezTo>
                <a:cubicBezTo>
                  <a:pt x="2574" y="45"/>
                  <a:pt x="2607" y="49"/>
                  <a:pt x="2617" y="40"/>
                </a:cubicBezTo>
                <a:moveTo>
                  <a:pt x="2558" y="46"/>
                </a:moveTo>
                <a:cubicBezTo>
                  <a:pt x="2542" y="50"/>
                  <a:pt x="2525" y="50"/>
                  <a:pt x="2558" y="59"/>
                </a:cubicBezTo>
                <a:cubicBezTo>
                  <a:pt x="2547" y="64"/>
                  <a:pt x="2531" y="64"/>
                  <a:pt x="2509" y="60"/>
                </a:cubicBezTo>
                <a:cubicBezTo>
                  <a:pt x="2525" y="57"/>
                  <a:pt x="2520" y="56"/>
                  <a:pt x="2515" y="57"/>
                </a:cubicBezTo>
                <a:cubicBezTo>
                  <a:pt x="2520" y="52"/>
                  <a:pt x="2536" y="46"/>
                  <a:pt x="2531" y="40"/>
                </a:cubicBezTo>
                <a:cubicBezTo>
                  <a:pt x="2547" y="36"/>
                  <a:pt x="2536" y="49"/>
                  <a:pt x="2558" y="46"/>
                </a:cubicBezTo>
                <a:moveTo>
                  <a:pt x="2466" y="55"/>
                </a:moveTo>
                <a:cubicBezTo>
                  <a:pt x="2488" y="66"/>
                  <a:pt x="2423" y="60"/>
                  <a:pt x="2401" y="62"/>
                </a:cubicBezTo>
                <a:cubicBezTo>
                  <a:pt x="2401" y="52"/>
                  <a:pt x="2385" y="67"/>
                  <a:pt x="2364" y="59"/>
                </a:cubicBezTo>
                <a:cubicBezTo>
                  <a:pt x="2407" y="50"/>
                  <a:pt x="2428" y="66"/>
                  <a:pt x="2466" y="55"/>
                </a:cubicBezTo>
                <a:moveTo>
                  <a:pt x="2121" y="106"/>
                </a:moveTo>
                <a:cubicBezTo>
                  <a:pt x="2115" y="104"/>
                  <a:pt x="2110" y="103"/>
                  <a:pt x="2105" y="100"/>
                </a:cubicBezTo>
                <a:cubicBezTo>
                  <a:pt x="2105" y="107"/>
                  <a:pt x="2083" y="110"/>
                  <a:pt x="2061" y="111"/>
                </a:cubicBezTo>
                <a:cubicBezTo>
                  <a:pt x="2051" y="101"/>
                  <a:pt x="2115" y="103"/>
                  <a:pt x="2110" y="96"/>
                </a:cubicBezTo>
                <a:cubicBezTo>
                  <a:pt x="2132" y="94"/>
                  <a:pt x="2153" y="103"/>
                  <a:pt x="2121" y="106"/>
                </a:cubicBezTo>
                <a:moveTo>
                  <a:pt x="2272" y="70"/>
                </a:moveTo>
                <a:cubicBezTo>
                  <a:pt x="2250" y="79"/>
                  <a:pt x="2240" y="67"/>
                  <a:pt x="2218" y="73"/>
                </a:cubicBezTo>
                <a:cubicBezTo>
                  <a:pt x="2213" y="70"/>
                  <a:pt x="2223" y="67"/>
                  <a:pt x="2240" y="64"/>
                </a:cubicBezTo>
                <a:cubicBezTo>
                  <a:pt x="2261" y="66"/>
                  <a:pt x="2250" y="67"/>
                  <a:pt x="2272" y="70"/>
                </a:cubicBezTo>
                <a:moveTo>
                  <a:pt x="2380" y="42"/>
                </a:moveTo>
                <a:cubicBezTo>
                  <a:pt x="2391" y="48"/>
                  <a:pt x="2347" y="49"/>
                  <a:pt x="2342" y="52"/>
                </a:cubicBezTo>
                <a:cubicBezTo>
                  <a:pt x="2331" y="48"/>
                  <a:pt x="2331" y="43"/>
                  <a:pt x="2347" y="40"/>
                </a:cubicBezTo>
                <a:cubicBezTo>
                  <a:pt x="2337" y="49"/>
                  <a:pt x="2364" y="48"/>
                  <a:pt x="2380" y="42"/>
                </a:cubicBezTo>
                <a:moveTo>
                  <a:pt x="2024" y="111"/>
                </a:moveTo>
                <a:cubicBezTo>
                  <a:pt x="2024" y="115"/>
                  <a:pt x="1964" y="115"/>
                  <a:pt x="1970" y="110"/>
                </a:cubicBezTo>
                <a:cubicBezTo>
                  <a:pt x="1980" y="111"/>
                  <a:pt x="1997" y="111"/>
                  <a:pt x="2013" y="106"/>
                </a:cubicBezTo>
                <a:cubicBezTo>
                  <a:pt x="2024" y="107"/>
                  <a:pt x="2002" y="114"/>
                  <a:pt x="2024" y="111"/>
                </a:cubicBezTo>
                <a:moveTo>
                  <a:pt x="2099" y="83"/>
                </a:moveTo>
                <a:cubicBezTo>
                  <a:pt x="2094" y="80"/>
                  <a:pt x="2142" y="77"/>
                  <a:pt x="2110" y="76"/>
                </a:cubicBezTo>
                <a:cubicBezTo>
                  <a:pt x="2105" y="69"/>
                  <a:pt x="2137" y="77"/>
                  <a:pt x="2148" y="76"/>
                </a:cubicBezTo>
                <a:cubicBezTo>
                  <a:pt x="2159" y="70"/>
                  <a:pt x="2180" y="62"/>
                  <a:pt x="2202" y="67"/>
                </a:cubicBezTo>
                <a:cubicBezTo>
                  <a:pt x="2169" y="82"/>
                  <a:pt x="2142" y="74"/>
                  <a:pt x="2099" y="83"/>
                </a:cubicBezTo>
                <a:moveTo>
                  <a:pt x="2250" y="52"/>
                </a:moveTo>
                <a:cubicBezTo>
                  <a:pt x="2256" y="56"/>
                  <a:pt x="2218" y="60"/>
                  <a:pt x="2207" y="53"/>
                </a:cubicBezTo>
                <a:cubicBezTo>
                  <a:pt x="2223" y="49"/>
                  <a:pt x="2240" y="55"/>
                  <a:pt x="2250" y="52"/>
                </a:cubicBezTo>
                <a:moveTo>
                  <a:pt x="1932" y="107"/>
                </a:moveTo>
                <a:cubicBezTo>
                  <a:pt x="1932" y="108"/>
                  <a:pt x="1937" y="108"/>
                  <a:pt x="1943" y="107"/>
                </a:cubicBezTo>
                <a:cubicBezTo>
                  <a:pt x="1948" y="110"/>
                  <a:pt x="1937" y="110"/>
                  <a:pt x="1937" y="108"/>
                </a:cubicBezTo>
                <a:cubicBezTo>
                  <a:pt x="1921" y="111"/>
                  <a:pt x="1948" y="113"/>
                  <a:pt x="1953" y="113"/>
                </a:cubicBezTo>
                <a:cubicBezTo>
                  <a:pt x="1959" y="114"/>
                  <a:pt x="1948" y="117"/>
                  <a:pt x="1943" y="115"/>
                </a:cubicBezTo>
                <a:cubicBezTo>
                  <a:pt x="1937" y="115"/>
                  <a:pt x="1937" y="117"/>
                  <a:pt x="1943" y="118"/>
                </a:cubicBezTo>
                <a:cubicBezTo>
                  <a:pt x="1937" y="118"/>
                  <a:pt x="1932" y="117"/>
                  <a:pt x="1937" y="115"/>
                </a:cubicBezTo>
                <a:cubicBezTo>
                  <a:pt x="1927" y="113"/>
                  <a:pt x="1916" y="117"/>
                  <a:pt x="1905" y="113"/>
                </a:cubicBezTo>
                <a:cubicBezTo>
                  <a:pt x="1921" y="113"/>
                  <a:pt x="1927" y="110"/>
                  <a:pt x="1927" y="106"/>
                </a:cubicBezTo>
                <a:cubicBezTo>
                  <a:pt x="1932" y="104"/>
                  <a:pt x="1932" y="107"/>
                  <a:pt x="1932" y="107"/>
                </a:cubicBezTo>
                <a:moveTo>
                  <a:pt x="1943" y="87"/>
                </a:moveTo>
                <a:cubicBezTo>
                  <a:pt x="1943" y="84"/>
                  <a:pt x="1948" y="84"/>
                  <a:pt x="1964" y="80"/>
                </a:cubicBezTo>
                <a:cubicBezTo>
                  <a:pt x="1970" y="82"/>
                  <a:pt x="1964" y="83"/>
                  <a:pt x="1959" y="84"/>
                </a:cubicBezTo>
                <a:cubicBezTo>
                  <a:pt x="1986" y="83"/>
                  <a:pt x="1980" y="93"/>
                  <a:pt x="2013" y="89"/>
                </a:cubicBezTo>
                <a:cubicBezTo>
                  <a:pt x="1991" y="100"/>
                  <a:pt x="1975" y="80"/>
                  <a:pt x="1943" y="87"/>
                </a:cubicBezTo>
                <a:moveTo>
                  <a:pt x="2218" y="33"/>
                </a:moveTo>
                <a:cubicBezTo>
                  <a:pt x="2234" y="33"/>
                  <a:pt x="2250" y="33"/>
                  <a:pt x="2267" y="33"/>
                </a:cubicBezTo>
                <a:cubicBezTo>
                  <a:pt x="2267" y="46"/>
                  <a:pt x="2240" y="33"/>
                  <a:pt x="2218" y="36"/>
                </a:cubicBezTo>
                <a:cubicBezTo>
                  <a:pt x="2218" y="33"/>
                  <a:pt x="2207" y="31"/>
                  <a:pt x="2213" y="29"/>
                </a:cubicBezTo>
                <a:cubicBezTo>
                  <a:pt x="2207" y="22"/>
                  <a:pt x="2229" y="32"/>
                  <a:pt x="2218" y="33"/>
                </a:cubicBezTo>
                <a:moveTo>
                  <a:pt x="1862" y="101"/>
                </a:moveTo>
                <a:cubicBezTo>
                  <a:pt x="1878" y="107"/>
                  <a:pt x="1905" y="96"/>
                  <a:pt x="1921" y="101"/>
                </a:cubicBezTo>
                <a:cubicBezTo>
                  <a:pt x="1873" y="103"/>
                  <a:pt x="1883" y="115"/>
                  <a:pt x="1845" y="111"/>
                </a:cubicBezTo>
                <a:cubicBezTo>
                  <a:pt x="1851" y="108"/>
                  <a:pt x="1856" y="108"/>
                  <a:pt x="1862" y="111"/>
                </a:cubicBezTo>
                <a:cubicBezTo>
                  <a:pt x="1856" y="97"/>
                  <a:pt x="1797" y="107"/>
                  <a:pt x="1770" y="103"/>
                </a:cubicBezTo>
                <a:cubicBezTo>
                  <a:pt x="1819" y="97"/>
                  <a:pt x="1851" y="98"/>
                  <a:pt x="1873" y="94"/>
                </a:cubicBezTo>
                <a:cubicBezTo>
                  <a:pt x="1873" y="96"/>
                  <a:pt x="1867" y="98"/>
                  <a:pt x="1862" y="101"/>
                </a:cubicBezTo>
                <a:moveTo>
                  <a:pt x="1937" y="77"/>
                </a:moveTo>
                <a:cubicBezTo>
                  <a:pt x="1932" y="73"/>
                  <a:pt x="1916" y="69"/>
                  <a:pt x="1948" y="67"/>
                </a:cubicBezTo>
                <a:cubicBezTo>
                  <a:pt x="1964" y="72"/>
                  <a:pt x="1959" y="74"/>
                  <a:pt x="1937" y="77"/>
                </a:cubicBezTo>
                <a:moveTo>
                  <a:pt x="2067" y="45"/>
                </a:moveTo>
                <a:cubicBezTo>
                  <a:pt x="2072" y="52"/>
                  <a:pt x="2040" y="52"/>
                  <a:pt x="2029" y="49"/>
                </a:cubicBezTo>
                <a:cubicBezTo>
                  <a:pt x="2034" y="53"/>
                  <a:pt x="2002" y="56"/>
                  <a:pt x="2018" y="62"/>
                </a:cubicBezTo>
                <a:cubicBezTo>
                  <a:pt x="2007" y="62"/>
                  <a:pt x="2002" y="59"/>
                  <a:pt x="1991" y="62"/>
                </a:cubicBezTo>
                <a:cubicBezTo>
                  <a:pt x="2002" y="53"/>
                  <a:pt x="2029" y="45"/>
                  <a:pt x="2067" y="45"/>
                </a:cubicBezTo>
                <a:moveTo>
                  <a:pt x="1279" y="108"/>
                </a:moveTo>
                <a:cubicBezTo>
                  <a:pt x="1268" y="104"/>
                  <a:pt x="1300" y="107"/>
                  <a:pt x="1306" y="104"/>
                </a:cubicBezTo>
                <a:cubicBezTo>
                  <a:pt x="1317" y="108"/>
                  <a:pt x="1327" y="111"/>
                  <a:pt x="1306" y="114"/>
                </a:cubicBezTo>
                <a:cubicBezTo>
                  <a:pt x="1300" y="113"/>
                  <a:pt x="1290" y="106"/>
                  <a:pt x="1279" y="108"/>
                </a:cubicBezTo>
                <a:moveTo>
                  <a:pt x="1403" y="90"/>
                </a:moveTo>
                <a:cubicBezTo>
                  <a:pt x="1419" y="87"/>
                  <a:pt x="1430" y="84"/>
                  <a:pt x="1425" y="82"/>
                </a:cubicBezTo>
                <a:cubicBezTo>
                  <a:pt x="1452" y="83"/>
                  <a:pt x="1414" y="94"/>
                  <a:pt x="1408" y="98"/>
                </a:cubicBezTo>
                <a:cubicBezTo>
                  <a:pt x="1403" y="97"/>
                  <a:pt x="1397" y="96"/>
                  <a:pt x="1392" y="94"/>
                </a:cubicBezTo>
                <a:cubicBezTo>
                  <a:pt x="1403" y="93"/>
                  <a:pt x="1403" y="96"/>
                  <a:pt x="1408" y="96"/>
                </a:cubicBezTo>
                <a:cubicBezTo>
                  <a:pt x="1419" y="94"/>
                  <a:pt x="1408" y="93"/>
                  <a:pt x="1403" y="90"/>
                </a:cubicBezTo>
                <a:moveTo>
                  <a:pt x="1338" y="115"/>
                </a:moveTo>
                <a:cubicBezTo>
                  <a:pt x="1327" y="111"/>
                  <a:pt x="1344" y="108"/>
                  <a:pt x="1354" y="104"/>
                </a:cubicBezTo>
                <a:cubicBezTo>
                  <a:pt x="1371" y="111"/>
                  <a:pt x="1365" y="114"/>
                  <a:pt x="1338" y="115"/>
                </a:cubicBezTo>
                <a:moveTo>
                  <a:pt x="1468" y="90"/>
                </a:moveTo>
                <a:cubicBezTo>
                  <a:pt x="1441" y="83"/>
                  <a:pt x="1500" y="84"/>
                  <a:pt x="1484" y="82"/>
                </a:cubicBezTo>
                <a:cubicBezTo>
                  <a:pt x="1516" y="82"/>
                  <a:pt x="1489" y="90"/>
                  <a:pt x="1468" y="90"/>
                </a:cubicBezTo>
                <a:moveTo>
                  <a:pt x="1554" y="66"/>
                </a:moveTo>
                <a:cubicBezTo>
                  <a:pt x="1565" y="69"/>
                  <a:pt x="1581" y="69"/>
                  <a:pt x="1559" y="60"/>
                </a:cubicBezTo>
                <a:cubicBezTo>
                  <a:pt x="1581" y="59"/>
                  <a:pt x="1570" y="62"/>
                  <a:pt x="1581" y="66"/>
                </a:cubicBezTo>
                <a:cubicBezTo>
                  <a:pt x="1586" y="63"/>
                  <a:pt x="1581" y="62"/>
                  <a:pt x="1592" y="59"/>
                </a:cubicBezTo>
                <a:cubicBezTo>
                  <a:pt x="1586" y="64"/>
                  <a:pt x="1613" y="62"/>
                  <a:pt x="1624" y="67"/>
                </a:cubicBezTo>
                <a:cubicBezTo>
                  <a:pt x="1624" y="70"/>
                  <a:pt x="1619" y="72"/>
                  <a:pt x="1608" y="74"/>
                </a:cubicBezTo>
                <a:cubicBezTo>
                  <a:pt x="1624" y="63"/>
                  <a:pt x="1570" y="70"/>
                  <a:pt x="1570" y="74"/>
                </a:cubicBezTo>
                <a:cubicBezTo>
                  <a:pt x="1543" y="76"/>
                  <a:pt x="1565" y="69"/>
                  <a:pt x="1554" y="66"/>
                </a:cubicBezTo>
                <a:moveTo>
                  <a:pt x="1457" y="97"/>
                </a:moveTo>
                <a:cubicBezTo>
                  <a:pt x="1462" y="98"/>
                  <a:pt x="1457" y="100"/>
                  <a:pt x="1452" y="100"/>
                </a:cubicBezTo>
                <a:cubicBezTo>
                  <a:pt x="1457" y="101"/>
                  <a:pt x="1468" y="101"/>
                  <a:pt x="1473" y="104"/>
                </a:cubicBezTo>
                <a:cubicBezTo>
                  <a:pt x="1473" y="101"/>
                  <a:pt x="1479" y="100"/>
                  <a:pt x="1489" y="103"/>
                </a:cubicBezTo>
                <a:cubicBezTo>
                  <a:pt x="1462" y="107"/>
                  <a:pt x="1457" y="111"/>
                  <a:pt x="1441" y="115"/>
                </a:cubicBezTo>
                <a:cubicBezTo>
                  <a:pt x="1435" y="108"/>
                  <a:pt x="1441" y="103"/>
                  <a:pt x="1457" y="97"/>
                </a:cubicBezTo>
                <a:moveTo>
                  <a:pt x="1635" y="66"/>
                </a:moveTo>
                <a:cubicBezTo>
                  <a:pt x="1640" y="63"/>
                  <a:pt x="1651" y="63"/>
                  <a:pt x="1662" y="66"/>
                </a:cubicBezTo>
                <a:cubicBezTo>
                  <a:pt x="1657" y="67"/>
                  <a:pt x="1651" y="66"/>
                  <a:pt x="1651" y="64"/>
                </a:cubicBezTo>
                <a:cubicBezTo>
                  <a:pt x="1646" y="67"/>
                  <a:pt x="1678" y="73"/>
                  <a:pt x="1651" y="79"/>
                </a:cubicBezTo>
                <a:cubicBezTo>
                  <a:pt x="1630" y="73"/>
                  <a:pt x="1657" y="70"/>
                  <a:pt x="1635" y="66"/>
                </a:cubicBezTo>
                <a:moveTo>
                  <a:pt x="1775" y="45"/>
                </a:moveTo>
                <a:cubicBezTo>
                  <a:pt x="1786" y="48"/>
                  <a:pt x="1775" y="49"/>
                  <a:pt x="1770" y="50"/>
                </a:cubicBezTo>
                <a:cubicBezTo>
                  <a:pt x="1781" y="56"/>
                  <a:pt x="1792" y="53"/>
                  <a:pt x="1802" y="57"/>
                </a:cubicBezTo>
                <a:cubicBezTo>
                  <a:pt x="1775" y="59"/>
                  <a:pt x="1743" y="50"/>
                  <a:pt x="1775" y="45"/>
                </a:cubicBezTo>
                <a:moveTo>
                  <a:pt x="1759" y="66"/>
                </a:moveTo>
                <a:cubicBezTo>
                  <a:pt x="1705" y="69"/>
                  <a:pt x="1721" y="80"/>
                  <a:pt x="1694" y="87"/>
                </a:cubicBezTo>
                <a:cubicBezTo>
                  <a:pt x="1684" y="87"/>
                  <a:pt x="1684" y="86"/>
                  <a:pt x="1689" y="86"/>
                </a:cubicBezTo>
                <a:cubicBezTo>
                  <a:pt x="1684" y="84"/>
                  <a:pt x="1678" y="86"/>
                  <a:pt x="1673" y="86"/>
                </a:cubicBezTo>
                <a:cubicBezTo>
                  <a:pt x="1662" y="80"/>
                  <a:pt x="1700" y="77"/>
                  <a:pt x="1711" y="76"/>
                </a:cubicBezTo>
                <a:cubicBezTo>
                  <a:pt x="1700" y="74"/>
                  <a:pt x="1694" y="74"/>
                  <a:pt x="1684" y="76"/>
                </a:cubicBezTo>
                <a:cubicBezTo>
                  <a:pt x="1705" y="72"/>
                  <a:pt x="1721" y="55"/>
                  <a:pt x="1759" y="66"/>
                </a:cubicBezTo>
                <a:moveTo>
                  <a:pt x="1597" y="107"/>
                </a:moveTo>
                <a:cubicBezTo>
                  <a:pt x="1592" y="104"/>
                  <a:pt x="1603" y="106"/>
                  <a:pt x="1608" y="104"/>
                </a:cubicBezTo>
                <a:cubicBezTo>
                  <a:pt x="1586" y="103"/>
                  <a:pt x="1586" y="104"/>
                  <a:pt x="1581" y="97"/>
                </a:cubicBezTo>
                <a:cubicBezTo>
                  <a:pt x="1586" y="96"/>
                  <a:pt x="1592" y="98"/>
                  <a:pt x="1597" y="100"/>
                </a:cubicBezTo>
                <a:cubicBezTo>
                  <a:pt x="1603" y="98"/>
                  <a:pt x="1597" y="97"/>
                  <a:pt x="1597" y="97"/>
                </a:cubicBezTo>
                <a:cubicBezTo>
                  <a:pt x="1603" y="96"/>
                  <a:pt x="1613" y="98"/>
                  <a:pt x="1608" y="100"/>
                </a:cubicBezTo>
                <a:cubicBezTo>
                  <a:pt x="1608" y="101"/>
                  <a:pt x="1613" y="103"/>
                  <a:pt x="1619" y="101"/>
                </a:cubicBezTo>
                <a:cubicBezTo>
                  <a:pt x="1630" y="106"/>
                  <a:pt x="1603" y="107"/>
                  <a:pt x="1597" y="107"/>
                </a:cubicBezTo>
                <a:moveTo>
                  <a:pt x="1802" y="93"/>
                </a:moveTo>
                <a:cubicBezTo>
                  <a:pt x="1781" y="96"/>
                  <a:pt x="1765" y="96"/>
                  <a:pt x="1748" y="92"/>
                </a:cubicBezTo>
                <a:cubicBezTo>
                  <a:pt x="1765" y="89"/>
                  <a:pt x="1797" y="92"/>
                  <a:pt x="1781" y="83"/>
                </a:cubicBezTo>
                <a:cubicBezTo>
                  <a:pt x="1792" y="79"/>
                  <a:pt x="1797" y="87"/>
                  <a:pt x="1808" y="89"/>
                </a:cubicBezTo>
                <a:cubicBezTo>
                  <a:pt x="1802" y="90"/>
                  <a:pt x="1797" y="92"/>
                  <a:pt x="1802" y="93"/>
                </a:cubicBezTo>
                <a:moveTo>
                  <a:pt x="1873" y="76"/>
                </a:moveTo>
                <a:cubicBezTo>
                  <a:pt x="1862" y="70"/>
                  <a:pt x="1867" y="66"/>
                  <a:pt x="1862" y="62"/>
                </a:cubicBezTo>
                <a:cubicBezTo>
                  <a:pt x="1894" y="60"/>
                  <a:pt x="1894" y="70"/>
                  <a:pt x="1873" y="76"/>
                </a:cubicBezTo>
                <a:moveTo>
                  <a:pt x="1921" y="48"/>
                </a:moveTo>
                <a:cubicBezTo>
                  <a:pt x="1937" y="53"/>
                  <a:pt x="1916" y="56"/>
                  <a:pt x="1921" y="60"/>
                </a:cubicBezTo>
                <a:cubicBezTo>
                  <a:pt x="1910" y="62"/>
                  <a:pt x="1905" y="59"/>
                  <a:pt x="1900" y="57"/>
                </a:cubicBezTo>
                <a:cubicBezTo>
                  <a:pt x="1927" y="55"/>
                  <a:pt x="1900" y="50"/>
                  <a:pt x="1921" y="48"/>
                </a:cubicBezTo>
                <a:moveTo>
                  <a:pt x="1835" y="69"/>
                </a:moveTo>
                <a:cubicBezTo>
                  <a:pt x="1824" y="73"/>
                  <a:pt x="1808" y="77"/>
                  <a:pt x="1829" y="83"/>
                </a:cubicBezTo>
                <a:cubicBezTo>
                  <a:pt x="1802" y="83"/>
                  <a:pt x="1802" y="72"/>
                  <a:pt x="1802" y="67"/>
                </a:cubicBezTo>
                <a:cubicBezTo>
                  <a:pt x="1781" y="66"/>
                  <a:pt x="1781" y="67"/>
                  <a:pt x="1765" y="72"/>
                </a:cubicBezTo>
                <a:cubicBezTo>
                  <a:pt x="1759" y="69"/>
                  <a:pt x="1786" y="66"/>
                  <a:pt x="1775" y="62"/>
                </a:cubicBezTo>
                <a:cubicBezTo>
                  <a:pt x="1786" y="62"/>
                  <a:pt x="1819" y="70"/>
                  <a:pt x="1813" y="62"/>
                </a:cubicBezTo>
                <a:cubicBezTo>
                  <a:pt x="1829" y="59"/>
                  <a:pt x="1813" y="66"/>
                  <a:pt x="1835" y="69"/>
                </a:cubicBezTo>
                <a:moveTo>
                  <a:pt x="1878" y="40"/>
                </a:moveTo>
                <a:cubicBezTo>
                  <a:pt x="1873" y="48"/>
                  <a:pt x="1851" y="52"/>
                  <a:pt x="1824" y="57"/>
                </a:cubicBezTo>
                <a:cubicBezTo>
                  <a:pt x="1829" y="48"/>
                  <a:pt x="1851" y="42"/>
                  <a:pt x="1878" y="36"/>
                </a:cubicBezTo>
                <a:cubicBezTo>
                  <a:pt x="1883" y="39"/>
                  <a:pt x="1845" y="46"/>
                  <a:pt x="1878" y="40"/>
                </a:cubicBezTo>
                <a:moveTo>
                  <a:pt x="1792" y="52"/>
                </a:moveTo>
                <a:cubicBezTo>
                  <a:pt x="1786" y="42"/>
                  <a:pt x="1797" y="36"/>
                  <a:pt x="1813" y="32"/>
                </a:cubicBezTo>
                <a:cubicBezTo>
                  <a:pt x="1808" y="38"/>
                  <a:pt x="1824" y="43"/>
                  <a:pt x="1792" y="52"/>
                </a:cubicBezTo>
                <a:moveTo>
                  <a:pt x="1792" y="33"/>
                </a:moveTo>
                <a:cubicBezTo>
                  <a:pt x="1781" y="33"/>
                  <a:pt x="1775" y="35"/>
                  <a:pt x="1775" y="36"/>
                </a:cubicBezTo>
                <a:cubicBezTo>
                  <a:pt x="1770" y="38"/>
                  <a:pt x="1765" y="33"/>
                  <a:pt x="1754" y="36"/>
                </a:cubicBezTo>
                <a:cubicBezTo>
                  <a:pt x="1754" y="38"/>
                  <a:pt x="1754" y="39"/>
                  <a:pt x="1743" y="40"/>
                </a:cubicBezTo>
                <a:cubicBezTo>
                  <a:pt x="1732" y="36"/>
                  <a:pt x="1754" y="32"/>
                  <a:pt x="1759" y="28"/>
                </a:cubicBezTo>
                <a:cubicBezTo>
                  <a:pt x="1770" y="32"/>
                  <a:pt x="1781" y="29"/>
                  <a:pt x="1792" y="33"/>
                </a:cubicBezTo>
                <a:moveTo>
                  <a:pt x="1721" y="38"/>
                </a:moveTo>
                <a:cubicBezTo>
                  <a:pt x="1711" y="40"/>
                  <a:pt x="1705" y="39"/>
                  <a:pt x="1711" y="38"/>
                </a:cubicBezTo>
                <a:cubicBezTo>
                  <a:pt x="1711" y="35"/>
                  <a:pt x="1673" y="43"/>
                  <a:pt x="1694" y="40"/>
                </a:cubicBezTo>
                <a:cubicBezTo>
                  <a:pt x="1705" y="45"/>
                  <a:pt x="1673" y="43"/>
                  <a:pt x="1667" y="39"/>
                </a:cubicBezTo>
                <a:cubicBezTo>
                  <a:pt x="1689" y="33"/>
                  <a:pt x="1705" y="32"/>
                  <a:pt x="1721" y="38"/>
                </a:cubicBezTo>
                <a:moveTo>
                  <a:pt x="1640" y="42"/>
                </a:moveTo>
                <a:cubicBezTo>
                  <a:pt x="1630" y="52"/>
                  <a:pt x="1662" y="48"/>
                  <a:pt x="1667" y="56"/>
                </a:cubicBezTo>
                <a:cubicBezTo>
                  <a:pt x="1678" y="46"/>
                  <a:pt x="1705" y="50"/>
                  <a:pt x="1743" y="43"/>
                </a:cubicBezTo>
                <a:cubicBezTo>
                  <a:pt x="1743" y="46"/>
                  <a:pt x="1737" y="49"/>
                  <a:pt x="1743" y="50"/>
                </a:cubicBezTo>
                <a:cubicBezTo>
                  <a:pt x="1727" y="53"/>
                  <a:pt x="1689" y="49"/>
                  <a:pt x="1700" y="57"/>
                </a:cubicBezTo>
                <a:cubicBezTo>
                  <a:pt x="1694" y="59"/>
                  <a:pt x="1662" y="53"/>
                  <a:pt x="1667" y="59"/>
                </a:cubicBezTo>
                <a:cubicBezTo>
                  <a:pt x="1651" y="55"/>
                  <a:pt x="1630" y="59"/>
                  <a:pt x="1613" y="55"/>
                </a:cubicBezTo>
                <a:cubicBezTo>
                  <a:pt x="1640" y="50"/>
                  <a:pt x="1603" y="45"/>
                  <a:pt x="1640" y="42"/>
                </a:cubicBezTo>
                <a:moveTo>
                  <a:pt x="1500" y="70"/>
                </a:moveTo>
                <a:cubicBezTo>
                  <a:pt x="1489" y="70"/>
                  <a:pt x="1484" y="69"/>
                  <a:pt x="1473" y="66"/>
                </a:cubicBezTo>
                <a:cubicBezTo>
                  <a:pt x="1489" y="63"/>
                  <a:pt x="1495" y="64"/>
                  <a:pt x="1495" y="69"/>
                </a:cubicBezTo>
                <a:cubicBezTo>
                  <a:pt x="1495" y="59"/>
                  <a:pt x="1527" y="64"/>
                  <a:pt x="1532" y="62"/>
                </a:cubicBezTo>
                <a:cubicBezTo>
                  <a:pt x="1565" y="66"/>
                  <a:pt x="1522" y="64"/>
                  <a:pt x="1500" y="70"/>
                </a:cubicBezTo>
                <a:moveTo>
                  <a:pt x="1608" y="35"/>
                </a:moveTo>
                <a:cubicBezTo>
                  <a:pt x="1635" y="35"/>
                  <a:pt x="1592" y="45"/>
                  <a:pt x="1592" y="49"/>
                </a:cubicBezTo>
                <a:cubicBezTo>
                  <a:pt x="1575" y="48"/>
                  <a:pt x="1559" y="52"/>
                  <a:pt x="1543" y="46"/>
                </a:cubicBezTo>
                <a:cubicBezTo>
                  <a:pt x="1554" y="45"/>
                  <a:pt x="1559" y="43"/>
                  <a:pt x="1554" y="40"/>
                </a:cubicBezTo>
                <a:cubicBezTo>
                  <a:pt x="1575" y="49"/>
                  <a:pt x="1586" y="36"/>
                  <a:pt x="1608" y="35"/>
                </a:cubicBezTo>
                <a:moveTo>
                  <a:pt x="1468" y="66"/>
                </a:moveTo>
                <a:cubicBezTo>
                  <a:pt x="1452" y="72"/>
                  <a:pt x="1441" y="67"/>
                  <a:pt x="1430" y="70"/>
                </a:cubicBezTo>
                <a:cubicBezTo>
                  <a:pt x="1414" y="63"/>
                  <a:pt x="1457" y="62"/>
                  <a:pt x="1468" y="66"/>
                </a:cubicBezTo>
                <a:moveTo>
                  <a:pt x="1241" y="106"/>
                </a:moveTo>
                <a:cubicBezTo>
                  <a:pt x="1246" y="107"/>
                  <a:pt x="1241" y="107"/>
                  <a:pt x="1241" y="108"/>
                </a:cubicBezTo>
                <a:cubicBezTo>
                  <a:pt x="1235" y="108"/>
                  <a:pt x="1235" y="110"/>
                  <a:pt x="1241" y="111"/>
                </a:cubicBezTo>
                <a:cubicBezTo>
                  <a:pt x="1230" y="111"/>
                  <a:pt x="1209" y="100"/>
                  <a:pt x="1182" y="101"/>
                </a:cubicBezTo>
                <a:cubicBezTo>
                  <a:pt x="1182" y="94"/>
                  <a:pt x="1219" y="84"/>
                  <a:pt x="1241" y="93"/>
                </a:cubicBezTo>
                <a:cubicBezTo>
                  <a:pt x="1235" y="93"/>
                  <a:pt x="1230" y="92"/>
                  <a:pt x="1225" y="90"/>
                </a:cubicBezTo>
                <a:cubicBezTo>
                  <a:pt x="1219" y="92"/>
                  <a:pt x="1230" y="93"/>
                  <a:pt x="1230" y="94"/>
                </a:cubicBezTo>
                <a:cubicBezTo>
                  <a:pt x="1214" y="96"/>
                  <a:pt x="1203" y="94"/>
                  <a:pt x="1182" y="98"/>
                </a:cubicBezTo>
                <a:cubicBezTo>
                  <a:pt x="1192" y="101"/>
                  <a:pt x="1209" y="96"/>
                  <a:pt x="1219" y="97"/>
                </a:cubicBezTo>
                <a:cubicBezTo>
                  <a:pt x="1219" y="101"/>
                  <a:pt x="1214" y="108"/>
                  <a:pt x="1241" y="106"/>
                </a:cubicBezTo>
                <a:moveTo>
                  <a:pt x="1381" y="69"/>
                </a:moveTo>
                <a:cubicBezTo>
                  <a:pt x="1376" y="76"/>
                  <a:pt x="1371" y="66"/>
                  <a:pt x="1360" y="63"/>
                </a:cubicBezTo>
                <a:cubicBezTo>
                  <a:pt x="1376" y="59"/>
                  <a:pt x="1392" y="59"/>
                  <a:pt x="1408" y="63"/>
                </a:cubicBezTo>
                <a:cubicBezTo>
                  <a:pt x="1414" y="67"/>
                  <a:pt x="1397" y="63"/>
                  <a:pt x="1392" y="62"/>
                </a:cubicBezTo>
                <a:cubicBezTo>
                  <a:pt x="1381" y="64"/>
                  <a:pt x="1376" y="66"/>
                  <a:pt x="1381" y="69"/>
                </a:cubicBezTo>
                <a:moveTo>
                  <a:pt x="1511" y="39"/>
                </a:moveTo>
                <a:cubicBezTo>
                  <a:pt x="1538" y="25"/>
                  <a:pt x="1575" y="38"/>
                  <a:pt x="1511" y="39"/>
                </a:cubicBezTo>
                <a:moveTo>
                  <a:pt x="1495" y="31"/>
                </a:moveTo>
                <a:cubicBezTo>
                  <a:pt x="1511" y="29"/>
                  <a:pt x="1500" y="40"/>
                  <a:pt x="1500" y="45"/>
                </a:cubicBezTo>
                <a:cubicBezTo>
                  <a:pt x="1479" y="48"/>
                  <a:pt x="1495" y="39"/>
                  <a:pt x="1489" y="38"/>
                </a:cubicBezTo>
                <a:cubicBezTo>
                  <a:pt x="1468" y="33"/>
                  <a:pt x="1473" y="42"/>
                  <a:pt x="1457" y="43"/>
                </a:cubicBezTo>
                <a:cubicBezTo>
                  <a:pt x="1435" y="33"/>
                  <a:pt x="1495" y="35"/>
                  <a:pt x="1495" y="31"/>
                </a:cubicBezTo>
                <a:moveTo>
                  <a:pt x="1435" y="45"/>
                </a:moveTo>
                <a:cubicBezTo>
                  <a:pt x="1452" y="50"/>
                  <a:pt x="1441" y="56"/>
                  <a:pt x="1462" y="49"/>
                </a:cubicBezTo>
                <a:cubicBezTo>
                  <a:pt x="1479" y="57"/>
                  <a:pt x="1435" y="55"/>
                  <a:pt x="1419" y="56"/>
                </a:cubicBezTo>
                <a:cubicBezTo>
                  <a:pt x="1408" y="50"/>
                  <a:pt x="1403" y="53"/>
                  <a:pt x="1397" y="48"/>
                </a:cubicBezTo>
                <a:cubicBezTo>
                  <a:pt x="1414" y="46"/>
                  <a:pt x="1425" y="46"/>
                  <a:pt x="1435" y="45"/>
                </a:cubicBezTo>
                <a:moveTo>
                  <a:pt x="1333" y="57"/>
                </a:moveTo>
                <a:cubicBezTo>
                  <a:pt x="1344" y="62"/>
                  <a:pt x="1311" y="64"/>
                  <a:pt x="1317" y="69"/>
                </a:cubicBezTo>
                <a:cubicBezTo>
                  <a:pt x="1311" y="70"/>
                  <a:pt x="1306" y="67"/>
                  <a:pt x="1311" y="66"/>
                </a:cubicBezTo>
                <a:cubicBezTo>
                  <a:pt x="1306" y="64"/>
                  <a:pt x="1300" y="64"/>
                  <a:pt x="1300" y="66"/>
                </a:cubicBezTo>
                <a:cubicBezTo>
                  <a:pt x="1295" y="63"/>
                  <a:pt x="1300" y="63"/>
                  <a:pt x="1306" y="64"/>
                </a:cubicBezTo>
                <a:cubicBezTo>
                  <a:pt x="1327" y="62"/>
                  <a:pt x="1317" y="57"/>
                  <a:pt x="1333" y="57"/>
                </a:cubicBezTo>
                <a:moveTo>
                  <a:pt x="1031" y="103"/>
                </a:moveTo>
                <a:cubicBezTo>
                  <a:pt x="1025" y="97"/>
                  <a:pt x="1031" y="100"/>
                  <a:pt x="1014" y="104"/>
                </a:cubicBezTo>
                <a:cubicBezTo>
                  <a:pt x="1009" y="100"/>
                  <a:pt x="1009" y="97"/>
                  <a:pt x="1020" y="94"/>
                </a:cubicBezTo>
                <a:cubicBezTo>
                  <a:pt x="1041" y="94"/>
                  <a:pt x="1052" y="100"/>
                  <a:pt x="1031" y="103"/>
                </a:cubicBezTo>
                <a:moveTo>
                  <a:pt x="1160" y="74"/>
                </a:moveTo>
                <a:cubicBezTo>
                  <a:pt x="1155" y="76"/>
                  <a:pt x="1149" y="74"/>
                  <a:pt x="1149" y="73"/>
                </a:cubicBezTo>
                <a:cubicBezTo>
                  <a:pt x="1144" y="72"/>
                  <a:pt x="1138" y="73"/>
                  <a:pt x="1138" y="73"/>
                </a:cubicBezTo>
                <a:cubicBezTo>
                  <a:pt x="1122" y="72"/>
                  <a:pt x="1176" y="69"/>
                  <a:pt x="1144" y="69"/>
                </a:cubicBezTo>
                <a:cubicBezTo>
                  <a:pt x="1144" y="63"/>
                  <a:pt x="1192" y="67"/>
                  <a:pt x="1198" y="57"/>
                </a:cubicBezTo>
                <a:cubicBezTo>
                  <a:pt x="1209" y="63"/>
                  <a:pt x="1225" y="56"/>
                  <a:pt x="1235" y="63"/>
                </a:cubicBezTo>
                <a:cubicBezTo>
                  <a:pt x="1209" y="64"/>
                  <a:pt x="1160" y="64"/>
                  <a:pt x="1160" y="74"/>
                </a:cubicBezTo>
                <a:moveTo>
                  <a:pt x="1397" y="40"/>
                </a:moveTo>
                <a:cubicBezTo>
                  <a:pt x="1365" y="39"/>
                  <a:pt x="1365" y="52"/>
                  <a:pt x="1333" y="50"/>
                </a:cubicBezTo>
                <a:cubicBezTo>
                  <a:pt x="1327" y="48"/>
                  <a:pt x="1371" y="33"/>
                  <a:pt x="1371" y="40"/>
                </a:cubicBezTo>
                <a:cubicBezTo>
                  <a:pt x="1376" y="38"/>
                  <a:pt x="1387" y="35"/>
                  <a:pt x="1381" y="31"/>
                </a:cubicBezTo>
                <a:cubicBezTo>
                  <a:pt x="1408" y="29"/>
                  <a:pt x="1381" y="38"/>
                  <a:pt x="1397" y="40"/>
                </a:cubicBezTo>
                <a:moveTo>
                  <a:pt x="1273" y="40"/>
                </a:moveTo>
                <a:cubicBezTo>
                  <a:pt x="1290" y="46"/>
                  <a:pt x="1263" y="49"/>
                  <a:pt x="1279" y="55"/>
                </a:cubicBezTo>
                <a:cubicBezTo>
                  <a:pt x="1268" y="56"/>
                  <a:pt x="1268" y="53"/>
                  <a:pt x="1273" y="53"/>
                </a:cubicBezTo>
                <a:cubicBezTo>
                  <a:pt x="1263" y="49"/>
                  <a:pt x="1246" y="60"/>
                  <a:pt x="1241" y="52"/>
                </a:cubicBezTo>
                <a:cubicBezTo>
                  <a:pt x="1241" y="50"/>
                  <a:pt x="1246" y="52"/>
                  <a:pt x="1252" y="52"/>
                </a:cubicBezTo>
                <a:cubicBezTo>
                  <a:pt x="1279" y="49"/>
                  <a:pt x="1241" y="43"/>
                  <a:pt x="1273" y="40"/>
                </a:cubicBezTo>
                <a:moveTo>
                  <a:pt x="1095" y="76"/>
                </a:moveTo>
                <a:cubicBezTo>
                  <a:pt x="1095" y="80"/>
                  <a:pt x="1106" y="83"/>
                  <a:pt x="1106" y="87"/>
                </a:cubicBezTo>
                <a:cubicBezTo>
                  <a:pt x="1095" y="92"/>
                  <a:pt x="1068" y="82"/>
                  <a:pt x="1090" y="90"/>
                </a:cubicBezTo>
                <a:cubicBezTo>
                  <a:pt x="1079" y="92"/>
                  <a:pt x="1057" y="86"/>
                  <a:pt x="1079" y="93"/>
                </a:cubicBezTo>
                <a:cubicBezTo>
                  <a:pt x="1063" y="92"/>
                  <a:pt x="1036" y="93"/>
                  <a:pt x="1036" y="86"/>
                </a:cubicBezTo>
                <a:cubicBezTo>
                  <a:pt x="1074" y="92"/>
                  <a:pt x="1068" y="83"/>
                  <a:pt x="1095" y="76"/>
                </a:cubicBezTo>
                <a:moveTo>
                  <a:pt x="442" y="86"/>
                </a:moveTo>
                <a:cubicBezTo>
                  <a:pt x="410" y="84"/>
                  <a:pt x="442" y="73"/>
                  <a:pt x="404" y="83"/>
                </a:cubicBezTo>
                <a:cubicBezTo>
                  <a:pt x="399" y="77"/>
                  <a:pt x="447" y="72"/>
                  <a:pt x="480" y="66"/>
                </a:cubicBezTo>
                <a:cubicBezTo>
                  <a:pt x="485" y="70"/>
                  <a:pt x="485" y="73"/>
                  <a:pt x="491" y="76"/>
                </a:cubicBezTo>
                <a:cubicBezTo>
                  <a:pt x="458" y="77"/>
                  <a:pt x="447" y="77"/>
                  <a:pt x="442" y="86"/>
                </a:cubicBezTo>
                <a:moveTo>
                  <a:pt x="572" y="53"/>
                </a:moveTo>
                <a:cubicBezTo>
                  <a:pt x="593" y="49"/>
                  <a:pt x="572" y="62"/>
                  <a:pt x="588" y="57"/>
                </a:cubicBezTo>
                <a:cubicBezTo>
                  <a:pt x="593" y="60"/>
                  <a:pt x="577" y="62"/>
                  <a:pt x="572" y="63"/>
                </a:cubicBezTo>
                <a:cubicBezTo>
                  <a:pt x="550" y="60"/>
                  <a:pt x="577" y="57"/>
                  <a:pt x="572" y="53"/>
                </a:cubicBezTo>
                <a:moveTo>
                  <a:pt x="431" y="98"/>
                </a:moveTo>
                <a:cubicBezTo>
                  <a:pt x="404" y="94"/>
                  <a:pt x="464" y="87"/>
                  <a:pt x="475" y="94"/>
                </a:cubicBezTo>
                <a:cubicBezTo>
                  <a:pt x="458" y="98"/>
                  <a:pt x="447" y="92"/>
                  <a:pt x="431" y="98"/>
                </a:cubicBezTo>
                <a:moveTo>
                  <a:pt x="815" y="60"/>
                </a:moveTo>
                <a:cubicBezTo>
                  <a:pt x="842" y="53"/>
                  <a:pt x="815" y="53"/>
                  <a:pt x="858" y="52"/>
                </a:cubicBezTo>
                <a:cubicBezTo>
                  <a:pt x="858" y="53"/>
                  <a:pt x="852" y="53"/>
                  <a:pt x="852" y="53"/>
                </a:cubicBezTo>
                <a:cubicBezTo>
                  <a:pt x="842" y="55"/>
                  <a:pt x="852" y="56"/>
                  <a:pt x="858" y="59"/>
                </a:cubicBezTo>
                <a:cubicBezTo>
                  <a:pt x="842" y="63"/>
                  <a:pt x="831" y="57"/>
                  <a:pt x="815" y="60"/>
                </a:cubicBezTo>
                <a:moveTo>
                  <a:pt x="653" y="96"/>
                </a:moveTo>
                <a:cubicBezTo>
                  <a:pt x="663" y="97"/>
                  <a:pt x="669" y="100"/>
                  <a:pt x="674" y="101"/>
                </a:cubicBezTo>
                <a:cubicBezTo>
                  <a:pt x="653" y="107"/>
                  <a:pt x="626" y="98"/>
                  <a:pt x="653" y="96"/>
                </a:cubicBezTo>
                <a:moveTo>
                  <a:pt x="917" y="56"/>
                </a:moveTo>
                <a:cubicBezTo>
                  <a:pt x="928" y="63"/>
                  <a:pt x="917" y="63"/>
                  <a:pt x="890" y="67"/>
                </a:cubicBezTo>
                <a:cubicBezTo>
                  <a:pt x="869" y="62"/>
                  <a:pt x="912" y="60"/>
                  <a:pt x="917" y="56"/>
                </a:cubicBezTo>
                <a:moveTo>
                  <a:pt x="723" y="108"/>
                </a:moveTo>
                <a:cubicBezTo>
                  <a:pt x="712" y="106"/>
                  <a:pt x="717" y="104"/>
                  <a:pt x="712" y="101"/>
                </a:cubicBezTo>
                <a:cubicBezTo>
                  <a:pt x="723" y="101"/>
                  <a:pt x="728" y="100"/>
                  <a:pt x="739" y="98"/>
                </a:cubicBezTo>
                <a:cubicBezTo>
                  <a:pt x="755" y="101"/>
                  <a:pt x="750" y="103"/>
                  <a:pt x="755" y="106"/>
                </a:cubicBezTo>
                <a:cubicBezTo>
                  <a:pt x="744" y="108"/>
                  <a:pt x="734" y="106"/>
                  <a:pt x="723" y="108"/>
                </a:cubicBezTo>
                <a:moveTo>
                  <a:pt x="766" y="100"/>
                </a:moveTo>
                <a:cubicBezTo>
                  <a:pt x="766" y="92"/>
                  <a:pt x="787" y="100"/>
                  <a:pt x="820" y="94"/>
                </a:cubicBezTo>
                <a:cubicBezTo>
                  <a:pt x="809" y="94"/>
                  <a:pt x="798" y="96"/>
                  <a:pt x="793" y="93"/>
                </a:cubicBezTo>
                <a:cubicBezTo>
                  <a:pt x="804" y="90"/>
                  <a:pt x="815" y="90"/>
                  <a:pt x="825" y="93"/>
                </a:cubicBezTo>
                <a:cubicBezTo>
                  <a:pt x="820" y="101"/>
                  <a:pt x="787" y="96"/>
                  <a:pt x="766" y="100"/>
                </a:cubicBezTo>
                <a:moveTo>
                  <a:pt x="858" y="89"/>
                </a:moveTo>
                <a:cubicBezTo>
                  <a:pt x="852" y="86"/>
                  <a:pt x="874" y="89"/>
                  <a:pt x="869" y="84"/>
                </a:cubicBezTo>
                <a:cubicBezTo>
                  <a:pt x="890" y="90"/>
                  <a:pt x="869" y="97"/>
                  <a:pt x="874" y="104"/>
                </a:cubicBezTo>
                <a:cubicBezTo>
                  <a:pt x="858" y="100"/>
                  <a:pt x="869" y="90"/>
                  <a:pt x="858" y="89"/>
                </a:cubicBezTo>
                <a:moveTo>
                  <a:pt x="1052" y="52"/>
                </a:moveTo>
                <a:cubicBezTo>
                  <a:pt x="1031" y="48"/>
                  <a:pt x="1074" y="42"/>
                  <a:pt x="1084" y="43"/>
                </a:cubicBezTo>
                <a:cubicBezTo>
                  <a:pt x="1095" y="50"/>
                  <a:pt x="1068" y="48"/>
                  <a:pt x="1052" y="52"/>
                </a:cubicBezTo>
                <a:moveTo>
                  <a:pt x="1235" y="40"/>
                </a:moveTo>
                <a:cubicBezTo>
                  <a:pt x="1225" y="43"/>
                  <a:pt x="1214" y="40"/>
                  <a:pt x="1203" y="43"/>
                </a:cubicBezTo>
                <a:cubicBezTo>
                  <a:pt x="1192" y="46"/>
                  <a:pt x="1230" y="39"/>
                  <a:pt x="1209" y="35"/>
                </a:cubicBezTo>
                <a:cubicBezTo>
                  <a:pt x="1219" y="33"/>
                  <a:pt x="1230" y="31"/>
                  <a:pt x="1241" y="29"/>
                </a:cubicBezTo>
                <a:cubicBezTo>
                  <a:pt x="1225" y="29"/>
                  <a:pt x="1225" y="26"/>
                  <a:pt x="1235" y="25"/>
                </a:cubicBezTo>
                <a:cubicBezTo>
                  <a:pt x="1257" y="31"/>
                  <a:pt x="1219" y="35"/>
                  <a:pt x="1235" y="40"/>
                </a:cubicBezTo>
                <a:moveTo>
                  <a:pt x="982" y="72"/>
                </a:moveTo>
                <a:cubicBezTo>
                  <a:pt x="998" y="70"/>
                  <a:pt x="971" y="79"/>
                  <a:pt x="977" y="83"/>
                </a:cubicBezTo>
                <a:cubicBezTo>
                  <a:pt x="960" y="86"/>
                  <a:pt x="944" y="79"/>
                  <a:pt x="966" y="74"/>
                </a:cubicBezTo>
                <a:cubicBezTo>
                  <a:pt x="971" y="83"/>
                  <a:pt x="966" y="74"/>
                  <a:pt x="982" y="72"/>
                </a:cubicBezTo>
                <a:moveTo>
                  <a:pt x="1144" y="33"/>
                </a:moveTo>
                <a:cubicBezTo>
                  <a:pt x="1176" y="35"/>
                  <a:pt x="1127" y="38"/>
                  <a:pt x="1111" y="42"/>
                </a:cubicBezTo>
                <a:cubicBezTo>
                  <a:pt x="1111" y="40"/>
                  <a:pt x="1111" y="39"/>
                  <a:pt x="1106" y="36"/>
                </a:cubicBezTo>
                <a:cubicBezTo>
                  <a:pt x="1117" y="29"/>
                  <a:pt x="1149" y="42"/>
                  <a:pt x="1144" y="33"/>
                </a:cubicBezTo>
                <a:moveTo>
                  <a:pt x="993" y="62"/>
                </a:moveTo>
                <a:cubicBezTo>
                  <a:pt x="982" y="67"/>
                  <a:pt x="950" y="59"/>
                  <a:pt x="955" y="67"/>
                </a:cubicBezTo>
                <a:cubicBezTo>
                  <a:pt x="928" y="69"/>
                  <a:pt x="944" y="62"/>
                  <a:pt x="960" y="60"/>
                </a:cubicBezTo>
                <a:cubicBezTo>
                  <a:pt x="950" y="57"/>
                  <a:pt x="939" y="62"/>
                  <a:pt x="928" y="56"/>
                </a:cubicBezTo>
                <a:cubicBezTo>
                  <a:pt x="939" y="53"/>
                  <a:pt x="950" y="56"/>
                  <a:pt x="939" y="57"/>
                </a:cubicBezTo>
                <a:cubicBezTo>
                  <a:pt x="966" y="60"/>
                  <a:pt x="971" y="52"/>
                  <a:pt x="987" y="53"/>
                </a:cubicBezTo>
                <a:cubicBezTo>
                  <a:pt x="993" y="56"/>
                  <a:pt x="971" y="57"/>
                  <a:pt x="993" y="62"/>
                </a:cubicBezTo>
                <a:moveTo>
                  <a:pt x="1047" y="25"/>
                </a:moveTo>
                <a:cubicBezTo>
                  <a:pt x="1063" y="23"/>
                  <a:pt x="1074" y="23"/>
                  <a:pt x="1084" y="22"/>
                </a:cubicBezTo>
                <a:cubicBezTo>
                  <a:pt x="1106" y="33"/>
                  <a:pt x="1052" y="28"/>
                  <a:pt x="1047" y="40"/>
                </a:cubicBezTo>
                <a:cubicBezTo>
                  <a:pt x="1025" y="40"/>
                  <a:pt x="1025" y="38"/>
                  <a:pt x="1025" y="32"/>
                </a:cubicBezTo>
                <a:cubicBezTo>
                  <a:pt x="1020" y="36"/>
                  <a:pt x="1014" y="36"/>
                  <a:pt x="1009" y="33"/>
                </a:cubicBezTo>
                <a:cubicBezTo>
                  <a:pt x="1025" y="32"/>
                  <a:pt x="1047" y="31"/>
                  <a:pt x="1063" y="29"/>
                </a:cubicBezTo>
                <a:cubicBezTo>
                  <a:pt x="1068" y="26"/>
                  <a:pt x="1057" y="28"/>
                  <a:pt x="1047" y="25"/>
                </a:cubicBezTo>
                <a:moveTo>
                  <a:pt x="998" y="43"/>
                </a:moveTo>
                <a:cubicBezTo>
                  <a:pt x="982" y="45"/>
                  <a:pt x="955" y="43"/>
                  <a:pt x="955" y="39"/>
                </a:cubicBezTo>
                <a:cubicBezTo>
                  <a:pt x="971" y="35"/>
                  <a:pt x="998" y="39"/>
                  <a:pt x="998" y="43"/>
                </a:cubicBezTo>
                <a:moveTo>
                  <a:pt x="912" y="48"/>
                </a:moveTo>
                <a:cubicBezTo>
                  <a:pt x="885" y="42"/>
                  <a:pt x="923" y="39"/>
                  <a:pt x="912" y="35"/>
                </a:cubicBezTo>
                <a:cubicBezTo>
                  <a:pt x="923" y="33"/>
                  <a:pt x="923" y="45"/>
                  <a:pt x="912" y="48"/>
                </a:cubicBezTo>
                <a:moveTo>
                  <a:pt x="647" y="89"/>
                </a:moveTo>
                <a:cubicBezTo>
                  <a:pt x="653" y="93"/>
                  <a:pt x="642" y="90"/>
                  <a:pt x="637" y="89"/>
                </a:cubicBezTo>
                <a:cubicBezTo>
                  <a:pt x="615" y="94"/>
                  <a:pt x="615" y="110"/>
                  <a:pt x="577" y="98"/>
                </a:cubicBezTo>
                <a:cubicBezTo>
                  <a:pt x="610" y="96"/>
                  <a:pt x="604" y="92"/>
                  <a:pt x="615" y="86"/>
                </a:cubicBezTo>
                <a:cubicBezTo>
                  <a:pt x="626" y="83"/>
                  <a:pt x="637" y="90"/>
                  <a:pt x="647" y="89"/>
                </a:cubicBezTo>
                <a:moveTo>
                  <a:pt x="739" y="62"/>
                </a:moveTo>
                <a:cubicBezTo>
                  <a:pt x="734" y="63"/>
                  <a:pt x="739" y="63"/>
                  <a:pt x="739" y="64"/>
                </a:cubicBezTo>
                <a:cubicBezTo>
                  <a:pt x="707" y="63"/>
                  <a:pt x="755" y="60"/>
                  <a:pt x="761" y="56"/>
                </a:cubicBezTo>
                <a:cubicBezTo>
                  <a:pt x="782" y="60"/>
                  <a:pt x="755" y="64"/>
                  <a:pt x="739" y="62"/>
                </a:cubicBezTo>
                <a:moveTo>
                  <a:pt x="863" y="40"/>
                </a:moveTo>
                <a:cubicBezTo>
                  <a:pt x="847" y="42"/>
                  <a:pt x="836" y="45"/>
                  <a:pt x="825" y="48"/>
                </a:cubicBezTo>
                <a:cubicBezTo>
                  <a:pt x="815" y="42"/>
                  <a:pt x="842" y="38"/>
                  <a:pt x="842" y="33"/>
                </a:cubicBezTo>
                <a:cubicBezTo>
                  <a:pt x="863" y="35"/>
                  <a:pt x="847" y="36"/>
                  <a:pt x="863" y="40"/>
                </a:cubicBezTo>
                <a:moveTo>
                  <a:pt x="637" y="76"/>
                </a:moveTo>
                <a:cubicBezTo>
                  <a:pt x="653" y="77"/>
                  <a:pt x="653" y="70"/>
                  <a:pt x="674" y="73"/>
                </a:cubicBezTo>
                <a:cubicBezTo>
                  <a:pt x="680" y="82"/>
                  <a:pt x="642" y="79"/>
                  <a:pt x="626" y="83"/>
                </a:cubicBezTo>
                <a:cubicBezTo>
                  <a:pt x="620" y="80"/>
                  <a:pt x="615" y="79"/>
                  <a:pt x="610" y="76"/>
                </a:cubicBezTo>
                <a:cubicBezTo>
                  <a:pt x="620" y="72"/>
                  <a:pt x="626" y="69"/>
                  <a:pt x="631" y="67"/>
                </a:cubicBezTo>
                <a:cubicBezTo>
                  <a:pt x="653" y="64"/>
                  <a:pt x="626" y="73"/>
                  <a:pt x="637" y="76"/>
                </a:cubicBezTo>
                <a:moveTo>
                  <a:pt x="669" y="50"/>
                </a:moveTo>
                <a:cubicBezTo>
                  <a:pt x="690" y="56"/>
                  <a:pt x="669" y="60"/>
                  <a:pt x="669" y="64"/>
                </a:cubicBezTo>
                <a:cubicBezTo>
                  <a:pt x="663" y="64"/>
                  <a:pt x="663" y="63"/>
                  <a:pt x="663" y="62"/>
                </a:cubicBezTo>
                <a:cubicBezTo>
                  <a:pt x="658" y="62"/>
                  <a:pt x="647" y="62"/>
                  <a:pt x="637" y="63"/>
                </a:cubicBezTo>
                <a:cubicBezTo>
                  <a:pt x="631" y="59"/>
                  <a:pt x="647" y="55"/>
                  <a:pt x="669" y="50"/>
                </a:cubicBezTo>
                <a:moveTo>
                  <a:pt x="583" y="72"/>
                </a:moveTo>
                <a:cubicBezTo>
                  <a:pt x="566" y="77"/>
                  <a:pt x="555" y="86"/>
                  <a:pt x="534" y="87"/>
                </a:cubicBezTo>
                <a:cubicBezTo>
                  <a:pt x="534" y="80"/>
                  <a:pt x="518" y="73"/>
                  <a:pt x="550" y="67"/>
                </a:cubicBezTo>
                <a:cubicBezTo>
                  <a:pt x="572" y="67"/>
                  <a:pt x="561" y="74"/>
                  <a:pt x="583" y="72"/>
                </a:cubicBezTo>
                <a:moveTo>
                  <a:pt x="793" y="21"/>
                </a:moveTo>
                <a:cubicBezTo>
                  <a:pt x="782" y="23"/>
                  <a:pt x="777" y="22"/>
                  <a:pt x="782" y="21"/>
                </a:cubicBezTo>
                <a:cubicBezTo>
                  <a:pt x="771" y="19"/>
                  <a:pt x="750" y="23"/>
                  <a:pt x="739" y="25"/>
                </a:cubicBezTo>
                <a:cubicBezTo>
                  <a:pt x="723" y="19"/>
                  <a:pt x="777" y="12"/>
                  <a:pt x="793" y="21"/>
                </a:cubicBezTo>
                <a:moveTo>
                  <a:pt x="723" y="26"/>
                </a:moveTo>
                <a:cubicBezTo>
                  <a:pt x="723" y="33"/>
                  <a:pt x="701" y="36"/>
                  <a:pt x="707" y="40"/>
                </a:cubicBezTo>
                <a:cubicBezTo>
                  <a:pt x="696" y="43"/>
                  <a:pt x="685" y="46"/>
                  <a:pt x="669" y="48"/>
                </a:cubicBezTo>
                <a:cubicBezTo>
                  <a:pt x="658" y="46"/>
                  <a:pt x="658" y="43"/>
                  <a:pt x="669" y="40"/>
                </a:cubicBezTo>
                <a:cubicBezTo>
                  <a:pt x="674" y="42"/>
                  <a:pt x="669" y="43"/>
                  <a:pt x="669" y="43"/>
                </a:cubicBezTo>
                <a:cubicBezTo>
                  <a:pt x="690" y="45"/>
                  <a:pt x="701" y="25"/>
                  <a:pt x="690" y="29"/>
                </a:cubicBezTo>
                <a:cubicBezTo>
                  <a:pt x="685" y="26"/>
                  <a:pt x="707" y="25"/>
                  <a:pt x="701" y="22"/>
                </a:cubicBezTo>
                <a:cubicBezTo>
                  <a:pt x="712" y="21"/>
                  <a:pt x="707" y="25"/>
                  <a:pt x="723" y="26"/>
                </a:cubicBezTo>
                <a:moveTo>
                  <a:pt x="647" y="33"/>
                </a:moveTo>
                <a:cubicBezTo>
                  <a:pt x="663" y="38"/>
                  <a:pt x="631" y="40"/>
                  <a:pt x="642" y="45"/>
                </a:cubicBezTo>
                <a:cubicBezTo>
                  <a:pt x="626" y="46"/>
                  <a:pt x="620" y="35"/>
                  <a:pt x="647" y="33"/>
                </a:cubicBezTo>
                <a:moveTo>
                  <a:pt x="572" y="48"/>
                </a:moveTo>
                <a:cubicBezTo>
                  <a:pt x="572" y="43"/>
                  <a:pt x="588" y="39"/>
                  <a:pt x="604" y="36"/>
                </a:cubicBezTo>
                <a:cubicBezTo>
                  <a:pt x="631" y="43"/>
                  <a:pt x="593" y="45"/>
                  <a:pt x="572" y="48"/>
                </a:cubicBezTo>
                <a:moveTo>
                  <a:pt x="242" y="77"/>
                </a:moveTo>
                <a:cubicBezTo>
                  <a:pt x="221" y="80"/>
                  <a:pt x="199" y="80"/>
                  <a:pt x="183" y="74"/>
                </a:cubicBezTo>
                <a:cubicBezTo>
                  <a:pt x="178" y="79"/>
                  <a:pt x="167" y="83"/>
                  <a:pt x="183" y="87"/>
                </a:cubicBezTo>
                <a:cubicBezTo>
                  <a:pt x="151" y="92"/>
                  <a:pt x="156" y="93"/>
                  <a:pt x="129" y="93"/>
                </a:cubicBezTo>
                <a:cubicBezTo>
                  <a:pt x="145" y="84"/>
                  <a:pt x="167" y="83"/>
                  <a:pt x="145" y="72"/>
                </a:cubicBezTo>
                <a:cubicBezTo>
                  <a:pt x="194" y="70"/>
                  <a:pt x="172" y="57"/>
                  <a:pt x="189" y="50"/>
                </a:cubicBezTo>
                <a:cubicBezTo>
                  <a:pt x="194" y="56"/>
                  <a:pt x="205" y="63"/>
                  <a:pt x="183" y="69"/>
                </a:cubicBezTo>
                <a:cubicBezTo>
                  <a:pt x="183" y="67"/>
                  <a:pt x="178" y="67"/>
                  <a:pt x="172" y="69"/>
                </a:cubicBezTo>
                <a:cubicBezTo>
                  <a:pt x="178" y="69"/>
                  <a:pt x="183" y="70"/>
                  <a:pt x="183" y="72"/>
                </a:cubicBezTo>
                <a:cubicBezTo>
                  <a:pt x="194" y="74"/>
                  <a:pt x="205" y="69"/>
                  <a:pt x="215" y="70"/>
                </a:cubicBezTo>
                <a:cubicBezTo>
                  <a:pt x="221" y="67"/>
                  <a:pt x="226" y="64"/>
                  <a:pt x="215" y="62"/>
                </a:cubicBezTo>
                <a:cubicBezTo>
                  <a:pt x="232" y="59"/>
                  <a:pt x="248" y="56"/>
                  <a:pt x="264" y="52"/>
                </a:cubicBezTo>
                <a:cubicBezTo>
                  <a:pt x="296" y="62"/>
                  <a:pt x="226" y="66"/>
                  <a:pt x="242" y="77"/>
                </a:cubicBezTo>
                <a:moveTo>
                  <a:pt x="345" y="69"/>
                </a:moveTo>
                <a:cubicBezTo>
                  <a:pt x="340" y="67"/>
                  <a:pt x="334" y="70"/>
                  <a:pt x="329" y="70"/>
                </a:cubicBezTo>
                <a:cubicBezTo>
                  <a:pt x="307" y="57"/>
                  <a:pt x="394" y="69"/>
                  <a:pt x="350" y="76"/>
                </a:cubicBezTo>
                <a:cubicBezTo>
                  <a:pt x="345" y="73"/>
                  <a:pt x="350" y="72"/>
                  <a:pt x="345" y="69"/>
                </a:cubicBezTo>
                <a:moveTo>
                  <a:pt x="523" y="40"/>
                </a:moveTo>
                <a:cubicBezTo>
                  <a:pt x="512" y="31"/>
                  <a:pt x="572" y="38"/>
                  <a:pt x="561" y="28"/>
                </a:cubicBezTo>
                <a:cubicBezTo>
                  <a:pt x="583" y="32"/>
                  <a:pt x="610" y="18"/>
                  <a:pt x="626" y="26"/>
                </a:cubicBezTo>
                <a:cubicBezTo>
                  <a:pt x="604" y="29"/>
                  <a:pt x="610" y="28"/>
                  <a:pt x="599" y="33"/>
                </a:cubicBezTo>
                <a:cubicBezTo>
                  <a:pt x="593" y="25"/>
                  <a:pt x="555" y="38"/>
                  <a:pt x="539" y="45"/>
                </a:cubicBezTo>
                <a:cubicBezTo>
                  <a:pt x="512" y="40"/>
                  <a:pt x="502" y="43"/>
                  <a:pt x="464" y="38"/>
                </a:cubicBezTo>
                <a:cubicBezTo>
                  <a:pt x="485" y="35"/>
                  <a:pt x="502" y="35"/>
                  <a:pt x="523" y="40"/>
                </a:cubicBezTo>
                <a:moveTo>
                  <a:pt x="431" y="62"/>
                </a:moveTo>
                <a:cubicBezTo>
                  <a:pt x="410" y="53"/>
                  <a:pt x="469" y="53"/>
                  <a:pt x="485" y="50"/>
                </a:cubicBezTo>
                <a:cubicBezTo>
                  <a:pt x="496" y="59"/>
                  <a:pt x="447" y="56"/>
                  <a:pt x="431" y="62"/>
                </a:cubicBezTo>
                <a:moveTo>
                  <a:pt x="453" y="45"/>
                </a:moveTo>
                <a:cubicBezTo>
                  <a:pt x="437" y="45"/>
                  <a:pt x="421" y="50"/>
                  <a:pt x="410" y="49"/>
                </a:cubicBezTo>
                <a:cubicBezTo>
                  <a:pt x="394" y="43"/>
                  <a:pt x="431" y="36"/>
                  <a:pt x="442" y="36"/>
                </a:cubicBezTo>
                <a:cubicBezTo>
                  <a:pt x="442" y="39"/>
                  <a:pt x="447" y="42"/>
                  <a:pt x="453" y="45"/>
                </a:cubicBezTo>
                <a:moveTo>
                  <a:pt x="491" y="18"/>
                </a:moveTo>
                <a:cubicBezTo>
                  <a:pt x="502" y="23"/>
                  <a:pt x="491" y="31"/>
                  <a:pt x="469" y="31"/>
                </a:cubicBezTo>
                <a:cubicBezTo>
                  <a:pt x="464" y="26"/>
                  <a:pt x="469" y="22"/>
                  <a:pt x="491" y="18"/>
                </a:cubicBezTo>
                <a:moveTo>
                  <a:pt x="372" y="79"/>
                </a:moveTo>
                <a:cubicBezTo>
                  <a:pt x="383" y="70"/>
                  <a:pt x="372" y="69"/>
                  <a:pt x="367" y="62"/>
                </a:cubicBezTo>
                <a:cubicBezTo>
                  <a:pt x="361" y="56"/>
                  <a:pt x="323" y="62"/>
                  <a:pt x="334" y="56"/>
                </a:cubicBezTo>
                <a:cubicBezTo>
                  <a:pt x="367" y="46"/>
                  <a:pt x="453" y="67"/>
                  <a:pt x="372" y="79"/>
                </a:cubicBezTo>
                <a:moveTo>
                  <a:pt x="388" y="45"/>
                </a:moveTo>
                <a:cubicBezTo>
                  <a:pt x="377" y="48"/>
                  <a:pt x="313" y="52"/>
                  <a:pt x="302" y="57"/>
                </a:cubicBezTo>
                <a:cubicBezTo>
                  <a:pt x="296" y="52"/>
                  <a:pt x="318" y="48"/>
                  <a:pt x="340" y="42"/>
                </a:cubicBezTo>
                <a:cubicBezTo>
                  <a:pt x="356" y="43"/>
                  <a:pt x="372" y="46"/>
                  <a:pt x="388" y="45"/>
                </a:cubicBezTo>
                <a:moveTo>
                  <a:pt x="410" y="35"/>
                </a:moveTo>
                <a:cubicBezTo>
                  <a:pt x="377" y="35"/>
                  <a:pt x="377" y="36"/>
                  <a:pt x="350" y="39"/>
                </a:cubicBezTo>
                <a:cubicBezTo>
                  <a:pt x="340" y="36"/>
                  <a:pt x="356" y="35"/>
                  <a:pt x="350" y="32"/>
                </a:cubicBezTo>
                <a:cubicBezTo>
                  <a:pt x="334" y="31"/>
                  <a:pt x="313" y="46"/>
                  <a:pt x="285" y="38"/>
                </a:cubicBezTo>
                <a:cubicBezTo>
                  <a:pt x="323" y="32"/>
                  <a:pt x="318" y="26"/>
                  <a:pt x="345" y="21"/>
                </a:cubicBezTo>
                <a:cubicBezTo>
                  <a:pt x="356" y="29"/>
                  <a:pt x="372" y="32"/>
                  <a:pt x="410" y="35"/>
                </a:cubicBezTo>
                <a:moveTo>
                  <a:pt x="269" y="35"/>
                </a:moveTo>
                <a:cubicBezTo>
                  <a:pt x="248" y="45"/>
                  <a:pt x="307" y="46"/>
                  <a:pt x="285" y="50"/>
                </a:cubicBezTo>
                <a:cubicBezTo>
                  <a:pt x="275" y="45"/>
                  <a:pt x="259" y="50"/>
                  <a:pt x="253" y="45"/>
                </a:cubicBezTo>
                <a:cubicBezTo>
                  <a:pt x="242" y="49"/>
                  <a:pt x="242" y="53"/>
                  <a:pt x="215" y="56"/>
                </a:cubicBezTo>
                <a:cubicBezTo>
                  <a:pt x="215" y="45"/>
                  <a:pt x="221" y="38"/>
                  <a:pt x="269" y="35"/>
                </a:cubicBezTo>
                <a:moveTo>
                  <a:pt x="334" y="18"/>
                </a:moveTo>
                <a:cubicBezTo>
                  <a:pt x="334" y="23"/>
                  <a:pt x="285" y="21"/>
                  <a:pt x="269" y="31"/>
                </a:cubicBezTo>
                <a:cubicBezTo>
                  <a:pt x="259" y="28"/>
                  <a:pt x="248" y="32"/>
                  <a:pt x="237" y="28"/>
                </a:cubicBezTo>
                <a:cubicBezTo>
                  <a:pt x="253" y="23"/>
                  <a:pt x="285" y="28"/>
                  <a:pt x="264" y="19"/>
                </a:cubicBezTo>
                <a:cubicBezTo>
                  <a:pt x="291" y="14"/>
                  <a:pt x="313" y="19"/>
                  <a:pt x="334" y="18"/>
                </a:cubicBezTo>
              </a:path>
            </a:pathLst>
          </a:custGeom>
          <a:solidFill>
            <a:srgbClr val="5F7797">
              <a:alpha val="100000"/>
            </a:srgbClr>
          </a:solidFill>
          <a:ln w="0" cap="flat">
            <a:noFill/>
            <a:prstDash val="solid"/>
            <a:miter lim="0"/>
          </a:ln>
        </p:spPr>
        <p:txBody>
          <a:bodyPr rtlCol="0"/>
          <a:lstStyle/>
          <a:p>
            <a:pPr algn="ctr"/>
            <a:endParaRPr lang="zh-CN" altLang="en-US"/>
          </a:p>
        </p:txBody>
      </p:sp>
      <p:sp>
        <p:nvSpPr>
          <p:cNvPr id="548" name="textbox 548"/>
          <p:cNvSpPr/>
          <p:nvPr/>
        </p:nvSpPr>
        <p:spPr>
          <a:xfrm>
            <a:off x="11383403" y="6310874"/>
            <a:ext cx="302895" cy="269875"/>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a:ea typeface="Arial" panose="020B0604020202020204"/>
              <a:cs typeface="Arial" panose="020B0604020202020204"/>
            </a:endParaRPr>
          </a:p>
          <a:p>
            <a:pPr marL="12700" algn="l" rtl="0" eaLnBrk="0">
              <a:lnSpc>
                <a:spcPct val="80000"/>
              </a:lnSpc>
            </a:pPr>
            <a:r>
              <a:rPr sz="2000" b="1" kern="0" spc="-30" dirty="0">
                <a:solidFill>
                  <a:srgbClr val="5F7797">
                    <a:alpha val="100000"/>
                  </a:srgbClr>
                </a:solidFill>
                <a:latin typeface="Arial" panose="020B0604020202020204"/>
                <a:ea typeface="Arial" panose="020B0604020202020204"/>
                <a:cs typeface="Arial" panose="020B0604020202020204"/>
              </a:rPr>
              <a:t>22</a:t>
            </a:r>
            <a:endParaRPr sz="2000" dirty="0">
              <a:latin typeface="Arial" panose="020B0604020202020204"/>
              <a:ea typeface="Arial" panose="020B0604020202020204"/>
              <a:cs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6" name="picture 566"/>
          <p:cNvPicPr>
            <a:picLocks noChangeAspect="1"/>
          </p:cNvPicPr>
          <p:nvPr/>
        </p:nvPicPr>
        <p:blipFill>
          <a:blip r:embed="rId3"/>
          <a:stretch>
            <a:fillRect/>
          </a:stretch>
        </p:blipFill>
        <p:spPr>
          <a:xfrm rot="21600000">
            <a:off x="2828670" y="1942972"/>
            <a:ext cx="6256782" cy="1142111"/>
          </a:xfrm>
          <a:prstGeom prst="rect">
            <a:avLst/>
          </a:prstGeom>
        </p:spPr>
      </p:pic>
      <p:sp>
        <p:nvSpPr>
          <p:cNvPr id="568" name="textbox 568"/>
          <p:cNvSpPr/>
          <p:nvPr/>
        </p:nvSpPr>
        <p:spPr>
          <a:xfrm>
            <a:off x="4243577" y="3394329"/>
            <a:ext cx="3318509" cy="915669"/>
          </a:xfrm>
          <a:prstGeom prst="rect">
            <a:avLst/>
          </a:prstGeom>
          <a:noFill/>
          <a:ln w="0" cap="flat">
            <a:noFill/>
            <a:prstDash val="solid"/>
            <a:miter lim="0"/>
          </a:ln>
        </p:spPr>
        <p:txBody>
          <a:bodyPr vert="horz" wrap="square" lIns="0" tIns="0" rIns="0" bIns="0"/>
          <a:lstStyle/>
          <a:p>
            <a:pPr algn="l" rtl="0" eaLnBrk="0">
              <a:lnSpc>
                <a:spcPct val="102000"/>
              </a:lnSpc>
            </a:pPr>
            <a:endParaRPr sz="100" dirty="0">
              <a:latin typeface="Arial" panose="020B0604020202020204"/>
              <a:ea typeface="Arial" panose="020B0604020202020204"/>
              <a:cs typeface="Arial" panose="020B0604020202020204"/>
            </a:endParaRPr>
          </a:p>
          <a:p>
            <a:pPr marL="12700" algn="l" rtl="0" eaLnBrk="0">
              <a:lnSpc>
                <a:spcPct val="97000"/>
              </a:lnSpc>
              <a:spcBef>
                <a:spcPts val="0"/>
              </a:spcBef>
            </a:pPr>
            <a:r>
              <a:rPr sz="6000" b="1" kern="0" spc="470" dirty="0">
                <a:solidFill>
                  <a:srgbClr val="5F7797">
                    <a:alpha val="100000"/>
                  </a:srgbClr>
                </a:solidFill>
                <a:latin typeface="微软雅黑" panose="020B0503020204020204" charset="-122"/>
                <a:ea typeface="微软雅黑" panose="020B0503020204020204" charset="-122"/>
                <a:cs typeface="微软雅黑" panose="020B0503020204020204" charset="-122"/>
              </a:rPr>
              <a:t>谢谢观看</a:t>
            </a:r>
            <a:endParaRPr sz="6000" dirty="0">
              <a:latin typeface="微软雅黑" panose="020B0503020204020204" charset="-122"/>
              <a:ea typeface="微软雅黑" panose="020B0503020204020204" charset="-122"/>
              <a:cs typeface="微软雅黑" panose="020B0503020204020204" charset="-122"/>
            </a:endParaRPr>
          </a:p>
        </p:txBody>
      </p:sp>
      <p:pic>
        <p:nvPicPr>
          <p:cNvPr id="570" name="picture 570"/>
          <p:cNvPicPr>
            <a:picLocks noChangeAspect="1"/>
          </p:cNvPicPr>
          <p:nvPr/>
        </p:nvPicPr>
        <p:blipFill>
          <a:blip r:embed="rId4"/>
          <a:stretch>
            <a:fillRect/>
          </a:stretch>
        </p:blipFill>
        <p:spPr>
          <a:xfrm rot="21600000">
            <a:off x="1075943" y="4344923"/>
            <a:ext cx="9831324" cy="26212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4082</Words>
  <Application>Microsoft Office PowerPoint</Application>
  <PresentationFormat>宽屏</PresentationFormat>
  <Paragraphs>544</Paragraphs>
  <Slides>19</Slides>
  <Notes>18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等线</vt:lpstr>
      <vt:lpstr>华文新魏</vt:lpstr>
      <vt:lpstr>微软雅黑</vt:lpstr>
      <vt:lpstr>Arial</vt:lpstr>
      <vt:lpstr>Cambria Math</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手绘</dc:title>
  <dc:creator>晨辉</dc:creator>
  <cp:lastModifiedBy>子健 林</cp:lastModifiedBy>
  <cp:revision>11</cp:revision>
  <dcterms:created xsi:type="dcterms:W3CDTF">2025-04-10T03:45:21Z</dcterms:created>
  <dcterms:modified xsi:type="dcterms:W3CDTF">2026-04-07T03:53:25Z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wqlLaW5nc29mdCBQREYgdG8gV1BTIDEwMA</vt:lpwstr>
  </property>
  <property fmtid="{D5CDD505-2E9C-101B-9397-08002B2CF9AE}" pid="3" name="Created">
    <vt:filetime>2025-04-10T11:38:16Z</vt:filetime>
  </property>
  <property fmtid="{D5CDD505-2E9C-101B-9397-08002B2CF9AE}" pid="4" name="ICV">
    <vt:lpwstr>8D4E88C16CF241C79D5CE1A08C667995_12</vt:lpwstr>
  </property>
  <property fmtid="{D5CDD505-2E9C-101B-9397-08002B2CF9AE}" pid="5" name="KSOProductBuildVer">
    <vt:lpwstr>2052-12.1.0.20784</vt:lpwstr>
  </property>
</Properties>
</file>