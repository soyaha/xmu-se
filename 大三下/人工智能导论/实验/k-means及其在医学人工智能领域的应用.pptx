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239" r:id="rId2"/>
    <p:sldId id="3242" r:id="rId3"/>
    <p:sldId id="3274" r:id="rId4"/>
    <p:sldId id="3275" r:id="rId5"/>
    <p:sldId id="3276" r:id="rId6"/>
    <p:sldId id="3255" r:id="rId7"/>
    <p:sldId id="3277" r:id="rId8"/>
    <p:sldId id="3278" r:id="rId9"/>
    <p:sldId id="3260" r:id="rId10"/>
    <p:sldId id="3261" r:id="rId11"/>
    <p:sldId id="3271" r:id="rId12"/>
    <p:sldId id="3263" r:id="rId13"/>
    <p:sldId id="3280" r:id="rId14"/>
    <p:sldId id="3281" r:id="rId15"/>
    <p:sldId id="3266" r:id="rId16"/>
    <p:sldId id="3282" r:id="rId17"/>
    <p:sldId id="3284" r:id="rId18"/>
    <p:sldId id="327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A6D8"/>
    <a:srgbClr val="56CF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7858" autoAdjust="0"/>
  </p:normalViewPr>
  <p:slideViewPr>
    <p:cSldViewPr snapToGrid="0">
      <p:cViewPr varScale="1">
        <p:scale>
          <a:sx n="102" d="100"/>
          <a:sy n="102" d="100"/>
        </p:scale>
        <p:origin x="108" y="4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ancong zheng" userId="791c3d94eccb8482" providerId="LiveId" clId="{DD27D93D-25A6-4107-9E37-5B6FF22D9C45}"/>
    <pc:docChg chg="undo custSel addSld delSld modSld">
      <pc:chgData name="jiancong zheng" userId="791c3d94eccb8482" providerId="LiveId" clId="{DD27D93D-25A6-4107-9E37-5B6FF22D9C45}" dt="2024-05-07T14:13:05.356" v="2417" actId="1038"/>
      <pc:docMkLst>
        <pc:docMk/>
      </pc:docMkLst>
      <pc:sldChg chg="addSp delSp modSp mod">
        <pc:chgData name="jiancong zheng" userId="791c3d94eccb8482" providerId="LiveId" clId="{DD27D93D-25A6-4107-9E37-5B6FF22D9C45}" dt="2024-05-07T12:32:14.927" v="207" actId="1076"/>
        <pc:sldMkLst>
          <pc:docMk/>
          <pc:sldMk cId="0" sldId="3239"/>
        </pc:sldMkLst>
        <pc:spChg chg="add del mod">
          <ac:chgData name="jiancong zheng" userId="791c3d94eccb8482" providerId="LiveId" clId="{DD27D93D-25A6-4107-9E37-5B6FF22D9C45}" dt="2024-05-07T12:32:08.047" v="205" actId="1076"/>
          <ac:spMkLst>
            <pc:docMk/>
            <pc:sldMk cId="0" sldId="3239"/>
            <ac:spMk id="3" creationId="{69B8C4B9-33CF-495F-AAD2-119B6367348A}"/>
          </ac:spMkLst>
        </pc:spChg>
        <pc:spChg chg="del">
          <ac:chgData name="jiancong zheng" userId="791c3d94eccb8482" providerId="LiveId" clId="{DD27D93D-25A6-4107-9E37-5B6FF22D9C45}" dt="2024-05-07T12:22:44.708" v="37" actId="478"/>
          <ac:spMkLst>
            <pc:docMk/>
            <pc:sldMk cId="0" sldId="3239"/>
            <ac:spMk id="5" creationId="{F85E3A35-48C2-4D80-AC07-941FB79949F8}"/>
          </ac:spMkLst>
        </pc:spChg>
        <pc:spChg chg="mod">
          <ac:chgData name="jiancong zheng" userId="791c3d94eccb8482" providerId="LiveId" clId="{DD27D93D-25A6-4107-9E37-5B6FF22D9C45}" dt="2024-05-07T12:32:14.927" v="207" actId="1076"/>
          <ac:spMkLst>
            <pc:docMk/>
            <pc:sldMk cId="0" sldId="3239"/>
            <ac:spMk id="7" creationId="{9F061515-AF7C-4FA4-8D47-56C3796E6ACC}"/>
          </ac:spMkLst>
        </pc:spChg>
        <pc:spChg chg="add mod">
          <ac:chgData name="jiancong zheng" userId="791c3d94eccb8482" providerId="LiveId" clId="{DD27D93D-25A6-4107-9E37-5B6FF22D9C45}" dt="2024-05-07T12:27:52.501" v="130" actId="113"/>
          <ac:spMkLst>
            <pc:docMk/>
            <pc:sldMk cId="0" sldId="3239"/>
            <ac:spMk id="10" creationId="{1B71157F-88F8-4C3C-A592-CB30BB9724C0}"/>
          </ac:spMkLst>
        </pc:spChg>
      </pc:sldChg>
      <pc:sldChg chg="del">
        <pc:chgData name="jiancong zheng" userId="791c3d94eccb8482" providerId="LiveId" clId="{DD27D93D-25A6-4107-9E37-5B6FF22D9C45}" dt="2024-05-07T12:32:23.965" v="211" actId="47"/>
        <pc:sldMkLst>
          <pc:docMk/>
          <pc:sldMk cId="1709156437" sldId="3240"/>
        </pc:sldMkLst>
      </pc:sldChg>
      <pc:sldChg chg="addSp delSp modSp mod">
        <pc:chgData name="jiancong zheng" userId="791c3d94eccb8482" providerId="LiveId" clId="{DD27D93D-25A6-4107-9E37-5B6FF22D9C45}" dt="2024-05-07T13:51:39.647" v="1726" actId="1076"/>
        <pc:sldMkLst>
          <pc:docMk/>
          <pc:sldMk cId="3392350776" sldId="3242"/>
        </pc:sldMkLst>
        <pc:spChg chg="add mod topLvl">
          <ac:chgData name="jiancong zheng" userId="791c3d94eccb8482" providerId="LiveId" clId="{DD27D93D-25A6-4107-9E37-5B6FF22D9C45}" dt="2024-05-07T13:04:11.744" v="428" actId="164"/>
          <ac:spMkLst>
            <pc:docMk/>
            <pc:sldMk cId="3392350776" sldId="3242"/>
            <ac:spMk id="2" creationId="{65FC8783-44DC-474A-A829-24E9CF3BE9C6}"/>
          </ac:spMkLst>
        </pc:spChg>
        <pc:spChg chg="mod">
          <ac:chgData name="jiancong zheng" userId="791c3d94eccb8482" providerId="LiveId" clId="{DD27D93D-25A6-4107-9E37-5B6FF22D9C45}" dt="2024-05-07T12:31:45.358" v="193" actId="207"/>
          <ac:spMkLst>
            <pc:docMk/>
            <pc:sldMk cId="3392350776" sldId="3242"/>
            <ac:spMk id="6" creationId="{1031845D-5D1D-470D-91F6-38256B322756}"/>
          </ac:spMkLst>
        </pc:spChg>
        <pc:spChg chg="del">
          <ac:chgData name="jiancong zheng" userId="791c3d94eccb8482" providerId="LiveId" clId="{DD27D93D-25A6-4107-9E37-5B6FF22D9C45}" dt="2024-05-07T12:27:01.668" v="104" actId="478"/>
          <ac:spMkLst>
            <pc:docMk/>
            <pc:sldMk cId="3392350776" sldId="3242"/>
            <ac:spMk id="7" creationId="{DA89AC21-4B2F-4281-B6B9-AE4801634E65}"/>
          </ac:spMkLst>
        </pc:spChg>
        <pc:spChg chg="add mod">
          <ac:chgData name="jiancong zheng" userId="791c3d94eccb8482" providerId="LiveId" clId="{DD27D93D-25A6-4107-9E37-5B6FF22D9C45}" dt="2024-05-07T12:32:19.968" v="209" actId="1076"/>
          <ac:spMkLst>
            <pc:docMk/>
            <pc:sldMk cId="3392350776" sldId="3242"/>
            <ac:spMk id="9" creationId="{D7DA4BBD-CE23-4A97-9E52-C288770EF236}"/>
          </ac:spMkLst>
        </pc:spChg>
        <pc:spChg chg="add mod topLvl">
          <ac:chgData name="jiancong zheng" userId="791c3d94eccb8482" providerId="LiveId" clId="{DD27D93D-25A6-4107-9E37-5B6FF22D9C45}" dt="2024-05-07T13:04:11.744" v="428" actId="164"/>
          <ac:spMkLst>
            <pc:docMk/>
            <pc:sldMk cId="3392350776" sldId="3242"/>
            <ac:spMk id="11" creationId="{6A0B8D72-3043-4B6B-82CD-1DA4F3A3D5ED}"/>
          </ac:spMkLst>
        </pc:spChg>
        <pc:spChg chg="add mod topLvl">
          <ac:chgData name="jiancong zheng" userId="791c3d94eccb8482" providerId="LiveId" clId="{DD27D93D-25A6-4107-9E37-5B6FF22D9C45}" dt="2024-05-07T13:04:11.744" v="428" actId="164"/>
          <ac:spMkLst>
            <pc:docMk/>
            <pc:sldMk cId="3392350776" sldId="3242"/>
            <ac:spMk id="12" creationId="{453EA56B-3482-4F0D-98DE-6657702AB586}"/>
          </ac:spMkLst>
        </pc:spChg>
        <pc:spChg chg="add mod topLvl">
          <ac:chgData name="jiancong zheng" userId="791c3d94eccb8482" providerId="LiveId" clId="{DD27D93D-25A6-4107-9E37-5B6FF22D9C45}" dt="2024-05-07T13:04:11.744" v="428" actId="164"/>
          <ac:spMkLst>
            <pc:docMk/>
            <pc:sldMk cId="3392350776" sldId="3242"/>
            <ac:spMk id="13" creationId="{1B5CBCEF-A84B-4A4F-9714-444E09A8F5D4}"/>
          </ac:spMkLst>
        </pc:spChg>
        <pc:spChg chg="add mod topLvl">
          <ac:chgData name="jiancong zheng" userId="791c3d94eccb8482" providerId="LiveId" clId="{DD27D93D-25A6-4107-9E37-5B6FF22D9C45}" dt="2024-05-07T13:04:11.744" v="428" actId="164"/>
          <ac:spMkLst>
            <pc:docMk/>
            <pc:sldMk cId="3392350776" sldId="3242"/>
            <ac:spMk id="14" creationId="{E1AE54D1-7BB2-4AFE-A765-8263670B9ECB}"/>
          </ac:spMkLst>
        </pc:spChg>
        <pc:spChg chg="add mod topLvl">
          <ac:chgData name="jiancong zheng" userId="791c3d94eccb8482" providerId="LiveId" clId="{DD27D93D-25A6-4107-9E37-5B6FF22D9C45}" dt="2024-05-07T13:04:11.744" v="428" actId="164"/>
          <ac:spMkLst>
            <pc:docMk/>
            <pc:sldMk cId="3392350776" sldId="3242"/>
            <ac:spMk id="16" creationId="{E2B3EC4A-8016-4500-A880-30E049952E73}"/>
          </ac:spMkLst>
        </pc:spChg>
        <pc:spChg chg="add mod topLvl">
          <ac:chgData name="jiancong zheng" userId="791c3d94eccb8482" providerId="LiveId" clId="{DD27D93D-25A6-4107-9E37-5B6FF22D9C45}" dt="2024-05-07T13:04:11.744" v="428" actId="164"/>
          <ac:spMkLst>
            <pc:docMk/>
            <pc:sldMk cId="3392350776" sldId="3242"/>
            <ac:spMk id="17" creationId="{870AA615-8F64-4DC5-BBE9-3CD6E592B672}"/>
          </ac:spMkLst>
        </pc:spChg>
        <pc:spChg chg="add mod topLvl">
          <ac:chgData name="jiancong zheng" userId="791c3d94eccb8482" providerId="LiveId" clId="{DD27D93D-25A6-4107-9E37-5B6FF22D9C45}" dt="2024-05-07T13:04:11.744" v="428" actId="164"/>
          <ac:spMkLst>
            <pc:docMk/>
            <pc:sldMk cId="3392350776" sldId="3242"/>
            <ac:spMk id="18" creationId="{46B14848-A4E4-4388-8B79-945A27CDAAD7}"/>
          </ac:spMkLst>
        </pc:spChg>
        <pc:spChg chg="del">
          <ac:chgData name="jiancong zheng" userId="791c3d94eccb8482" providerId="LiveId" clId="{DD27D93D-25A6-4107-9E37-5B6FF22D9C45}" dt="2024-05-07T12:26:52.868" v="103" actId="478"/>
          <ac:spMkLst>
            <pc:docMk/>
            <pc:sldMk cId="3392350776" sldId="3242"/>
            <ac:spMk id="19" creationId="{C116435B-078B-4EE4-B4E6-BB1901D2F4D6}"/>
          </ac:spMkLst>
        </pc:spChg>
        <pc:spChg chg="del">
          <ac:chgData name="jiancong zheng" userId="791c3d94eccb8482" providerId="LiveId" clId="{DD27D93D-25A6-4107-9E37-5B6FF22D9C45}" dt="2024-05-07T12:26:52.868" v="103" actId="478"/>
          <ac:spMkLst>
            <pc:docMk/>
            <pc:sldMk cId="3392350776" sldId="3242"/>
            <ac:spMk id="20" creationId="{3B557042-1231-4CF4-9BF6-FF97E9BF6B55}"/>
          </ac:spMkLst>
        </pc:spChg>
        <pc:spChg chg="add mod topLvl">
          <ac:chgData name="jiancong zheng" userId="791c3d94eccb8482" providerId="LiveId" clId="{DD27D93D-25A6-4107-9E37-5B6FF22D9C45}" dt="2024-05-07T13:04:11.744" v="428" actId="164"/>
          <ac:spMkLst>
            <pc:docMk/>
            <pc:sldMk cId="3392350776" sldId="3242"/>
            <ac:spMk id="21" creationId="{FA158012-0672-4A08-AF0D-6F67D62CAC51}"/>
          </ac:spMkLst>
        </pc:spChg>
        <pc:spChg chg="add mod topLvl">
          <ac:chgData name="jiancong zheng" userId="791c3d94eccb8482" providerId="LiveId" clId="{DD27D93D-25A6-4107-9E37-5B6FF22D9C45}" dt="2024-05-07T13:04:11.744" v="428" actId="164"/>
          <ac:spMkLst>
            <pc:docMk/>
            <pc:sldMk cId="3392350776" sldId="3242"/>
            <ac:spMk id="22" creationId="{9FBC5B3C-A90F-49C1-8FE8-70E6FD3FA3D5}"/>
          </ac:spMkLst>
        </pc:spChg>
        <pc:spChg chg="add mod topLvl">
          <ac:chgData name="jiancong zheng" userId="791c3d94eccb8482" providerId="LiveId" clId="{DD27D93D-25A6-4107-9E37-5B6FF22D9C45}" dt="2024-05-07T13:04:11.744" v="428" actId="164"/>
          <ac:spMkLst>
            <pc:docMk/>
            <pc:sldMk cId="3392350776" sldId="3242"/>
            <ac:spMk id="23" creationId="{833B9EF7-11C4-4A2A-8554-43B2A374EA9E}"/>
          </ac:spMkLst>
        </pc:spChg>
        <pc:spChg chg="add mod topLvl">
          <ac:chgData name="jiancong zheng" userId="791c3d94eccb8482" providerId="LiveId" clId="{DD27D93D-25A6-4107-9E37-5B6FF22D9C45}" dt="2024-05-07T13:04:11.744" v="428" actId="164"/>
          <ac:spMkLst>
            <pc:docMk/>
            <pc:sldMk cId="3392350776" sldId="3242"/>
            <ac:spMk id="24" creationId="{6C422FE5-C695-480F-882E-80D03CB9423F}"/>
          </ac:spMkLst>
        </pc:spChg>
        <pc:spChg chg="add del mod">
          <ac:chgData name="jiancong zheng" userId="791c3d94eccb8482" providerId="LiveId" clId="{DD27D93D-25A6-4107-9E37-5B6FF22D9C45}" dt="2024-05-07T13:00:18.929" v="264"/>
          <ac:spMkLst>
            <pc:docMk/>
            <pc:sldMk cId="3392350776" sldId="3242"/>
            <ac:spMk id="25" creationId="{6876D906-0882-41F5-A35F-14B2ED4550FA}"/>
          </ac:spMkLst>
        </pc:spChg>
        <pc:spChg chg="add del mod">
          <ac:chgData name="jiancong zheng" userId="791c3d94eccb8482" providerId="LiveId" clId="{DD27D93D-25A6-4107-9E37-5B6FF22D9C45}" dt="2024-05-07T13:00:18.929" v="264"/>
          <ac:spMkLst>
            <pc:docMk/>
            <pc:sldMk cId="3392350776" sldId="3242"/>
            <ac:spMk id="26" creationId="{1ECC473F-4386-459B-B9FB-43108FFDBAE4}"/>
          </ac:spMkLst>
        </pc:spChg>
        <pc:spChg chg="add del mod">
          <ac:chgData name="jiancong zheng" userId="791c3d94eccb8482" providerId="LiveId" clId="{DD27D93D-25A6-4107-9E37-5B6FF22D9C45}" dt="2024-05-07T13:00:18.929" v="264"/>
          <ac:spMkLst>
            <pc:docMk/>
            <pc:sldMk cId="3392350776" sldId="3242"/>
            <ac:spMk id="27" creationId="{7D143428-00D4-4066-BB7A-3CB70D427B49}"/>
          </ac:spMkLst>
        </pc:spChg>
        <pc:spChg chg="add del mod">
          <ac:chgData name="jiancong zheng" userId="791c3d94eccb8482" providerId="LiveId" clId="{DD27D93D-25A6-4107-9E37-5B6FF22D9C45}" dt="2024-05-07T13:00:18.929" v="264"/>
          <ac:spMkLst>
            <pc:docMk/>
            <pc:sldMk cId="3392350776" sldId="3242"/>
            <ac:spMk id="28" creationId="{99D68890-906C-4B5A-A44C-0FB7C022A4EB}"/>
          </ac:spMkLst>
        </pc:spChg>
        <pc:spChg chg="add del mod">
          <ac:chgData name="jiancong zheng" userId="791c3d94eccb8482" providerId="LiveId" clId="{DD27D93D-25A6-4107-9E37-5B6FF22D9C45}" dt="2024-05-07T13:00:18.929" v="264"/>
          <ac:spMkLst>
            <pc:docMk/>
            <pc:sldMk cId="3392350776" sldId="3242"/>
            <ac:spMk id="29" creationId="{FB5C208F-E778-403C-9B7A-4BBD4BC5E50E}"/>
          </ac:spMkLst>
        </pc:spChg>
        <pc:spChg chg="add del mod">
          <ac:chgData name="jiancong zheng" userId="791c3d94eccb8482" providerId="LiveId" clId="{DD27D93D-25A6-4107-9E37-5B6FF22D9C45}" dt="2024-05-07T13:00:18.929" v="264"/>
          <ac:spMkLst>
            <pc:docMk/>
            <pc:sldMk cId="3392350776" sldId="3242"/>
            <ac:spMk id="30" creationId="{B83E47A9-EA71-430D-86FD-ABD35446ADA4}"/>
          </ac:spMkLst>
        </pc:spChg>
        <pc:spChg chg="add del mod">
          <ac:chgData name="jiancong zheng" userId="791c3d94eccb8482" providerId="LiveId" clId="{DD27D93D-25A6-4107-9E37-5B6FF22D9C45}" dt="2024-05-07T13:00:18.929" v="264"/>
          <ac:spMkLst>
            <pc:docMk/>
            <pc:sldMk cId="3392350776" sldId="3242"/>
            <ac:spMk id="31" creationId="{80EE1DB9-6CB3-4AF2-AEBB-75B6B397B92C}"/>
          </ac:spMkLst>
        </pc:spChg>
        <pc:spChg chg="add del mod">
          <ac:chgData name="jiancong zheng" userId="791c3d94eccb8482" providerId="LiveId" clId="{DD27D93D-25A6-4107-9E37-5B6FF22D9C45}" dt="2024-05-07T13:00:18.929" v="264"/>
          <ac:spMkLst>
            <pc:docMk/>
            <pc:sldMk cId="3392350776" sldId="3242"/>
            <ac:spMk id="32" creationId="{E970C8E3-E630-431F-AEAC-BDC863BE5670}"/>
          </ac:spMkLst>
        </pc:spChg>
        <pc:spChg chg="add del mod">
          <ac:chgData name="jiancong zheng" userId="791c3d94eccb8482" providerId="LiveId" clId="{DD27D93D-25A6-4107-9E37-5B6FF22D9C45}" dt="2024-05-07T13:00:18.929" v="264"/>
          <ac:spMkLst>
            <pc:docMk/>
            <pc:sldMk cId="3392350776" sldId="3242"/>
            <ac:spMk id="33" creationId="{617FD64D-19AC-4C1F-B002-EDE697DC1CA5}"/>
          </ac:spMkLst>
        </pc:spChg>
        <pc:spChg chg="add del mod">
          <ac:chgData name="jiancong zheng" userId="791c3d94eccb8482" providerId="LiveId" clId="{DD27D93D-25A6-4107-9E37-5B6FF22D9C45}" dt="2024-05-07T13:00:18.929" v="264"/>
          <ac:spMkLst>
            <pc:docMk/>
            <pc:sldMk cId="3392350776" sldId="3242"/>
            <ac:spMk id="34" creationId="{2B3DB949-9E7B-4264-8471-1564E4FC9132}"/>
          </ac:spMkLst>
        </pc:spChg>
        <pc:spChg chg="add del mod">
          <ac:chgData name="jiancong zheng" userId="791c3d94eccb8482" providerId="LiveId" clId="{DD27D93D-25A6-4107-9E37-5B6FF22D9C45}" dt="2024-05-07T13:00:18.929" v="264"/>
          <ac:spMkLst>
            <pc:docMk/>
            <pc:sldMk cId="3392350776" sldId="3242"/>
            <ac:spMk id="35" creationId="{573AB7A1-D96A-4F33-ADA8-6A9FBDC97D66}"/>
          </ac:spMkLst>
        </pc:spChg>
        <pc:spChg chg="add del mod">
          <ac:chgData name="jiancong zheng" userId="791c3d94eccb8482" providerId="LiveId" clId="{DD27D93D-25A6-4107-9E37-5B6FF22D9C45}" dt="2024-05-07T13:00:18.929" v="264"/>
          <ac:spMkLst>
            <pc:docMk/>
            <pc:sldMk cId="3392350776" sldId="3242"/>
            <ac:spMk id="36" creationId="{362B03BA-3585-4091-AEDF-CB266594169F}"/>
          </ac:spMkLst>
        </pc:spChg>
        <pc:spChg chg="mod topLvl">
          <ac:chgData name="jiancong zheng" userId="791c3d94eccb8482" providerId="LiveId" clId="{DD27D93D-25A6-4107-9E37-5B6FF22D9C45}" dt="2024-05-07T13:04:11.744" v="428" actId="164"/>
          <ac:spMkLst>
            <pc:docMk/>
            <pc:sldMk cId="3392350776" sldId="3242"/>
            <ac:spMk id="38" creationId="{6D62E808-4E3E-4CE1-9C5F-D17920E4E354}"/>
          </ac:spMkLst>
        </pc:spChg>
        <pc:spChg chg="mod topLvl">
          <ac:chgData name="jiancong zheng" userId="791c3d94eccb8482" providerId="LiveId" clId="{DD27D93D-25A6-4107-9E37-5B6FF22D9C45}" dt="2024-05-07T13:04:11.744" v="428" actId="164"/>
          <ac:spMkLst>
            <pc:docMk/>
            <pc:sldMk cId="3392350776" sldId="3242"/>
            <ac:spMk id="39" creationId="{6549AB3F-842B-4C76-88DD-CF2705261DE7}"/>
          </ac:spMkLst>
        </pc:spChg>
        <pc:spChg chg="mod topLvl">
          <ac:chgData name="jiancong zheng" userId="791c3d94eccb8482" providerId="LiveId" clId="{DD27D93D-25A6-4107-9E37-5B6FF22D9C45}" dt="2024-05-07T13:04:11.744" v="428" actId="164"/>
          <ac:spMkLst>
            <pc:docMk/>
            <pc:sldMk cId="3392350776" sldId="3242"/>
            <ac:spMk id="40" creationId="{1655FDB1-47B1-4B83-A15A-CF49563AA51C}"/>
          </ac:spMkLst>
        </pc:spChg>
        <pc:spChg chg="mod topLvl">
          <ac:chgData name="jiancong zheng" userId="791c3d94eccb8482" providerId="LiveId" clId="{DD27D93D-25A6-4107-9E37-5B6FF22D9C45}" dt="2024-05-07T13:04:11.744" v="428" actId="164"/>
          <ac:spMkLst>
            <pc:docMk/>
            <pc:sldMk cId="3392350776" sldId="3242"/>
            <ac:spMk id="41" creationId="{5E04EB5F-822C-4866-A83F-2EE32AFC8287}"/>
          </ac:spMkLst>
        </pc:spChg>
        <pc:spChg chg="mod topLvl">
          <ac:chgData name="jiancong zheng" userId="791c3d94eccb8482" providerId="LiveId" clId="{DD27D93D-25A6-4107-9E37-5B6FF22D9C45}" dt="2024-05-07T13:04:11.744" v="428" actId="164"/>
          <ac:spMkLst>
            <pc:docMk/>
            <pc:sldMk cId="3392350776" sldId="3242"/>
            <ac:spMk id="42" creationId="{73AA1072-FF69-4890-B3C0-152B74326F67}"/>
          </ac:spMkLst>
        </pc:spChg>
        <pc:spChg chg="mod topLvl">
          <ac:chgData name="jiancong zheng" userId="791c3d94eccb8482" providerId="LiveId" clId="{DD27D93D-25A6-4107-9E37-5B6FF22D9C45}" dt="2024-05-07T13:04:11.744" v="428" actId="164"/>
          <ac:spMkLst>
            <pc:docMk/>
            <pc:sldMk cId="3392350776" sldId="3242"/>
            <ac:spMk id="43" creationId="{8B966F4C-583D-45FC-AF3B-CD7E8D9B1B74}"/>
          </ac:spMkLst>
        </pc:spChg>
        <pc:spChg chg="mod topLvl">
          <ac:chgData name="jiancong zheng" userId="791c3d94eccb8482" providerId="LiveId" clId="{DD27D93D-25A6-4107-9E37-5B6FF22D9C45}" dt="2024-05-07T13:04:11.744" v="428" actId="164"/>
          <ac:spMkLst>
            <pc:docMk/>
            <pc:sldMk cId="3392350776" sldId="3242"/>
            <ac:spMk id="44" creationId="{22FC663C-361D-4547-A3A0-812ABC0B1EE2}"/>
          </ac:spMkLst>
        </pc:spChg>
        <pc:spChg chg="mod topLvl">
          <ac:chgData name="jiancong zheng" userId="791c3d94eccb8482" providerId="LiveId" clId="{DD27D93D-25A6-4107-9E37-5B6FF22D9C45}" dt="2024-05-07T13:04:11.744" v="428" actId="164"/>
          <ac:spMkLst>
            <pc:docMk/>
            <pc:sldMk cId="3392350776" sldId="3242"/>
            <ac:spMk id="45" creationId="{C60CF8AA-A527-407A-96EF-D6E743036BB1}"/>
          </ac:spMkLst>
        </pc:spChg>
        <pc:spChg chg="mod topLvl">
          <ac:chgData name="jiancong zheng" userId="791c3d94eccb8482" providerId="LiveId" clId="{DD27D93D-25A6-4107-9E37-5B6FF22D9C45}" dt="2024-05-07T13:04:11.744" v="428" actId="164"/>
          <ac:spMkLst>
            <pc:docMk/>
            <pc:sldMk cId="3392350776" sldId="3242"/>
            <ac:spMk id="46" creationId="{D0839DFD-6D0D-49DF-A627-0560875548CD}"/>
          </ac:spMkLst>
        </pc:spChg>
        <pc:spChg chg="mod topLvl">
          <ac:chgData name="jiancong zheng" userId="791c3d94eccb8482" providerId="LiveId" clId="{DD27D93D-25A6-4107-9E37-5B6FF22D9C45}" dt="2024-05-07T13:04:11.744" v="428" actId="164"/>
          <ac:spMkLst>
            <pc:docMk/>
            <pc:sldMk cId="3392350776" sldId="3242"/>
            <ac:spMk id="47" creationId="{12E29CCD-2577-44BC-9C8F-7D2911E362D9}"/>
          </ac:spMkLst>
        </pc:spChg>
        <pc:spChg chg="mod topLvl">
          <ac:chgData name="jiancong zheng" userId="791c3d94eccb8482" providerId="LiveId" clId="{DD27D93D-25A6-4107-9E37-5B6FF22D9C45}" dt="2024-05-07T13:04:11.744" v="428" actId="164"/>
          <ac:spMkLst>
            <pc:docMk/>
            <pc:sldMk cId="3392350776" sldId="3242"/>
            <ac:spMk id="48" creationId="{7B165B91-E865-41F8-878E-8ED6FB19F18A}"/>
          </ac:spMkLst>
        </pc:spChg>
        <pc:spChg chg="mod topLvl">
          <ac:chgData name="jiancong zheng" userId="791c3d94eccb8482" providerId="LiveId" clId="{DD27D93D-25A6-4107-9E37-5B6FF22D9C45}" dt="2024-05-07T13:04:11.744" v="428" actId="164"/>
          <ac:spMkLst>
            <pc:docMk/>
            <pc:sldMk cId="3392350776" sldId="3242"/>
            <ac:spMk id="49" creationId="{F397C414-91EF-4E6D-A662-1947F8F576B6}"/>
          </ac:spMkLst>
        </pc:spChg>
        <pc:spChg chg="mod topLvl">
          <ac:chgData name="jiancong zheng" userId="791c3d94eccb8482" providerId="LiveId" clId="{DD27D93D-25A6-4107-9E37-5B6FF22D9C45}" dt="2024-05-07T13:04:11.744" v="428" actId="164"/>
          <ac:spMkLst>
            <pc:docMk/>
            <pc:sldMk cId="3392350776" sldId="3242"/>
            <ac:spMk id="51" creationId="{C1365F27-B0D7-43B8-96C8-2532A7C6E9B4}"/>
          </ac:spMkLst>
        </pc:spChg>
        <pc:spChg chg="mod topLvl">
          <ac:chgData name="jiancong zheng" userId="791c3d94eccb8482" providerId="LiveId" clId="{DD27D93D-25A6-4107-9E37-5B6FF22D9C45}" dt="2024-05-07T13:04:11.744" v="428" actId="164"/>
          <ac:spMkLst>
            <pc:docMk/>
            <pc:sldMk cId="3392350776" sldId="3242"/>
            <ac:spMk id="52" creationId="{F3EB8E55-3535-4178-8CB7-6D18A53025C6}"/>
          </ac:spMkLst>
        </pc:spChg>
        <pc:spChg chg="mod topLvl">
          <ac:chgData name="jiancong zheng" userId="791c3d94eccb8482" providerId="LiveId" clId="{DD27D93D-25A6-4107-9E37-5B6FF22D9C45}" dt="2024-05-07T13:04:11.744" v="428" actId="164"/>
          <ac:spMkLst>
            <pc:docMk/>
            <pc:sldMk cId="3392350776" sldId="3242"/>
            <ac:spMk id="53" creationId="{F16A7CA7-5954-4C45-A8CC-1F6A729C5321}"/>
          </ac:spMkLst>
        </pc:spChg>
        <pc:spChg chg="mod topLvl">
          <ac:chgData name="jiancong zheng" userId="791c3d94eccb8482" providerId="LiveId" clId="{DD27D93D-25A6-4107-9E37-5B6FF22D9C45}" dt="2024-05-07T13:04:11.744" v="428" actId="164"/>
          <ac:spMkLst>
            <pc:docMk/>
            <pc:sldMk cId="3392350776" sldId="3242"/>
            <ac:spMk id="54" creationId="{269B2613-1BE6-43C3-B96C-B47F8DEA6E38}"/>
          </ac:spMkLst>
        </pc:spChg>
        <pc:spChg chg="mod topLvl">
          <ac:chgData name="jiancong zheng" userId="791c3d94eccb8482" providerId="LiveId" clId="{DD27D93D-25A6-4107-9E37-5B6FF22D9C45}" dt="2024-05-07T13:04:11.744" v="428" actId="164"/>
          <ac:spMkLst>
            <pc:docMk/>
            <pc:sldMk cId="3392350776" sldId="3242"/>
            <ac:spMk id="55" creationId="{956682F1-ACBE-49C3-841B-386DEAD11DCE}"/>
          </ac:spMkLst>
        </pc:spChg>
        <pc:spChg chg="mod topLvl">
          <ac:chgData name="jiancong zheng" userId="791c3d94eccb8482" providerId="LiveId" clId="{DD27D93D-25A6-4107-9E37-5B6FF22D9C45}" dt="2024-05-07T13:04:11.744" v="428" actId="164"/>
          <ac:spMkLst>
            <pc:docMk/>
            <pc:sldMk cId="3392350776" sldId="3242"/>
            <ac:spMk id="56" creationId="{87FD21EA-A7F6-4E0A-B5C0-9F668CBAE292}"/>
          </ac:spMkLst>
        </pc:spChg>
        <pc:spChg chg="mod topLvl">
          <ac:chgData name="jiancong zheng" userId="791c3d94eccb8482" providerId="LiveId" clId="{DD27D93D-25A6-4107-9E37-5B6FF22D9C45}" dt="2024-05-07T13:04:11.744" v="428" actId="164"/>
          <ac:spMkLst>
            <pc:docMk/>
            <pc:sldMk cId="3392350776" sldId="3242"/>
            <ac:spMk id="57" creationId="{940ABFEC-16FC-4686-8063-4C177703B6F3}"/>
          </ac:spMkLst>
        </pc:spChg>
        <pc:spChg chg="mod topLvl">
          <ac:chgData name="jiancong zheng" userId="791c3d94eccb8482" providerId="LiveId" clId="{DD27D93D-25A6-4107-9E37-5B6FF22D9C45}" dt="2024-05-07T13:04:11.744" v="428" actId="164"/>
          <ac:spMkLst>
            <pc:docMk/>
            <pc:sldMk cId="3392350776" sldId="3242"/>
            <ac:spMk id="58" creationId="{B7E01636-3E56-4FF6-A590-B18CE312AF1A}"/>
          </ac:spMkLst>
        </pc:spChg>
        <pc:spChg chg="mod topLvl">
          <ac:chgData name="jiancong zheng" userId="791c3d94eccb8482" providerId="LiveId" clId="{DD27D93D-25A6-4107-9E37-5B6FF22D9C45}" dt="2024-05-07T13:04:11.744" v="428" actId="164"/>
          <ac:spMkLst>
            <pc:docMk/>
            <pc:sldMk cId="3392350776" sldId="3242"/>
            <ac:spMk id="59" creationId="{9D336A94-6146-47F9-9DBF-64C4A37B27B9}"/>
          </ac:spMkLst>
        </pc:spChg>
        <pc:spChg chg="mod topLvl">
          <ac:chgData name="jiancong zheng" userId="791c3d94eccb8482" providerId="LiveId" clId="{DD27D93D-25A6-4107-9E37-5B6FF22D9C45}" dt="2024-05-07T13:04:11.744" v="428" actId="164"/>
          <ac:spMkLst>
            <pc:docMk/>
            <pc:sldMk cId="3392350776" sldId="3242"/>
            <ac:spMk id="60" creationId="{B0B6D327-C47C-48C3-991F-FF61A0D4D7CF}"/>
          </ac:spMkLst>
        </pc:spChg>
        <pc:spChg chg="mod topLvl">
          <ac:chgData name="jiancong zheng" userId="791c3d94eccb8482" providerId="LiveId" clId="{DD27D93D-25A6-4107-9E37-5B6FF22D9C45}" dt="2024-05-07T13:04:11.744" v="428" actId="164"/>
          <ac:spMkLst>
            <pc:docMk/>
            <pc:sldMk cId="3392350776" sldId="3242"/>
            <ac:spMk id="61" creationId="{D5951AD8-1E85-4EA1-90D4-72EA052290F1}"/>
          </ac:spMkLst>
        </pc:spChg>
        <pc:spChg chg="mod topLvl">
          <ac:chgData name="jiancong zheng" userId="791c3d94eccb8482" providerId="LiveId" clId="{DD27D93D-25A6-4107-9E37-5B6FF22D9C45}" dt="2024-05-07T13:04:11.744" v="428" actId="164"/>
          <ac:spMkLst>
            <pc:docMk/>
            <pc:sldMk cId="3392350776" sldId="3242"/>
            <ac:spMk id="62" creationId="{B5FF66F6-40E3-41E0-8D06-8D451ED5824E}"/>
          </ac:spMkLst>
        </pc:spChg>
        <pc:spChg chg="mod topLvl">
          <ac:chgData name="jiancong zheng" userId="791c3d94eccb8482" providerId="LiveId" clId="{DD27D93D-25A6-4107-9E37-5B6FF22D9C45}" dt="2024-05-07T13:04:11.744" v="428" actId="164"/>
          <ac:spMkLst>
            <pc:docMk/>
            <pc:sldMk cId="3392350776" sldId="3242"/>
            <ac:spMk id="64" creationId="{F1D9DD1A-0937-4E48-B12B-88E72FF1B394}"/>
          </ac:spMkLst>
        </pc:spChg>
        <pc:spChg chg="mod topLvl">
          <ac:chgData name="jiancong zheng" userId="791c3d94eccb8482" providerId="LiveId" clId="{DD27D93D-25A6-4107-9E37-5B6FF22D9C45}" dt="2024-05-07T13:04:11.744" v="428" actId="164"/>
          <ac:spMkLst>
            <pc:docMk/>
            <pc:sldMk cId="3392350776" sldId="3242"/>
            <ac:spMk id="65" creationId="{7B3E1160-AD03-44C9-B29B-6AEC342D1905}"/>
          </ac:spMkLst>
        </pc:spChg>
        <pc:spChg chg="mod topLvl">
          <ac:chgData name="jiancong zheng" userId="791c3d94eccb8482" providerId="LiveId" clId="{DD27D93D-25A6-4107-9E37-5B6FF22D9C45}" dt="2024-05-07T13:04:11.744" v="428" actId="164"/>
          <ac:spMkLst>
            <pc:docMk/>
            <pc:sldMk cId="3392350776" sldId="3242"/>
            <ac:spMk id="66" creationId="{7D25EA96-DDAF-45CA-BEAD-CFD6279BB56A}"/>
          </ac:spMkLst>
        </pc:spChg>
        <pc:spChg chg="mod topLvl">
          <ac:chgData name="jiancong zheng" userId="791c3d94eccb8482" providerId="LiveId" clId="{DD27D93D-25A6-4107-9E37-5B6FF22D9C45}" dt="2024-05-07T13:04:11.744" v="428" actId="164"/>
          <ac:spMkLst>
            <pc:docMk/>
            <pc:sldMk cId="3392350776" sldId="3242"/>
            <ac:spMk id="67" creationId="{4E77FF83-760D-4FFF-B315-DA77C3EE858C}"/>
          </ac:spMkLst>
        </pc:spChg>
        <pc:spChg chg="mod topLvl">
          <ac:chgData name="jiancong zheng" userId="791c3d94eccb8482" providerId="LiveId" clId="{DD27D93D-25A6-4107-9E37-5B6FF22D9C45}" dt="2024-05-07T13:04:11.744" v="428" actId="164"/>
          <ac:spMkLst>
            <pc:docMk/>
            <pc:sldMk cId="3392350776" sldId="3242"/>
            <ac:spMk id="68" creationId="{B18C65DD-3803-43BB-B87B-2E21C526F216}"/>
          </ac:spMkLst>
        </pc:spChg>
        <pc:spChg chg="mod topLvl">
          <ac:chgData name="jiancong zheng" userId="791c3d94eccb8482" providerId="LiveId" clId="{DD27D93D-25A6-4107-9E37-5B6FF22D9C45}" dt="2024-05-07T13:04:11.744" v="428" actId="164"/>
          <ac:spMkLst>
            <pc:docMk/>
            <pc:sldMk cId="3392350776" sldId="3242"/>
            <ac:spMk id="69" creationId="{79830EF1-DB93-4487-8B7E-518BDCF0F87F}"/>
          </ac:spMkLst>
        </pc:spChg>
        <pc:spChg chg="mod topLvl">
          <ac:chgData name="jiancong zheng" userId="791c3d94eccb8482" providerId="LiveId" clId="{DD27D93D-25A6-4107-9E37-5B6FF22D9C45}" dt="2024-05-07T13:04:11.744" v="428" actId="164"/>
          <ac:spMkLst>
            <pc:docMk/>
            <pc:sldMk cId="3392350776" sldId="3242"/>
            <ac:spMk id="70" creationId="{FAF58042-90A4-4FD8-948E-6F1F326DB7C2}"/>
          </ac:spMkLst>
        </pc:spChg>
        <pc:spChg chg="mod topLvl">
          <ac:chgData name="jiancong zheng" userId="791c3d94eccb8482" providerId="LiveId" clId="{DD27D93D-25A6-4107-9E37-5B6FF22D9C45}" dt="2024-05-07T13:04:11.744" v="428" actId="164"/>
          <ac:spMkLst>
            <pc:docMk/>
            <pc:sldMk cId="3392350776" sldId="3242"/>
            <ac:spMk id="71" creationId="{F21EB0D5-F424-40AF-9CCC-4C5699BF5C8E}"/>
          </ac:spMkLst>
        </pc:spChg>
        <pc:spChg chg="mod topLvl">
          <ac:chgData name="jiancong zheng" userId="791c3d94eccb8482" providerId="LiveId" clId="{DD27D93D-25A6-4107-9E37-5B6FF22D9C45}" dt="2024-05-07T13:04:11.744" v="428" actId="164"/>
          <ac:spMkLst>
            <pc:docMk/>
            <pc:sldMk cId="3392350776" sldId="3242"/>
            <ac:spMk id="72" creationId="{59D216D6-1C85-483C-BBD2-6D433716A1F3}"/>
          </ac:spMkLst>
        </pc:spChg>
        <pc:spChg chg="mod topLvl">
          <ac:chgData name="jiancong zheng" userId="791c3d94eccb8482" providerId="LiveId" clId="{DD27D93D-25A6-4107-9E37-5B6FF22D9C45}" dt="2024-05-07T13:04:11.744" v="428" actId="164"/>
          <ac:spMkLst>
            <pc:docMk/>
            <pc:sldMk cId="3392350776" sldId="3242"/>
            <ac:spMk id="73" creationId="{FA55D28D-2989-4428-9569-971F0A8A3070}"/>
          </ac:spMkLst>
        </pc:spChg>
        <pc:spChg chg="mod topLvl">
          <ac:chgData name="jiancong zheng" userId="791c3d94eccb8482" providerId="LiveId" clId="{DD27D93D-25A6-4107-9E37-5B6FF22D9C45}" dt="2024-05-07T13:04:11.744" v="428" actId="164"/>
          <ac:spMkLst>
            <pc:docMk/>
            <pc:sldMk cId="3392350776" sldId="3242"/>
            <ac:spMk id="74" creationId="{A9384C59-FB82-4313-ABB2-5D4BB67FD0D6}"/>
          </ac:spMkLst>
        </pc:spChg>
        <pc:spChg chg="mod topLvl">
          <ac:chgData name="jiancong zheng" userId="791c3d94eccb8482" providerId="LiveId" clId="{DD27D93D-25A6-4107-9E37-5B6FF22D9C45}" dt="2024-05-07T13:04:11.744" v="428" actId="164"/>
          <ac:spMkLst>
            <pc:docMk/>
            <pc:sldMk cId="3392350776" sldId="3242"/>
            <ac:spMk id="75" creationId="{1447A692-777F-4859-837D-15600074CA99}"/>
          </ac:spMkLst>
        </pc:spChg>
        <pc:spChg chg="mod topLvl">
          <ac:chgData name="jiancong zheng" userId="791c3d94eccb8482" providerId="LiveId" clId="{DD27D93D-25A6-4107-9E37-5B6FF22D9C45}" dt="2024-05-07T13:04:11.744" v="428" actId="164"/>
          <ac:spMkLst>
            <pc:docMk/>
            <pc:sldMk cId="3392350776" sldId="3242"/>
            <ac:spMk id="77" creationId="{0366E9FA-DC6D-40DC-9824-F597EB8E1DBE}"/>
          </ac:spMkLst>
        </pc:spChg>
        <pc:spChg chg="mod topLvl">
          <ac:chgData name="jiancong zheng" userId="791c3d94eccb8482" providerId="LiveId" clId="{DD27D93D-25A6-4107-9E37-5B6FF22D9C45}" dt="2024-05-07T13:04:11.744" v="428" actId="164"/>
          <ac:spMkLst>
            <pc:docMk/>
            <pc:sldMk cId="3392350776" sldId="3242"/>
            <ac:spMk id="78" creationId="{40905E23-FA22-42F3-9098-E4E7011E902D}"/>
          </ac:spMkLst>
        </pc:spChg>
        <pc:spChg chg="mod topLvl">
          <ac:chgData name="jiancong zheng" userId="791c3d94eccb8482" providerId="LiveId" clId="{DD27D93D-25A6-4107-9E37-5B6FF22D9C45}" dt="2024-05-07T13:04:11.744" v="428" actId="164"/>
          <ac:spMkLst>
            <pc:docMk/>
            <pc:sldMk cId="3392350776" sldId="3242"/>
            <ac:spMk id="79" creationId="{E18B59D9-F063-45EC-B35F-5D54AFC30B37}"/>
          </ac:spMkLst>
        </pc:spChg>
        <pc:spChg chg="mod topLvl">
          <ac:chgData name="jiancong zheng" userId="791c3d94eccb8482" providerId="LiveId" clId="{DD27D93D-25A6-4107-9E37-5B6FF22D9C45}" dt="2024-05-07T13:04:11.744" v="428" actId="164"/>
          <ac:spMkLst>
            <pc:docMk/>
            <pc:sldMk cId="3392350776" sldId="3242"/>
            <ac:spMk id="80" creationId="{2670D2C6-E62C-4A50-987A-B7E0A7030C65}"/>
          </ac:spMkLst>
        </pc:spChg>
        <pc:spChg chg="mod topLvl">
          <ac:chgData name="jiancong zheng" userId="791c3d94eccb8482" providerId="LiveId" clId="{DD27D93D-25A6-4107-9E37-5B6FF22D9C45}" dt="2024-05-07T13:04:11.744" v="428" actId="164"/>
          <ac:spMkLst>
            <pc:docMk/>
            <pc:sldMk cId="3392350776" sldId="3242"/>
            <ac:spMk id="81" creationId="{35AEEC6A-7259-4D07-8FF8-2B2BD6E6F8E2}"/>
          </ac:spMkLst>
        </pc:spChg>
        <pc:spChg chg="mod topLvl">
          <ac:chgData name="jiancong zheng" userId="791c3d94eccb8482" providerId="LiveId" clId="{DD27D93D-25A6-4107-9E37-5B6FF22D9C45}" dt="2024-05-07T13:04:11.744" v="428" actId="164"/>
          <ac:spMkLst>
            <pc:docMk/>
            <pc:sldMk cId="3392350776" sldId="3242"/>
            <ac:spMk id="82" creationId="{F8DFA34D-C7A1-4EC5-9339-35BA1B051AB7}"/>
          </ac:spMkLst>
        </pc:spChg>
        <pc:spChg chg="mod topLvl">
          <ac:chgData name="jiancong zheng" userId="791c3d94eccb8482" providerId="LiveId" clId="{DD27D93D-25A6-4107-9E37-5B6FF22D9C45}" dt="2024-05-07T13:04:11.744" v="428" actId="164"/>
          <ac:spMkLst>
            <pc:docMk/>
            <pc:sldMk cId="3392350776" sldId="3242"/>
            <ac:spMk id="83" creationId="{7432F029-2901-48FE-973C-A352345602E7}"/>
          </ac:spMkLst>
        </pc:spChg>
        <pc:spChg chg="mod topLvl">
          <ac:chgData name="jiancong zheng" userId="791c3d94eccb8482" providerId="LiveId" clId="{DD27D93D-25A6-4107-9E37-5B6FF22D9C45}" dt="2024-05-07T13:04:11.744" v="428" actId="164"/>
          <ac:spMkLst>
            <pc:docMk/>
            <pc:sldMk cId="3392350776" sldId="3242"/>
            <ac:spMk id="84" creationId="{7AE79237-D035-430B-BA83-7E9A622C39FD}"/>
          </ac:spMkLst>
        </pc:spChg>
        <pc:spChg chg="mod topLvl">
          <ac:chgData name="jiancong zheng" userId="791c3d94eccb8482" providerId="LiveId" clId="{DD27D93D-25A6-4107-9E37-5B6FF22D9C45}" dt="2024-05-07T13:04:11.744" v="428" actId="164"/>
          <ac:spMkLst>
            <pc:docMk/>
            <pc:sldMk cId="3392350776" sldId="3242"/>
            <ac:spMk id="85" creationId="{A171B1C8-B495-4037-9909-91AC88389B61}"/>
          </ac:spMkLst>
        </pc:spChg>
        <pc:spChg chg="mod topLvl">
          <ac:chgData name="jiancong zheng" userId="791c3d94eccb8482" providerId="LiveId" clId="{DD27D93D-25A6-4107-9E37-5B6FF22D9C45}" dt="2024-05-07T13:04:11.744" v="428" actId="164"/>
          <ac:spMkLst>
            <pc:docMk/>
            <pc:sldMk cId="3392350776" sldId="3242"/>
            <ac:spMk id="86" creationId="{34E77C5F-42C3-45B3-81C5-546B44D58C30}"/>
          </ac:spMkLst>
        </pc:spChg>
        <pc:spChg chg="mod topLvl">
          <ac:chgData name="jiancong zheng" userId="791c3d94eccb8482" providerId="LiveId" clId="{DD27D93D-25A6-4107-9E37-5B6FF22D9C45}" dt="2024-05-07T13:04:11.744" v="428" actId="164"/>
          <ac:spMkLst>
            <pc:docMk/>
            <pc:sldMk cId="3392350776" sldId="3242"/>
            <ac:spMk id="87" creationId="{7644A1FE-5911-4CD2-A2B0-A32D7D017D2C}"/>
          </ac:spMkLst>
        </pc:spChg>
        <pc:spChg chg="mod topLvl">
          <ac:chgData name="jiancong zheng" userId="791c3d94eccb8482" providerId="LiveId" clId="{DD27D93D-25A6-4107-9E37-5B6FF22D9C45}" dt="2024-05-07T13:04:11.744" v="428" actId="164"/>
          <ac:spMkLst>
            <pc:docMk/>
            <pc:sldMk cId="3392350776" sldId="3242"/>
            <ac:spMk id="88" creationId="{0A8FB407-3392-4D19-9031-5CFC01C6B0B7}"/>
          </ac:spMkLst>
        </pc:spChg>
        <pc:spChg chg="mod">
          <ac:chgData name="jiancong zheng" userId="791c3d94eccb8482" providerId="LiveId" clId="{DD27D93D-25A6-4107-9E37-5B6FF22D9C45}" dt="2024-05-07T13:00:29.335" v="269"/>
          <ac:spMkLst>
            <pc:docMk/>
            <pc:sldMk cId="3392350776" sldId="3242"/>
            <ac:spMk id="90" creationId="{FBF2F9AD-B020-4543-8E3B-726416FFF347}"/>
          </ac:spMkLst>
        </pc:spChg>
        <pc:spChg chg="mod">
          <ac:chgData name="jiancong zheng" userId="791c3d94eccb8482" providerId="LiveId" clId="{DD27D93D-25A6-4107-9E37-5B6FF22D9C45}" dt="2024-05-07T13:00:29.335" v="269"/>
          <ac:spMkLst>
            <pc:docMk/>
            <pc:sldMk cId="3392350776" sldId="3242"/>
            <ac:spMk id="91" creationId="{FEF487CD-3B18-4C4D-A9F8-58F623497E58}"/>
          </ac:spMkLst>
        </pc:spChg>
        <pc:spChg chg="mod">
          <ac:chgData name="jiancong zheng" userId="791c3d94eccb8482" providerId="LiveId" clId="{DD27D93D-25A6-4107-9E37-5B6FF22D9C45}" dt="2024-05-07T13:00:29.335" v="269"/>
          <ac:spMkLst>
            <pc:docMk/>
            <pc:sldMk cId="3392350776" sldId="3242"/>
            <ac:spMk id="92" creationId="{13B8796B-FA8C-4853-B5E2-048C3B721297}"/>
          </ac:spMkLst>
        </pc:spChg>
        <pc:spChg chg="mod">
          <ac:chgData name="jiancong zheng" userId="791c3d94eccb8482" providerId="LiveId" clId="{DD27D93D-25A6-4107-9E37-5B6FF22D9C45}" dt="2024-05-07T13:00:29.335" v="269"/>
          <ac:spMkLst>
            <pc:docMk/>
            <pc:sldMk cId="3392350776" sldId="3242"/>
            <ac:spMk id="93" creationId="{AF624BA3-B055-4A7B-81FE-9686F16B9286}"/>
          </ac:spMkLst>
        </pc:spChg>
        <pc:spChg chg="mod">
          <ac:chgData name="jiancong zheng" userId="791c3d94eccb8482" providerId="LiveId" clId="{DD27D93D-25A6-4107-9E37-5B6FF22D9C45}" dt="2024-05-07T13:00:29.335" v="269"/>
          <ac:spMkLst>
            <pc:docMk/>
            <pc:sldMk cId="3392350776" sldId="3242"/>
            <ac:spMk id="94" creationId="{7D1A898B-7683-4C5A-A55D-A545BBC6566C}"/>
          </ac:spMkLst>
        </pc:spChg>
        <pc:spChg chg="mod">
          <ac:chgData name="jiancong zheng" userId="791c3d94eccb8482" providerId="LiveId" clId="{DD27D93D-25A6-4107-9E37-5B6FF22D9C45}" dt="2024-05-07T13:00:29.335" v="269"/>
          <ac:spMkLst>
            <pc:docMk/>
            <pc:sldMk cId="3392350776" sldId="3242"/>
            <ac:spMk id="95" creationId="{ADA20E44-6571-4BFD-AD9C-C44F41207FE6}"/>
          </ac:spMkLst>
        </pc:spChg>
        <pc:spChg chg="mod">
          <ac:chgData name="jiancong zheng" userId="791c3d94eccb8482" providerId="LiveId" clId="{DD27D93D-25A6-4107-9E37-5B6FF22D9C45}" dt="2024-05-07T13:00:29.335" v="269"/>
          <ac:spMkLst>
            <pc:docMk/>
            <pc:sldMk cId="3392350776" sldId="3242"/>
            <ac:spMk id="96" creationId="{29E688EA-995F-47E2-87AC-C41F3B20DFBB}"/>
          </ac:spMkLst>
        </pc:spChg>
        <pc:spChg chg="mod">
          <ac:chgData name="jiancong zheng" userId="791c3d94eccb8482" providerId="LiveId" clId="{DD27D93D-25A6-4107-9E37-5B6FF22D9C45}" dt="2024-05-07T13:00:29.335" v="269"/>
          <ac:spMkLst>
            <pc:docMk/>
            <pc:sldMk cId="3392350776" sldId="3242"/>
            <ac:spMk id="97" creationId="{604D9BE7-C669-4862-A93A-5606056E8441}"/>
          </ac:spMkLst>
        </pc:spChg>
        <pc:spChg chg="mod">
          <ac:chgData name="jiancong zheng" userId="791c3d94eccb8482" providerId="LiveId" clId="{DD27D93D-25A6-4107-9E37-5B6FF22D9C45}" dt="2024-05-07T13:00:29.335" v="269"/>
          <ac:spMkLst>
            <pc:docMk/>
            <pc:sldMk cId="3392350776" sldId="3242"/>
            <ac:spMk id="98" creationId="{8707F1FC-3CA1-448E-BA13-14F4C3E91ED9}"/>
          </ac:spMkLst>
        </pc:spChg>
        <pc:spChg chg="mod">
          <ac:chgData name="jiancong zheng" userId="791c3d94eccb8482" providerId="LiveId" clId="{DD27D93D-25A6-4107-9E37-5B6FF22D9C45}" dt="2024-05-07T13:00:29.335" v="269"/>
          <ac:spMkLst>
            <pc:docMk/>
            <pc:sldMk cId="3392350776" sldId="3242"/>
            <ac:spMk id="99" creationId="{F3A68E15-5158-44AC-A3A2-8E4CA2902638}"/>
          </ac:spMkLst>
        </pc:spChg>
        <pc:spChg chg="mod">
          <ac:chgData name="jiancong zheng" userId="791c3d94eccb8482" providerId="LiveId" clId="{DD27D93D-25A6-4107-9E37-5B6FF22D9C45}" dt="2024-05-07T13:00:29.335" v="269"/>
          <ac:spMkLst>
            <pc:docMk/>
            <pc:sldMk cId="3392350776" sldId="3242"/>
            <ac:spMk id="100" creationId="{1C2EC245-0F49-42AE-94DA-99004B99DFB0}"/>
          </ac:spMkLst>
        </pc:spChg>
        <pc:spChg chg="mod">
          <ac:chgData name="jiancong zheng" userId="791c3d94eccb8482" providerId="LiveId" clId="{DD27D93D-25A6-4107-9E37-5B6FF22D9C45}" dt="2024-05-07T13:00:29.335" v="269"/>
          <ac:spMkLst>
            <pc:docMk/>
            <pc:sldMk cId="3392350776" sldId="3242"/>
            <ac:spMk id="101" creationId="{A1CF3D66-C102-41C3-957F-0F58040E331F}"/>
          </ac:spMkLst>
        </pc:spChg>
        <pc:spChg chg="add mod">
          <ac:chgData name="jiancong zheng" userId="791c3d94eccb8482" providerId="LiveId" clId="{DD27D93D-25A6-4107-9E37-5B6FF22D9C45}" dt="2024-05-07T13:04:43.417" v="434" actId="164"/>
          <ac:spMkLst>
            <pc:docMk/>
            <pc:sldMk cId="3392350776" sldId="3242"/>
            <ac:spMk id="102" creationId="{F24EF06B-4D6E-460B-BBDF-3A7ED9DA6875}"/>
          </ac:spMkLst>
        </pc:spChg>
        <pc:spChg chg="add mod">
          <ac:chgData name="jiancong zheng" userId="791c3d94eccb8482" providerId="LiveId" clId="{DD27D93D-25A6-4107-9E37-5B6FF22D9C45}" dt="2024-05-07T13:04:43.417" v="434" actId="164"/>
          <ac:spMkLst>
            <pc:docMk/>
            <pc:sldMk cId="3392350776" sldId="3242"/>
            <ac:spMk id="103" creationId="{B7865E80-8DB0-4C5D-84B9-587377C6E8C7}"/>
          </ac:spMkLst>
        </pc:spChg>
        <pc:spChg chg="add mod">
          <ac:chgData name="jiancong zheng" userId="791c3d94eccb8482" providerId="LiveId" clId="{DD27D93D-25A6-4107-9E37-5B6FF22D9C45}" dt="2024-05-07T13:04:43.417" v="434" actId="164"/>
          <ac:spMkLst>
            <pc:docMk/>
            <pc:sldMk cId="3392350776" sldId="3242"/>
            <ac:spMk id="104" creationId="{4C3F67CD-56DB-4E35-8F1E-FA0E82B7B40D}"/>
          </ac:spMkLst>
        </pc:spChg>
        <pc:spChg chg="add mod">
          <ac:chgData name="jiancong zheng" userId="791c3d94eccb8482" providerId="LiveId" clId="{DD27D93D-25A6-4107-9E37-5B6FF22D9C45}" dt="2024-05-07T13:04:43.417" v="434" actId="164"/>
          <ac:spMkLst>
            <pc:docMk/>
            <pc:sldMk cId="3392350776" sldId="3242"/>
            <ac:spMk id="105" creationId="{83A6CA7F-74AF-4FC7-BD30-E7433E5D2AB8}"/>
          </ac:spMkLst>
        </pc:spChg>
        <pc:spChg chg="add mod">
          <ac:chgData name="jiancong zheng" userId="791c3d94eccb8482" providerId="LiveId" clId="{DD27D93D-25A6-4107-9E37-5B6FF22D9C45}" dt="2024-05-07T13:04:43.417" v="434" actId="164"/>
          <ac:spMkLst>
            <pc:docMk/>
            <pc:sldMk cId="3392350776" sldId="3242"/>
            <ac:spMk id="106" creationId="{4DCD91CA-EEBE-4AC3-B967-EBBF9384B233}"/>
          </ac:spMkLst>
        </pc:spChg>
        <pc:spChg chg="add mod">
          <ac:chgData name="jiancong zheng" userId="791c3d94eccb8482" providerId="LiveId" clId="{DD27D93D-25A6-4107-9E37-5B6FF22D9C45}" dt="2024-05-07T13:04:43.417" v="434" actId="164"/>
          <ac:spMkLst>
            <pc:docMk/>
            <pc:sldMk cId="3392350776" sldId="3242"/>
            <ac:spMk id="107" creationId="{14EC02A2-29C9-4AE8-81B1-1C224FA1B431}"/>
          </ac:spMkLst>
        </pc:spChg>
        <pc:spChg chg="add mod">
          <ac:chgData name="jiancong zheng" userId="791c3d94eccb8482" providerId="LiveId" clId="{DD27D93D-25A6-4107-9E37-5B6FF22D9C45}" dt="2024-05-07T13:04:43.417" v="434" actId="164"/>
          <ac:spMkLst>
            <pc:docMk/>
            <pc:sldMk cId="3392350776" sldId="3242"/>
            <ac:spMk id="108" creationId="{8A0DA0A5-1F82-40F5-A4F6-C4F4A332EED2}"/>
          </ac:spMkLst>
        </pc:spChg>
        <pc:spChg chg="add mod">
          <ac:chgData name="jiancong zheng" userId="791c3d94eccb8482" providerId="LiveId" clId="{DD27D93D-25A6-4107-9E37-5B6FF22D9C45}" dt="2024-05-07T13:04:43.417" v="434" actId="164"/>
          <ac:spMkLst>
            <pc:docMk/>
            <pc:sldMk cId="3392350776" sldId="3242"/>
            <ac:spMk id="109" creationId="{564C7D20-8648-4C87-A07C-6EB9E90056EE}"/>
          </ac:spMkLst>
        </pc:spChg>
        <pc:spChg chg="add mod">
          <ac:chgData name="jiancong zheng" userId="791c3d94eccb8482" providerId="LiveId" clId="{DD27D93D-25A6-4107-9E37-5B6FF22D9C45}" dt="2024-05-07T13:04:43.417" v="434" actId="164"/>
          <ac:spMkLst>
            <pc:docMk/>
            <pc:sldMk cId="3392350776" sldId="3242"/>
            <ac:spMk id="110" creationId="{1101400F-2AA4-4DAD-AD7B-004D74103491}"/>
          </ac:spMkLst>
        </pc:spChg>
        <pc:spChg chg="add mod">
          <ac:chgData name="jiancong zheng" userId="791c3d94eccb8482" providerId="LiveId" clId="{DD27D93D-25A6-4107-9E37-5B6FF22D9C45}" dt="2024-05-07T13:04:43.417" v="434" actId="164"/>
          <ac:spMkLst>
            <pc:docMk/>
            <pc:sldMk cId="3392350776" sldId="3242"/>
            <ac:spMk id="111" creationId="{D55DD4F7-B045-4131-8F31-B4671F88F9AA}"/>
          </ac:spMkLst>
        </pc:spChg>
        <pc:spChg chg="add mod">
          <ac:chgData name="jiancong zheng" userId="791c3d94eccb8482" providerId="LiveId" clId="{DD27D93D-25A6-4107-9E37-5B6FF22D9C45}" dt="2024-05-07T13:04:43.417" v="434" actId="164"/>
          <ac:spMkLst>
            <pc:docMk/>
            <pc:sldMk cId="3392350776" sldId="3242"/>
            <ac:spMk id="112" creationId="{B9320416-E189-4AD7-9B91-9DD4E662449A}"/>
          </ac:spMkLst>
        </pc:spChg>
        <pc:spChg chg="add mod">
          <ac:chgData name="jiancong zheng" userId="791c3d94eccb8482" providerId="LiveId" clId="{DD27D93D-25A6-4107-9E37-5B6FF22D9C45}" dt="2024-05-07T13:04:43.417" v="434" actId="164"/>
          <ac:spMkLst>
            <pc:docMk/>
            <pc:sldMk cId="3392350776" sldId="3242"/>
            <ac:spMk id="113" creationId="{9C933FD6-7C2E-4DDD-80F4-8F5981EE4517}"/>
          </ac:spMkLst>
        </pc:spChg>
        <pc:spChg chg="add mod">
          <ac:chgData name="jiancong zheng" userId="791c3d94eccb8482" providerId="LiveId" clId="{DD27D93D-25A6-4107-9E37-5B6FF22D9C45}" dt="2024-05-07T13:04:43.417" v="434" actId="164"/>
          <ac:spMkLst>
            <pc:docMk/>
            <pc:sldMk cId="3392350776" sldId="3242"/>
            <ac:spMk id="114" creationId="{EC21DA16-BBDA-44FC-8A79-7BD5C582E869}"/>
          </ac:spMkLst>
        </pc:spChg>
        <pc:spChg chg="add mod">
          <ac:chgData name="jiancong zheng" userId="791c3d94eccb8482" providerId="LiveId" clId="{DD27D93D-25A6-4107-9E37-5B6FF22D9C45}" dt="2024-05-07T13:04:43.417" v="434" actId="164"/>
          <ac:spMkLst>
            <pc:docMk/>
            <pc:sldMk cId="3392350776" sldId="3242"/>
            <ac:spMk id="115" creationId="{3E0F557B-72AD-49EC-ACED-AF27011C6932}"/>
          </ac:spMkLst>
        </pc:spChg>
        <pc:spChg chg="add mod">
          <ac:chgData name="jiancong zheng" userId="791c3d94eccb8482" providerId="LiveId" clId="{DD27D93D-25A6-4107-9E37-5B6FF22D9C45}" dt="2024-05-07T13:04:43.417" v="434" actId="164"/>
          <ac:spMkLst>
            <pc:docMk/>
            <pc:sldMk cId="3392350776" sldId="3242"/>
            <ac:spMk id="116" creationId="{90137343-DE4F-4180-AAC6-154A1F3761EC}"/>
          </ac:spMkLst>
        </pc:spChg>
        <pc:spChg chg="add mod">
          <ac:chgData name="jiancong zheng" userId="791c3d94eccb8482" providerId="LiveId" clId="{DD27D93D-25A6-4107-9E37-5B6FF22D9C45}" dt="2024-05-07T13:04:43.417" v="434" actId="164"/>
          <ac:spMkLst>
            <pc:docMk/>
            <pc:sldMk cId="3392350776" sldId="3242"/>
            <ac:spMk id="117" creationId="{5EA1A8E7-1BBA-4265-9FCA-AF1F12BEEE3F}"/>
          </ac:spMkLst>
        </pc:spChg>
        <pc:spChg chg="add mod">
          <ac:chgData name="jiancong zheng" userId="791c3d94eccb8482" providerId="LiveId" clId="{DD27D93D-25A6-4107-9E37-5B6FF22D9C45}" dt="2024-05-07T13:04:43.417" v="434" actId="164"/>
          <ac:spMkLst>
            <pc:docMk/>
            <pc:sldMk cId="3392350776" sldId="3242"/>
            <ac:spMk id="118" creationId="{7DFE3B1E-501B-4EF5-A51B-F5FE8F0C8BF2}"/>
          </ac:spMkLst>
        </pc:spChg>
        <pc:spChg chg="add mod">
          <ac:chgData name="jiancong zheng" userId="791c3d94eccb8482" providerId="LiveId" clId="{DD27D93D-25A6-4107-9E37-5B6FF22D9C45}" dt="2024-05-07T13:04:43.417" v="434" actId="164"/>
          <ac:spMkLst>
            <pc:docMk/>
            <pc:sldMk cId="3392350776" sldId="3242"/>
            <ac:spMk id="119" creationId="{4ECC43EC-14E2-45CB-AA2B-04C223521387}"/>
          </ac:spMkLst>
        </pc:spChg>
        <pc:spChg chg="add mod">
          <ac:chgData name="jiancong zheng" userId="791c3d94eccb8482" providerId="LiveId" clId="{DD27D93D-25A6-4107-9E37-5B6FF22D9C45}" dt="2024-05-07T13:04:43.417" v="434" actId="164"/>
          <ac:spMkLst>
            <pc:docMk/>
            <pc:sldMk cId="3392350776" sldId="3242"/>
            <ac:spMk id="120" creationId="{1E7599E6-6B63-4CD0-8E76-719A35BFD9C9}"/>
          </ac:spMkLst>
        </pc:spChg>
        <pc:spChg chg="add mod">
          <ac:chgData name="jiancong zheng" userId="791c3d94eccb8482" providerId="LiveId" clId="{DD27D93D-25A6-4107-9E37-5B6FF22D9C45}" dt="2024-05-07T13:04:43.417" v="434" actId="164"/>
          <ac:spMkLst>
            <pc:docMk/>
            <pc:sldMk cId="3392350776" sldId="3242"/>
            <ac:spMk id="121" creationId="{46C5B685-258B-4A8A-A333-D228783147D7}"/>
          </ac:spMkLst>
        </pc:spChg>
        <pc:spChg chg="add mod">
          <ac:chgData name="jiancong zheng" userId="791c3d94eccb8482" providerId="LiveId" clId="{DD27D93D-25A6-4107-9E37-5B6FF22D9C45}" dt="2024-05-07T13:04:43.417" v="434" actId="164"/>
          <ac:spMkLst>
            <pc:docMk/>
            <pc:sldMk cId="3392350776" sldId="3242"/>
            <ac:spMk id="122" creationId="{4566D5FA-2C5B-4B41-9760-75F2156BBB1E}"/>
          </ac:spMkLst>
        </pc:spChg>
        <pc:spChg chg="add mod">
          <ac:chgData name="jiancong zheng" userId="791c3d94eccb8482" providerId="LiveId" clId="{DD27D93D-25A6-4107-9E37-5B6FF22D9C45}" dt="2024-05-07T13:04:43.417" v="434" actId="164"/>
          <ac:spMkLst>
            <pc:docMk/>
            <pc:sldMk cId="3392350776" sldId="3242"/>
            <ac:spMk id="123" creationId="{EE230A99-7A4D-4143-A951-D2E17ABDB59F}"/>
          </ac:spMkLst>
        </pc:spChg>
        <pc:spChg chg="add mod">
          <ac:chgData name="jiancong zheng" userId="791c3d94eccb8482" providerId="LiveId" clId="{DD27D93D-25A6-4107-9E37-5B6FF22D9C45}" dt="2024-05-07T13:04:43.417" v="434" actId="164"/>
          <ac:spMkLst>
            <pc:docMk/>
            <pc:sldMk cId="3392350776" sldId="3242"/>
            <ac:spMk id="124" creationId="{A736DE6E-E800-4CEF-8A49-28CAB42ECC90}"/>
          </ac:spMkLst>
        </pc:spChg>
        <pc:spChg chg="add mod">
          <ac:chgData name="jiancong zheng" userId="791c3d94eccb8482" providerId="LiveId" clId="{DD27D93D-25A6-4107-9E37-5B6FF22D9C45}" dt="2024-05-07T13:04:43.417" v="434" actId="164"/>
          <ac:spMkLst>
            <pc:docMk/>
            <pc:sldMk cId="3392350776" sldId="3242"/>
            <ac:spMk id="125" creationId="{7CED98F5-DD89-4BDF-8B17-BD00CE298D14}"/>
          </ac:spMkLst>
        </pc:spChg>
        <pc:spChg chg="add mod">
          <ac:chgData name="jiancong zheng" userId="791c3d94eccb8482" providerId="LiveId" clId="{DD27D93D-25A6-4107-9E37-5B6FF22D9C45}" dt="2024-05-07T13:04:43.417" v="434" actId="164"/>
          <ac:spMkLst>
            <pc:docMk/>
            <pc:sldMk cId="3392350776" sldId="3242"/>
            <ac:spMk id="126" creationId="{7A5CEA49-E594-42CA-B5B7-60BAD3F1EA20}"/>
          </ac:spMkLst>
        </pc:spChg>
        <pc:spChg chg="add mod">
          <ac:chgData name="jiancong zheng" userId="791c3d94eccb8482" providerId="LiveId" clId="{DD27D93D-25A6-4107-9E37-5B6FF22D9C45}" dt="2024-05-07T13:04:43.417" v="434" actId="164"/>
          <ac:spMkLst>
            <pc:docMk/>
            <pc:sldMk cId="3392350776" sldId="3242"/>
            <ac:spMk id="127" creationId="{AAD6A1C6-E092-47A7-BFC8-11A13B9BC29B}"/>
          </ac:spMkLst>
        </pc:spChg>
        <pc:spChg chg="add mod">
          <ac:chgData name="jiancong zheng" userId="791c3d94eccb8482" providerId="LiveId" clId="{DD27D93D-25A6-4107-9E37-5B6FF22D9C45}" dt="2024-05-07T13:04:43.417" v="434" actId="164"/>
          <ac:spMkLst>
            <pc:docMk/>
            <pc:sldMk cId="3392350776" sldId="3242"/>
            <ac:spMk id="128" creationId="{710D20A9-4448-4D7D-BBB3-32E66BBD9031}"/>
          </ac:spMkLst>
        </pc:spChg>
        <pc:spChg chg="add mod">
          <ac:chgData name="jiancong zheng" userId="791c3d94eccb8482" providerId="LiveId" clId="{DD27D93D-25A6-4107-9E37-5B6FF22D9C45}" dt="2024-05-07T13:04:43.417" v="434" actId="164"/>
          <ac:spMkLst>
            <pc:docMk/>
            <pc:sldMk cId="3392350776" sldId="3242"/>
            <ac:spMk id="129" creationId="{2ABF69EA-80D1-4138-8DFB-2CA1496F3FA3}"/>
          </ac:spMkLst>
        </pc:spChg>
        <pc:spChg chg="add mod">
          <ac:chgData name="jiancong zheng" userId="791c3d94eccb8482" providerId="LiveId" clId="{DD27D93D-25A6-4107-9E37-5B6FF22D9C45}" dt="2024-05-07T13:04:43.417" v="434" actId="164"/>
          <ac:spMkLst>
            <pc:docMk/>
            <pc:sldMk cId="3392350776" sldId="3242"/>
            <ac:spMk id="130" creationId="{8CD1D5F9-CDDF-44D6-82F7-D2AE5625A92F}"/>
          </ac:spMkLst>
        </pc:spChg>
        <pc:spChg chg="add mod">
          <ac:chgData name="jiancong zheng" userId="791c3d94eccb8482" providerId="LiveId" clId="{DD27D93D-25A6-4107-9E37-5B6FF22D9C45}" dt="2024-05-07T13:04:43.417" v="434" actId="164"/>
          <ac:spMkLst>
            <pc:docMk/>
            <pc:sldMk cId="3392350776" sldId="3242"/>
            <ac:spMk id="131" creationId="{51D042DC-3E08-4F9A-A4A0-F657ED819E7E}"/>
          </ac:spMkLst>
        </pc:spChg>
        <pc:spChg chg="add mod">
          <ac:chgData name="jiancong zheng" userId="791c3d94eccb8482" providerId="LiveId" clId="{DD27D93D-25A6-4107-9E37-5B6FF22D9C45}" dt="2024-05-07T13:04:43.417" v="434" actId="164"/>
          <ac:spMkLst>
            <pc:docMk/>
            <pc:sldMk cId="3392350776" sldId="3242"/>
            <ac:spMk id="132" creationId="{16E7037D-C5F8-48A8-B17B-0E582E045328}"/>
          </ac:spMkLst>
        </pc:spChg>
        <pc:spChg chg="add mod">
          <ac:chgData name="jiancong zheng" userId="791c3d94eccb8482" providerId="LiveId" clId="{DD27D93D-25A6-4107-9E37-5B6FF22D9C45}" dt="2024-05-07T13:04:43.417" v="434" actId="164"/>
          <ac:spMkLst>
            <pc:docMk/>
            <pc:sldMk cId="3392350776" sldId="3242"/>
            <ac:spMk id="133" creationId="{E36E1087-8027-42E3-8057-4BCD0C7A72FE}"/>
          </ac:spMkLst>
        </pc:spChg>
        <pc:spChg chg="add mod">
          <ac:chgData name="jiancong zheng" userId="791c3d94eccb8482" providerId="LiveId" clId="{DD27D93D-25A6-4107-9E37-5B6FF22D9C45}" dt="2024-05-07T13:04:43.417" v="434" actId="164"/>
          <ac:spMkLst>
            <pc:docMk/>
            <pc:sldMk cId="3392350776" sldId="3242"/>
            <ac:spMk id="134" creationId="{E7D889BB-3373-4A87-9EF4-63A07BBF2664}"/>
          </ac:spMkLst>
        </pc:spChg>
        <pc:spChg chg="add mod">
          <ac:chgData name="jiancong zheng" userId="791c3d94eccb8482" providerId="LiveId" clId="{DD27D93D-25A6-4107-9E37-5B6FF22D9C45}" dt="2024-05-07T13:04:43.417" v="434" actId="164"/>
          <ac:spMkLst>
            <pc:docMk/>
            <pc:sldMk cId="3392350776" sldId="3242"/>
            <ac:spMk id="135" creationId="{592BF9B8-1F19-47A0-9FAC-749158ED022E}"/>
          </ac:spMkLst>
        </pc:spChg>
        <pc:spChg chg="add mod">
          <ac:chgData name="jiancong zheng" userId="791c3d94eccb8482" providerId="LiveId" clId="{DD27D93D-25A6-4107-9E37-5B6FF22D9C45}" dt="2024-05-07T13:04:43.417" v="434" actId="164"/>
          <ac:spMkLst>
            <pc:docMk/>
            <pc:sldMk cId="3392350776" sldId="3242"/>
            <ac:spMk id="136" creationId="{42DABBCA-BA4A-4FF4-A7F2-021E48C11BD5}"/>
          </ac:spMkLst>
        </pc:spChg>
        <pc:spChg chg="add mod">
          <ac:chgData name="jiancong zheng" userId="791c3d94eccb8482" providerId="LiveId" clId="{DD27D93D-25A6-4107-9E37-5B6FF22D9C45}" dt="2024-05-07T13:04:43.417" v="434" actId="164"/>
          <ac:spMkLst>
            <pc:docMk/>
            <pc:sldMk cId="3392350776" sldId="3242"/>
            <ac:spMk id="137" creationId="{748564CE-0EEB-420B-812E-9E696875711B}"/>
          </ac:spMkLst>
        </pc:spChg>
        <pc:spChg chg="add mod">
          <ac:chgData name="jiancong zheng" userId="791c3d94eccb8482" providerId="LiveId" clId="{DD27D93D-25A6-4107-9E37-5B6FF22D9C45}" dt="2024-05-07T13:04:43.417" v="434" actId="164"/>
          <ac:spMkLst>
            <pc:docMk/>
            <pc:sldMk cId="3392350776" sldId="3242"/>
            <ac:spMk id="138" creationId="{52B6EF66-7F89-4D53-8DF4-20BFA2AE7479}"/>
          </ac:spMkLst>
        </pc:spChg>
        <pc:spChg chg="add mod">
          <ac:chgData name="jiancong zheng" userId="791c3d94eccb8482" providerId="LiveId" clId="{DD27D93D-25A6-4107-9E37-5B6FF22D9C45}" dt="2024-05-07T13:04:43.417" v="434" actId="164"/>
          <ac:spMkLst>
            <pc:docMk/>
            <pc:sldMk cId="3392350776" sldId="3242"/>
            <ac:spMk id="139" creationId="{D3B5A8EB-C02B-4FF0-B9D8-4776936A5090}"/>
          </ac:spMkLst>
        </pc:spChg>
        <pc:spChg chg="add mod">
          <ac:chgData name="jiancong zheng" userId="791c3d94eccb8482" providerId="LiveId" clId="{DD27D93D-25A6-4107-9E37-5B6FF22D9C45}" dt="2024-05-07T13:04:43.417" v="434" actId="164"/>
          <ac:spMkLst>
            <pc:docMk/>
            <pc:sldMk cId="3392350776" sldId="3242"/>
            <ac:spMk id="140" creationId="{4078FD14-0677-4053-A69D-08FB11FB0FD9}"/>
          </ac:spMkLst>
        </pc:spChg>
        <pc:spChg chg="add mod">
          <ac:chgData name="jiancong zheng" userId="791c3d94eccb8482" providerId="LiveId" clId="{DD27D93D-25A6-4107-9E37-5B6FF22D9C45}" dt="2024-05-07T13:04:43.417" v="434" actId="164"/>
          <ac:spMkLst>
            <pc:docMk/>
            <pc:sldMk cId="3392350776" sldId="3242"/>
            <ac:spMk id="141" creationId="{B2C9035F-06C3-4A82-BEC0-95E1AA29AB5B}"/>
          </ac:spMkLst>
        </pc:spChg>
        <pc:spChg chg="add mod">
          <ac:chgData name="jiancong zheng" userId="791c3d94eccb8482" providerId="LiveId" clId="{DD27D93D-25A6-4107-9E37-5B6FF22D9C45}" dt="2024-05-07T13:04:43.417" v="434" actId="164"/>
          <ac:spMkLst>
            <pc:docMk/>
            <pc:sldMk cId="3392350776" sldId="3242"/>
            <ac:spMk id="142" creationId="{C31CD9D7-2320-4CAB-80C4-4B12766D203B}"/>
          </ac:spMkLst>
        </pc:spChg>
        <pc:spChg chg="add mod">
          <ac:chgData name="jiancong zheng" userId="791c3d94eccb8482" providerId="LiveId" clId="{DD27D93D-25A6-4107-9E37-5B6FF22D9C45}" dt="2024-05-07T13:04:43.417" v="434" actId="164"/>
          <ac:spMkLst>
            <pc:docMk/>
            <pc:sldMk cId="3392350776" sldId="3242"/>
            <ac:spMk id="143" creationId="{4AAF23C2-237B-46F9-854F-96B7CB62CCAD}"/>
          </ac:spMkLst>
        </pc:spChg>
        <pc:spChg chg="add mod">
          <ac:chgData name="jiancong zheng" userId="791c3d94eccb8482" providerId="LiveId" clId="{DD27D93D-25A6-4107-9E37-5B6FF22D9C45}" dt="2024-05-07T13:04:43.417" v="434" actId="164"/>
          <ac:spMkLst>
            <pc:docMk/>
            <pc:sldMk cId="3392350776" sldId="3242"/>
            <ac:spMk id="144" creationId="{FA01FEFC-E04A-4BC3-9150-103F9A26F081}"/>
          </ac:spMkLst>
        </pc:spChg>
        <pc:spChg chg="add mod">
          <ac:chgData name="jiancong zheng" userId="791c3d94eccb8482" providerId="LiveId" clId="{DD27D93D-25A6-4107-9E37-5B6FF22D9C45}" dt="2024-05-07T13:04:43.417" v="434" actId="164"/>
          <ac:spMkLst>
            <pc:docMk/>
            <pc:sldMk cId="3392350776" sldId="3242"/>
            <ac:spMk id="145" creationId="{F5E8E1E7-9516-43C7-9254-AC48F0179A0D}"/>
          </ac:spMkLst>
        </pc:spChg>
        <pc:spChg chg="add mod">
          <ac:chgData name="jiancong zheng" userId="791c3d94eccb8482" providerId="LiveId" clId="{DD27D93D-25A6-4107-9E37-5B6FF22D9C45}" dt="2024-05-07T13:04:43.417" v="434" actId="164"/>
          <ac:spMkLst>
            <pc:docMk/>
            <pc:sldMk cId="3392350776" sldId="3242"/>
            <ac:spMk id="146" creationId="{C07D0F81-A8D2-40B6-9E34-B3B04E703D4D}"/>
          </ac:spMkLst>
        </pc:spChg>
        <pc:spChg chg="add mod">
          <ac:chgData name="jiancong zheng" userId="791c3d94eccb8482" providerId="LiveId" clId="{DD27D93D-25A6-4107-9E37-5B6FF22D9C45}" dt="2024-05-07T13:04:43.417" v="434" actId="164"/>
          <ac:spMkLst>
            <pc:docMk/>
            <pc:sldMk cId="3392350776" sldId="3242"/>
            <ac:spMk id="147" creationId="{7EB817DF-01AF-4867-9EC2-BA9EE42A5BDD}"/>
          </ac:spMkLst>
        </pc:spChg>
        <pc:spChg chg="add mod">
          <ac:chgData name="jiancong zheng" userId="791c3d94eccb8482" providerId="LiveId" clId="{DD27D93D-25A6-4107-9E37-5B6FF22D9C45}" dt="2024-05-07T13:04:43.417" v="434" actId="164"/>
          <ac:spMkLst>
            <pc:docMk/>
            <pc:sldMk cId="3392350776" sldId="3242"/>
            <ac:spMk id="148" creationId="{4A7E1812-D554-4191-86BF-A0C51458065B}"/>
          </ac:spMkLst>
        </pc:spChg>
        <pc:spChg chg="add mod">
          <ac:chgData name="jiancong zheng" userId="791c3d94eccb8482" providerId="LiveId" clId="{DD27D93D-25A6-4107-9E37-5B6FF22D9C45}" dt="2024-05-07T13:04:43.417" v="434" actId="164"/>
          <ac:spMkLst>
            <pc:docMk/>
            <pc:sldMk cId="3392350776" sldId="3242"/>
            <ac:spMk id="149" creationId="{81CCAC78-0003-4F44-B6DF-2F6FD10FCBAE}"/>
          </ac:spMkLst>
        </pc:spChg>
        <pc:spChg chg="add mod">
          <ac:chgData name="jiancong zheng" userId="791c3d94eccb8482" providerId="LiveId" clId="{DD27D93D-25A6-4107-9E37-5B6FF22D9C45}" dt="2024-05-07T13:04:43.417" v="434" actId="164"/>
          <ac:spMkLst>
            <pc:docMk/>
            <pc:sldMk cId="3392350776" sldId="3242"/>
            <ac:spMk id="150" creationId="{8C20E467-FD1A-4328-8150-4B22568489F2}"/>
          </ac:spMkLst>
        </pc:spChg>
        <pc:spChg chg="add mod">
          <ac:chgData name="jiancong zheng" userId="791c3d94eccb8482" providerId="LiveId" clId="{DD27D93D-25A6-4107-9E37-5B6FF22D9C45}" dt="2024-05-07T13:04:43.417" v="434" actId="164"/>
          <ac:spMkLst>
            <pc:docMk/>
            <pc:sldMk cId="3392350776" sldId="3242"/>
            <ac:spMk id="151" creationId="{29E8E2AB-BA03-4044-863B-0602B6548B31}"/>
          </ac:spMkLst>
        </pc:spChg>
        <pc:spChg chg="add mod">
          <ac:chgData name="jiancong zheng" userId="791c3d94eccb8482" providerId="LiveId" clId="{DD27D93D-25A6-4107-9E37-5B6FF22D9C45}" dt="2024-05-07T13:04:43.417" v="434" actId="164"/>
          <ac:spMkLst>
            <pc:docMk/>
            <pc:sldMk cId="3392350776" sldId="3242"/>
            <ac:spMk id="152" creationId="{F6A37ABF-8E9F-413C-82CB-0F467456ADD9}"/>
          </ac:spMkLst>
        </pc:spChg>
        <pc:spChg chg="add mod">
          <ac:chgData name="jiancong zheng" userId="791c3d94eccb8482" providerId="LiveId" clId="{DD27D93D-25A6-4107-9E37-5B6FF22D9C45}" dt="2024-05-07T13:04:43.417" v="434" actId="164"/>
          <ac:spMkLst>
            <pc:docMk/>
            <pc:sldMk cId="3392350776" sldId="3242"/>
            <ac:spMk id="153" creationId="{582CCE5B-A8A5-4C06-947B-C331E7B8F680}"/>
          </ac:spMkLst>
        </pc:spChg>
        <pc:spChg chg="add mod">
          <ac:chgData name="jiancong zheng" userId="791c3d94eccb8482" providerId="LiveId" clId="{DD27D93D-25A6-4107-9E37-5B6FF22D9C45}" dt="2024-05-07T13:04:43.417" v="434" actId="164"/>
          <ac:spMkLst>
            <pc:docMk/>
            <pc:sldMk cId="3392350776" sldId="3242"/>
            <ac:spMk id="154" creationId="{98063B31-1D56-4A39-9F00-A49E63C156E4}"/>
          </ac:spMkLst>
        </pc:spChg>
        <pc:spChg chg="add mod">
          <ac:chgData name="jiancong zheng" userId="791c3d94eccb8482" providerId="LiveId" clId="{DD27D93D-25A6-4107-9E37-5B6FF22D9C45}" dt="2024-05-07T13:04:43.417" v="434" actId="164"/>
          <ac:spMkLst>
            <pc:docMk/>
            <pc:sldMk cId="3392350776" sldId="3242"/>
            <ac:spMk id="155" creationId="{1D4E60F6-02BC-4BAB-AC82-3BD69EDEA8B0}"/>
          </ac:spMkLst>
        </pc:spChg>
        <pc:spChg chg="add mod">
          <ac:chgData name="jiancong zheng" userId="791c3d94eccb8482" providerId="LiveId" clId="{DD27D93D-25A6-4107-9E37-5B6FF22D9C45}" dt="2024-05-07T13:04:43.417" v="434" actId="164"/>
          <ac:spMkLst>
            <pc:docMk/>
            <pc:sldMk cId="3392350776" sldId="3242"/>
            <ac:spMk id="156" creationId="{F7AE39CB-C346-434B-BBD4-6DBCC1DC231B}"/>
          </ac:spMkLst>
        </pc:spChg>
        <pc:spChg chg="add mod">
          <ac:chgData name="jiancong zheng" userId="791c3d94eccb8482" providerId="LiveId" clId="{DD27D93D-25A6-4107-9E37-5B6FF22D9C45}" dt="2024-05-07T13:04:43.417" v="434" actId="164"/>
          <ac:spMkLst>
            <pc:docMk/>
            <pc:sldMk cId="3392350776" sldId="3242"/>
            <ac:spMk id="157" creationId="{6FDD1EB0-E048-4665-B625-639D5CEB998C}"/>
          </ac:spMkLst>
        </pc:spChg>
        <pc:spChg chg="add mod">
          <ac:chgData name="jiancong zheng" userId="791c3d94eccb8482" providerId="LiveId" clId="{DD27D93D-25A6-4107-9E37-5B6FF22D9C45}" dt="2024-05-07T13:04:43.417" v="434" actId="164"/>
          <ac:spMkLst>
            <pc:docMk/>
            <pc:sldMk cId="3392350776" sldId="3242"/>
            <ac:spMk id="158" creationId="{2CB82FDB-7A00-48B8-AE46-9FDF233B4985}"/>
          </ac:spMkLst>
        </pc:spChg>
        <pc:spChg chg="add mod">
          <ac:chgData name="jiancong zheng" userId="791c3d94eccb8482" providerId="LiveId" clId="{DD27D93D-25A6-4107-9E37-5B6FF22D9C45}" dt="2024-05-07T13:04:43.417" v="434" actId="164"/>
          <ac:spMkLst>
            <pc:docMk/>
            <pc:sldMk cId="3392350776" sldId="3242"/>
            <ac:spMk id="159" creationId="{335AA9FB-5E08-424E-9163-5F37A107FADB}"/>
          </ac:spMkLst>
        </pc:spChg>
        <pc:spChg chg="add mod">
          <ac:chgData name="jiancong zheng" userId="791c3d94eccb8482" providerId="LiveId" clId="{DD27D93D-25A6-4107-9E37-5B6FF22D9C45}" dt="2024-05-07T13:04:43.417" v="434" actId="164"/>
          <ac:spMkLst>
            <pc:docMk/>
            <pc:sldMk cId="3392350776" sldId="3242"/>
            <ac:spMk id="160" creationId="{183D51F2-FFA0-4203-B0DB-0E6B514B8F3A}"/>
          </ac:spMkLst>
        </pc:spChg>
        <pc:spChg chg="add mod">
          <ac:chgData name="jiancong zheng" userId="791c3d94eccb8482" providerId="LiveId" clId="{DD27D93D-25A6-4107-9E37-5B6FF22D9C45}" dt="2024-05-07T13:04:43.417" v="434" actId="164"/>
          <ac:spMkLst>
            <pc:docMk/>
            <pc:sldMk cId="3392350776" sldId="3242"/>
            <ac:spMk id="161" creationId="{76AFBA39-AE11-452A-95FA-AF829A283798}"/>
          </ac:spMkLst>
        </pc:spChg>
        <pc:spChg chg="add mod">
          <ac:chgData name="jiancong zheng" userId="791c3d94eccb8482" providerId="LiveId" clId="{DD27D93D-25A6-4107-9E37-5B6FF22D9C45}" dt="2024-05-07T13:51:39.647" v="1726" actId="1076"/>
          <ac:spMkLst>
            <pc:docMk/>
            <pc:sldMk cId="3392350776" sldId="3242"/>
            <ac:spMk id="162" creationId="{EE92A396-3167-4F17-892D-AB3951B50DBD}"/>
          </ac:spMkLst>
        </pc:spChg>
        <pc:spChg chg="add del mod">
          <ac:chgData name="jiancong zheng" userId="791c3d94eccb8482" providerId="LiveId" clId="{DD27D93D-25A6-4107-9E37-5B6FF22D9C45}" dt="2024-05-07T13:50:55.735" v="1562" actId="478"/>
          <ac:spMkLst>
            <pc:docMk/>
            <pc:sldMk cId="3392350776" sldId="3242"/>
            <ac:spMk id="163" creationId="{FDD3090B-9101-4F35-8FAF-1D4C4CE053DF}"/>
          </ac:spMkLst>
        </pc:spChg>
        <pc:spChg chg="add mod">
          <ac:chgData name="jiancong zheng" userId="791c3d94eccb8482" providerId="LiveId" clId="{DD27D93D-25A6-4107-9E37-5B6FF22D9C45}" dt="2024-05-07T13:51:24.117" v="1725" actId="1037"/>
          <ac:spMkLst>
            <pc:docMk/>
            <pc:sldMk cId="3392350776" sldId="3242"/>
            <ac:spMk id="166" creationId="{409DB6B7-EDA8-45C1-BE7A-2783048CF6BE}"/>
          </ac:spMkLst>
        </pc:spChg>
        <pc:spChg chg="add del mod">
          <ac:chgData name="jiancong zheng" userId="791c3d94eccb8482" providerId="LiveId" clId="{DD27D93D-25A6-4107-9E37-5B6FF22D9C45}" dt="2024-05-07T13:50:30.982" v="1560" actId="478"/>
          <ac:spMkLst>
            <pc:docMk/>
            <pc:sldMk cId="3392350776" sldId="3242"/>
            <ac:spMk id="167" creationId="{FA6DE5ED-7C1E-4119-AF22-72665D69A4BE}"/>
          </ac:spMkLst>
        </pc:spChg>
        <pc:spChg chg="add del mod">
          <ac:chgData name="jiancong zheng" userId="791c3d94eccb8482" providerId="LiveId" clId="{DD27D93D-25A6-4107-9E37-5B6FF22D9C45}" dt="2024-05-07T13:44:01.433" v="896" actId="478"/>
          <ac:spMkLst>
            <pc:docMk/>
            <pc:sldMk cId="3392350776" sldId="3242"/>
            <ac:spMk id="168" creationId="{3C26E098-2677-4D49-A577-0B47E6EAB064}"/>
          </ac:spMkLst>
        </pc:spChg>
        <pc:spChg chg="add del mod">
          <ac:chgData name="jiancong zheng" userId="791c3d94eccb8482" providerId="LiveId" clId="{DD27D93D-25A6-4107-9E37-5B6FF22D9C45}" dt="2024-05-07T13:44:26.563" v="907" actId="478"/>
          <ac:spMkLst>
            <pc:docMk/>
            <pc:sldMk cId="3392350776" sldId="3242"/>
            <ac:spMk id="171" creationId="{9AAAEFE2-D4DB-4E8B-B1E4-043EAD174C1A}"/>
          </ac:spMkLst>
        </pc:spChg>
        <pc:spChg chg="add del mod">
          <ac:chgData name="jiancong zheng" userId="791c3d94eccb8482" providerId="LiveId" clId="{DD27D93D-25A6-4107-9E37-5B6FF22D9C45}" dt="2024-05-07T13:46:15.127" v="938" actId="478"/>
          <ac:spMkLst>
            <pc:docMk/>
            <pc:sldMk cId="3392350776" sldId="3242"/>
            <ac:spMk id="172" creationId="{3CAB1710-2D3D-45F1-A0A1-0BB4B8AD0F89}"/>
          </ac:spMkLst>
        </pc:spChg>
        <pc:spChg chg="add del mod">
          <ac:chgData name="jiancong zheng" userId="791c3d94eccb8482" providerId="LiveId" clId="{DD27D93D-25A6-4107-9E37-5B6FF22D9C45}" dt="2024-05-07T13:45:51.313" v="930" actId="478"/>
          <ac:spMkLst>
            <pc:docMk/>
            <pc:sldMk cId="3392350776" sldId="3242"/>
            <ac:spMk id="173" creationId="{5B2C9EB4-8AAE-4569-A6CF-74488CF25A1F}"/>
          </ac:spMkLst>
        </pc:spChg>
        <pc:spChg chg="add del mod">
          <ac:chgData name="jiancong zheng" userId="791c3d94eccb8482" providerId="LiveId" clId="{DD27D93D-25A6-4107-9E37-5B6FF22D9C45}" dt="2024-05-07T13:46:13.933" v="937" actId="478"/>
          <ac:spMkLst>
            <pc:docMk/>
            <pc:sldMk cId="3392350776" sldId="3242"/>
            <ac:spMk id="174" creationId="{724B9B3E-E72E-43A6-9A25-ED9DF479BE09}"/>
          </ac:spMkLst>
        </pc:spChg>
        <pc:spChg chg="add del mod">
          <ac:chgData name="jiancong zheng" userId="791c3d94eccb8482" providerId="LiveId" clId="{DD27D93D-25A6-4107-9E37-5B6FF22D9C45}" dt="2024-05-07T13:46:13.933" v="937" actId="478"/>
          <ac:spMkLst>
            <pc:docMk/>
            <pc:sldMk cId="3392350776" sldId="3242"/>
            <ac:spMk id="175" creationId="{7AC342F1-BD25-48E1-A394-7C27C82A0FE1}"/>
          </ac:spMkLst>
        </pc:spChg>
        <pc:spChg chg="add del mod">
          <ac:chgData name="jiancong zheng" userId="791c3d94eccb8482" providerId="LiveId" clId="{DD27D93D-25A6-4107-9E37-5B6FF22D9C45}" dt="2024-05-07T13:46:13.933" v="937" actId="478"/>
          <ac:spMkLst>
            <pc:docMk/>
            <pc:sldMk cId="3392350776" sldId="3242"/>
            <ac:spMk id="176" creationId="{4939F254-BAD9-43B2-8DA2-8489331C2D33}"/>
          </ac:spMkLst>
        </pc:spChg>
        <pc:spChg chg="add del mod">
          <ac:chgData name="jiancong zheng" userId="791c3d94eccb8482" providerId="LiveId" clId="{DD27D93D-25A6-4107-9E37-5B6FF22D9C45}" dt="2024-05-07T13:46:13.933" v="937" actId="478"/>
          <ac:spMkLst>
            <pc:docMk/>
            <pc:sldMk cId="3392350776" sldId="3242"/>
            <ac:spMk id="177" creationId="{DBC343CC-DFED-4EDE-BFEC-F0EBE9FBB17D}"/>
          </ac:spMkLst>
        </pc:spChg>
        <pc:spChg chg="add del mod">
          <ac:chgData name="jiancong zheng" userId="791c3d94eccb8482" providerId="LiveId" clId="{DD27D93D-25A6-4107-9E37-5B6FF22D9C45}" dt="2024-05-07T13:46:38.823" v="940" actId="478"/>
          <ac:spMkLst>
            <pc:docMk/>
            <pc:sldMk cId="3392350776" sldId="3242"/>
            <ac:spMk id="178" creationId="{92F576D4-3689-4FC4-9E60-57F08724380A}"/>
          </ac:spMkLst>
        </pc:spChg>
        <pc:spChg chg="add del mod">
          <ac:chgData name="jiancong zheng" userId="791c3d94eccb8482" providerId="LiveId" clId="{DD27D93D-25A6-4107-9E37-5B6FF22D9C45}" dt="2024-05-07T13:46:11.844" v="936" actId="478"/>
          <ac:spMkLst>
            <pc:docMk/>
            <pc:sldMk cId="3392350776" sldId="3242"/>
            <ac:spMk id="179" creationId="{8C77613A-C65E-4D42-A9E4-1179F0C58E67}"/>
          </ac:spMkLst>
        </pc:spChg>
        <pc:spChg chg="add mod">
          <ac:chgData name="jiancong zheng" userId="791c3d94eccb8482" providerId="LiveId" clId="{DD27D93D-25A6-4107-9E37-5B6FF22D9C45}" dt="2024-05-07T13:48:40.838" v="1049" actId="1076"/>
          <ac:spMkLst>
            <pc:docMk/>
            <pc:sldMk cId="3392350776" sldId="3242"/>
            <ac:spMk id="180" creationId="{32E52E40-4B7D-47C8-BA97-3AC243B11279}"/>
          </ac:spMkLst>
        </pc:spChg>
        <pc:grpChg chg="add del mod">
          <ac:chgData name="jiancong zheng" userId="791c3d94eccb8482" providerId="LiveId" clId="{DD27D93D-25A6-4107-9E37-5B6FF22D9C45}" dt="2024-05-07T13:00:51.929" v="272" actId="165"/>
          <ac:grpSpMkLst>
            <pc:docMk/>
            <pc:sldMk cId="3392350776" sldId="3242"/>
            <ac:grpSpMk id="3" creationId="{E2B09B7B-DCF1-4FAE-951A-2F5DDFC7E455}"/>
          </ac:grpSpMkLst>
        </pc:grpChg>
        <pc:grpChg chg="add mod">
          <ac:chgData name="jiancong zheng" userId="791c3d94eccb8482" providerId="LiveId" clId="{DD27D93D-25A6-4107-9E37-5B6FF22D9C45}" dt="2024-05-07T13:51:24.117" v="1725" actId="1037"/>
          <ac:grpSpMkLst>
            <pc:docMk/>
            <pc:sldMk cId="3392350776" sldId="3242"/>
            <ac:grpSpMk id="8" creationId="{052D6AF2-34B8-40C9-AF5D-5C5D61E173ED}"/>
          </ac:grpSpMkLst>
        </pc:grpChg>
        <pc:grpChg chg="add mod">
          <ac:chgData name="jiancong zheng" userId="791c3d94eccb8482" providerId="LiveId" clId="{DD27D93D-25A6-4107-9E37-5B6FF22D9C45}" dt="2024-05-07T13:51:24.117" v="1725" actId="1037"/>
          <ac:grpSpMkLst>
            <pc:docMk/>
            <pc:sldMk cId="3392350776" sldId="3242"/>
            <ac:grpSpMk id="10" creationId="{21008EFF-55C5-4796-A3D2-B3F174DBC14A}"/>
          </ac:grpSpMkLst>
        </pc:grpChg>
        <pc:grpChg chg="add del mod">
          <ac:chgData name="jiancong zheng" userId="791c3d94eccb8482" providerId="LiveId" clId="{DD27D93D-25A6-4107-9E37-5B6FF22D9C45}" dt="2024-05-07T13:00:51.929" v="272" actId="165"/>
          <ac:grpSpMkLst>
            <pc:docMk/>
            <pc:sldMk cId="3392350776" sldId="3242"/>
            <ac:grpSpMk id="37" creationId="{B16D478B-8AB3-4BF0-8DC2-753543023134}"/>
          </ac:grpSpMkLst>
        </pc:grpChg>
        <pc:grpChg chg="add del mod">
          <ac:chgData name="jiancong zheng" userId="791c3d94eccb8482" providerId="LiveId" clId="{DD27D93D-25A6-4107-9E37-5B6FF22D9C45}" dt="2024-05-07T13:00:51.929" v="272" actId="165"/>
          <ac:grpSpMkLst>
            <pc:docMk/>
            <pc:sldMk cId="3392350776" sldId="3242"/>
            <ac:grpSpMk id="50" creationId="{9533238A-10C5-40E8-8D69-250E010A6E75}"/>
          </ac:grpSpMkLst>
        </pc:grpChg>
        <pc:grpChg chg="add del mod">
          <ac:chgData name="jiancong zheng" userId="791c3d94eccb8482" providerId="LiveId" clId="{DD27D93D-25A6-4107-9E37-5B6FF22D9C45}" dt="2024-05-07T13:00:51.929" v="272" actId="165"/>
          <ac:grpSpMkLst>
            <pc:docMk/>
            <pc:sldMk cId="3392350776" sldId="3242"/>
            <ac:grpSpMk id="63" creationId="{55C2B81A-1BAA-4151-AFDC-4B71B3CA0497}"/>
          </ac:grpSpMkLst>
        </pc:grpChg>
        <pc:grpChg chg="add del mod">
          <ac:chgData name="jiancong zheng" userId="791c3d94eccb8482" providerId="LiveId" clId="{DD27D93D-25A6-4107-9E37-5B6FF22D9C45}" dt="2024-05-07T13:00:51.929" v="272" actId="165"/>
          <ac:grpSpMkLst>
            <pc:docMk/>
            <pc:sldMk cId="3392350776" sldId="3242"/>
            <ac:grpSpMk id="76" creationId="{1CFC1C7B-DEEB-40DD-853D-62D640D32BFB}"/>
          </ac:grpSpMkLst>
        </pc:grpChg>
        <pc:grpChg chg="add del mod">
          <ac:chgData name="jiancong zheng" userId="791c3d94eccb8482" providerId="LiveId" clId="{DD27D93D-25A6-4107-9E37-5B6FF22D9C45}" dt="2024-05-07T13:00:48.420" v="271" actId="478"/>
          <ac:grpSpMkLst>
            <pc:docMk/>
            <pc:sldMk cId="3392350776" sldId="3242"/>
            <ac:grpSpMk id="89" creationId="{8CA182C6-A0FC-46DE-BD43-EA6F62539124}"/>
          </ac:grpSpMkLst>
        </pc:grpChg>
        <pc:picChg chg="del">
          <ac:chgData name="jiancong zheng" userId="791c3d94eccb8482" providerId="LiveId" clId="{DD27D93D-25A6-4107-9E37-5B6FF22D9C45}" dt="2024-05-07T12:26:52.868" v="103" actId="478"/>
          <ac:picMkLst>
            <pc:docMk/>
            <pc:sldMk cId="3392350776" sldId="3242"/>
            <ac:picMk id="15" creationId="{FFBD360E-7CAF-4AF4-B7FB-3AB35DFDF639}"/>
          </ac:picMkLst>
        </pc:picChg>
        <pc:picChg chg="add del mod">
          <ac:chgData name="jiancong zheng" userId="791c3d94eccb8482" providerId="LiveId" clId="{DD27D93D-25A6-4107-9E37-5B6FF22D9C45}" dt="2024-05-07T13:37:33.045" v="641" actId="478"/>
          <ac:picMkLst>
            <pc:docMk/>
            <pc:sldMk cId="3392350776" sldId="3242"/>
            <ac:picMk id="165" creationId="{9E356CF5-904A-4432-8CEB-12D8BDDEF875}"/>
          </ac:picMkLst>
        </pc:picChg>
        <pc:picChg chg="add mod">
          <ac:chgData name="jiancong zheng" userId="791c3d94eccb8482" providerId="LiveId" clId="{DD27D93D-25A6-4107-9E37-5B6FF22D9C45}" dt="2024-05-07T13:51:24.117" v="1725" actId="1037"/>
          <ac:picMkLst>
            <pc:docMk/>
            <pc:sldMk cId="3392350776" sldId="3242"/>
            <ac:picMk id="170" creationId="{588390F7-D0F8-428F-A154-53CDC636A206}"/>
          </ac:picMkLst>
        </pc:picChg>
        <pc:picChg chg="add mod">
          <ac:chgData name="jiancong zheng" userId="791c3d94eccb8482" providerId="LiveId" clId="{DD27D93D-25A6-4107-9E37-5B6FF22D9C45}" dt="2024-05-07T13:51:24.117" v="1725" actId="1037"/>
          <ac:picMkLst>
            <pc:docMk/>
            <pc:sldMk cId="3392350776" sldId="3242"/>
            <ac:picMk id="182" creationId="{0CE5EAE6-930D-4548-AECB-A2E298D7B968}"/>
          </ac:picMkLst>
        </pc:picChg>
      </pc:sldChg>
      <pc:sldChg chg="del">
        <pc:chgData name="jiancong zheng" userId="791c3d94eccb8482" providerId="LiveId" clId="{DD27D93D-25A6-4107-9E37-5B6FF22D9C45}" dt="2024-05-07T12:32:24.738" v="212" actId="47"/>
        <pc:sldMkLst>
          <pc:docMk/>
          <pc:sldMk cId="2379537395" sldId="3243"/>
        </pc:sldMkLst>
      </pc:sldChg>
      <pc:sldChg chg="del">
        <pc:chgData name="jiancong zheng" userId="791c3d94eccb8482" providerId="LiveId" clId="{DD27D93D-25A6-4107-9E37-5B6FF22D9C45}" dt="2024-05-07T12:32:25.428" v="213" actId="47"/>
        <pc:sldMkLst>
          <pc:docMk/>
          <pc:sldMk cId="2331469899" sldId="3244"/>
        </pc:sldMkLst>
      </pc:sldChg>
      <pc:sldChg chg="del">
        <pc:chgData name="jiancong zheng" userId="791c3d94eccb8482" providerId="LiveId" clId="{DD27D93D-25A6-4107-9E37-5B6FF22D9C45}" dt="2024-05-07T12:32:26.141" v="214" actId="47"/>
        <pc:sldMkLst>
          <pc:docMk/>
          <pc:sldMk cId="46187135" sldId="3245"/>
        </pc:sldMkLst>
      </pc:sldChg>
      <pc:sldChg chg="del">
        <pc:chgData name="jiancong zheng" userId="791c3d94eccb8482" providerId="LiveId" clId="{DD27D93D-25A6-4107-9E37-5B6FF22D9C45}" dt="2024-05-07T12:32:26.858" v="215" actId="47"/>
        <pc:sldMkLst>
          <pc:docMk/>
          <pc:sldMk cId="3971138293" sldId="3246"/>
        </pc:sldMkLst>
      </pc:sldChg>
      <pc:sldChg chg="del">
        <pc:chgData name="jiancong zheng" userId="791c3d94eccb8482" providerId="LiveId" clId="{DD27D93D-25A6-4107-9E37-5B6FF22D9C45}" dt="2024-05-07T12:32:27.670" v="216" actId="47"/>
        <pc:sldMkLst>
          <pc:docMk/>
          <pc:sldMk cId="2565422185" sldId="3248"/>
        </pc:sldMkLst>
      </pc:sldChg>
      <pc:sldChg chg="del">
        <pc:chgData name="jiancong zheng" userId="791c3d94eccb8482" providerId="LiveId" clId="{DD27D93D-25A6-4107-9E37-5B6FF22D9C45}" dt="2024-05-07T12:32:28.373" v="217" actId="47"/>
        <pc:sldMkLst>
          <pc:docMk/>
          <pc:sldMk cId="964389195" sldId="3249"/>
        </pc:sldMkLst>
      </pc:sldChg>
      <pc:sldChg chg="addSp delSp modSp mod">
        <pc:chgData name="jiancong zheng" userId="791c3d94eccb8482" providerId="LiveId" clId="{DD27D93D-25A6-4107-9E37-5B6FF22D9C45}" dt="2024-05-07T12:33:29.378" v="248"/>
        <pc:sldMkLst>
          <pc:docMk/>
          <pc:sldMk cId="312245873" sldId="3250"/>
        </pc:sldMkLst>
        <pc:spChg chg="del">
          <ac:chgData name="jiancong zheng" userId="791c3d94eccb8482" providerId="LiveId" clId="{DD27D93D-25A6-4107-9E37-5B6FF22D9C45}" dt="2024-05-07T12:32:31.388" v="218" actId="478"/>
          <ac:spMkLst>
            <pc:docMk/>
            <pc:sldMk cId="312245873" sldId="3250"/>
            <ac:spMk id="7" creationId="{DA89AC21-4B2F-4281-B6B9-AE4801634E65}"/>
          </ac:spMkLst>
        </pc:spChg>
        <pc:spChg chg="mod">
          <ac:chgData name="jiancong zheng" userId="791c3d94eccb8482" providerId="LiveId" clId="{DD27D93D-25A6-4107-9E37-5B6FF22D9C45}" dt="2024-05-07T12:33:21.544" v="247" actId="1076"/>
          <ac:spMkLst>
            <pc:docMk/>
            <pc:sldMk cId="312245873" sldId="3250"/>
            <ac:spMk id="8" creationId="{E3357ACF-A2C6-4950-9B7D-C9640AB86CDE}"/>
          </ac:spMkLst>
        </pc:spChg>
        <pc:spChg chg="add del mod">
          <ac:chgData name="jiancong zheng" userId="791c3d94eccb8482" providerId="LiveId" clId="{DD27D93D-25A6-4107-9E37-5B6FF22D9C45}" dt="2024-05-07T12:32:45.512" v="223" actId="478"/>
          <ac:spMkLst>
            <pc:docMk/>
            <pc:sldMk cId="312245873" sldId="3250"/>
            <ac:spMk id="9" creationId="{8EADF36E-0C12-41FE-A4D5-094FCD9884FD}"/>
          </ac:spMkLst>
        </pc:spChg>
        <pc:spChg chg="del mod">
          <ac:chgData name="jiancong zheng" userId="791c3d94eccb8482" providerId="LiveId" clId="{DD27D93D-25A6-4107-9E37-5B6FF22D9C45}" dt="2024-05-07T12:32:39.646" v="220" actId="478"/>
          <ac:spMkLst>
            <pc:docMk/>
            <pc:sldMk cId="312245873" sldId="3250"/>
            <ac:spMk id="11" creationId="{B7C25736-17BE-43FA-BCD6-1F748310A1B7}"/>
          </ac:spMkLst>
        </pc:spChg>
        <pc:spChg chg="add mod">
          <ac:chgData name="jiancong zheng" userId="791c3d94eccb8482" providerId="LiveId" clId="{DD27D93D-25A6-4107-9E37-5B6FF22D9C45}" dt="2024-05-07T12:33:29.378" v="248"/>
          <ac:spMkLst>
            <pc:docMk/>
            <pc:sldMk cId="312245873" sldId="3250"/>
            <ac:spMk id="12" creationId="{30252C49-18D1-49D9-AC14-2B172BA943A8}"/>
          </ac:spMkLst>
        </pc:spChg>
      </pc:sldChg>
      <pc:sldChg chg="addSp delSp modSp add mod">
        <pc:chgData name="jiancong zheng" userId="791c3d94eccb8482" providerId="LiveId" clId="{DD27D93D-25A6-4107-9E37-5B6FF22D9C45}" dt="2024-05-07T14:04:27.421" v="2198" actId="14100"/>
        <pc:sldMkLst>
          <pc:docMk/>
          <pc:sldMk cId="2648802703" sldId="3251"/>
        </pc:sldMkLst>
        <pc:spChg chg="add del">
          <ac:chgData name="jiancong zheng" userId="791c3d94eccb8482" providerId="LiveId" clId="{DD27D93D-25A6-4107-9E37-5B6FF22D9C45}" dt="2024-05-07T13:53:31.356" v="1775"/>
          <ac:spMkLst>
            <pc:docMk/>
            <pc:sldMk cId="2648802703" sldId="3251"/>
            <ac:spMk id="3" creationId="{89A5D430-6316-450F-957F-2F40E2C449B5}"/>
          </ac:spMkLst>
        </pc:spChg>
        <pc:spChg chg="add del">
          <ac:chgData name="jiancong zheng" userId="791c3d94eccb8482" providerId="LiveId" clId="{DD27D93D-25A6-4107-9E37-5B6FF22D9C45}" dt="2024-05-07T13:53:31.356" v="1775"/>
          <ac:spMkLst>
            <pc:docMk/>
            <pc:sldMk cId="2648802703" sldId="3251"/>
            <ac:spMk id="7" creationId="{B3279EAA-BF89-4AFF-B02F-2C0B4859CA17}"/>
          </ac:spMkLst>
        </pc:spChg>
        <pc:spChg chg="mod">
          <ac:chgData name="jiancong zheng" userId="791c3d94eccb8482" providerId="LiveId" clId="{DD27D93D-25A6-4107-9E37-5B6FF22D9C45}" dt="2024-05-07T13:52:50.970" v="1773" actId="20577"/>
          <ac:spMkLst>
            <pc:docMk/>
            <pc:sldMk cId="2648802703" sldId="3251"/>
            <ac:spMk id="9" creationId="{D7DA4BBD-CE23-4A97-9E52-C288770EF236}"/>
          </ac:spMkLst>
        </pc:spChg>
        <pc:spChg chg="add mod">
          <ac:chgData name="jiancong zheng" userId="791c3d94eccb8482" providerId="LiveId" clId="{DD27D93D-25A6-4107-9E37-5B6FF22D9C45}" dt="2024-05-07T13:59:57.112" v="1984" actId="2710"/>
          <ac:spMkLst>
            <pc:docMk/>
            <pc:sldMk cId="2648802703" sldId="3251"/>
            <ac:spMk id="20" creationId="{86916BAD-DAB1-45D9-AC12-DB4ED3237956}"/>
          </ac:spMkLst>
        </pc:spChg>
        <pc:spChg chg="del">
          <ac:chgData name="jiancong zheng" userId="791c3d94eccb8482" providerId="LiveId" clId="{DD27D93D-25A6-4107-9E37-5B6FF22D9C45}" dt="2024-05-07T13:52:01.436" v="1728" actId="478"/>
          <ac:spMkLst>
            <pc:docMk/>
            <pc:sldMk cId="2648802703" sldId="3251"/>
            <ac:spMk id="162" creationId="{EE92A396-3167-4F17-892D-AB3951B50DBD}"/>
          </ac:spMkLst>
        </pc:spChg>
        <pc:spChg chg="add mod">
          <ac:chgData name="jiancong zheng" userId="791c3d94eccb8482" providerId="LiveId" clId="{DD27D93D-25A6-4107-9E37-5B6FF22D9C45}" dt="2024-05-07T14:04:27.421" v="2198" actId="14100"/>
          <ac:spMkLst>
            <pc:docMk/>
            <pc:sldMk cId="2648802703" sldId="3251"/>
            <ac:spMk id="163" creationId="{D4EA46CC-60F6-4950-9196-9207CFF0CA9B}"/>
          </ac:spMkLst>
        </pc:spChg>
        <pc:spChg chg="add mod">
          <ac:chgData name="jiancong zheng" userId="791c3d94eccb8482" providerId="LiveId" clId="{DD27D93D-25A6-4107-9E37-5B6FF22D9C45}" dt="2024-05-07T14:00:53.018" v="2063" actId="20577"/>
          <ac:spMkLst>
            <pc:docMk/>
            <pc:sldMk cId="2648802703" sldId="3251"/>
            <ac:spMk id="164" creationId="{89D50710-9D5F-4FD6-9754-2C06238EAD7D}"/>
          </ac:spMkLst>
        </pc:spChg>
        <pc:spChg chg="add mod">
          <ac:chgData name="jiancong zheng" userId="791c3d94eccb8482" providerId="LiveId" clId="{DD27D93D-25A6-4107-9E37-5B6FF22D9C45}" dt="2024-05-07T14:04:09.422" v="2194" actId="1076"/>
          <ac:spMkLst>
            <pc:docMk/>
            <pc:sldMk cId="2648802703" sldId="3251"/>
            <ac:spMk id="165" creationId="{A2ADA29B-4DAF-4B03-AAD3-DFB6231E1773}"/>
          </ac:spMkLst>
        </pc:spChg>
        <pc:spChg chg="del">
          <ac:chgData name="jiancong zheng" userId="791c3d94eccb8482" providerId="LiveId" clId="{DD27D93D-25A6-4107-9E37-5B6FF22D9C45}" dt="2024-05-07T13:52:01.436" v="1728" actId="478"/>
          <ac:spMkLst>
            <pc:docMk/>
            <pc:sldMk cId="2648802703" sldId="3251"/>
            <ac:spMk id="166" creationId="{409DB6B7-EDA8-45C1-BE7A-2783048CF6BE}"/>
          </ac:spMkLst>
        </pc:spChg>
        <pc:spChg chg="del">
          <ac:chgData name="jiancong zheng" userId="791c3d94eccb8482" providerId="LiveId" clId="{DD27D93D-25A6-4107-9E37-5B6FF22D9C45}" dt="2024-05-07T13:52:01.436" v="1728" actId="478"/>
          <ac:spMkLst>
            <pc:docMk/>
            <pc:sldMk cId="2648802703" sldId="3251"/>
            <ac:spMk id="180" creationId="{32E52E40-4B7D-47C8-BA97-3AC243B11279}"/>
          </ac:spMkLst>
        </pc:spChg>
        <pc:grpChg chg="del">
          <ac:chgData name="jiancong zheng" userId="791c3d94eccb8482" providerId="LiveId" clId="{DD27D93D-25A6-4107-9E37-5B6FF22D9C45}" dt="2024-05-07T13:52:01.436" v="1728" actId="478"/>
          <ac:grpSpMkLst>
            <pc:docMk/>
            <pc:sldMk cId="2648802703" sldId="3251"/>
            <ac:grpSpMk id="8" creationId="{052D6AF2-34B8-40C9-AF5D-5C5D61E173ED}"/>
          </ac:grpSpMkLst>
        </pc:grpChg>
        <pc:grpChg chg="del">
          <ac:chgData name="jiancong zheng" userId="791c3d94eccb8482" providerId="LiveId" clId="{DD27D93D-25A6-4107-9E37-5B6FF22D9C45}" dt="2024-05-07T13:52:01.436" v="1728" actId="478"/>
          <ac:grpSpMkLst>
            <pc:docMk/>
            <pc:sldMk cId="2648802703" sldId="3251"/>
            <ac:grpSpMk id="10" creationId="{21008EFF-55C5-4796-A3D2-B3F174DBC14A}"/>
          </ac:grpSpMkLst>
        </pc:grpChg>
        <pc:picChg chg="add mod">
          <ac:chgData name="jiancong zheng" userId="791c3d94eccb8482" providerId="LiveId" clId="{DD27D93D-25A6-4107-9E37-5B6FF22D9C45}" dt="2024-05-07T13:56:47.269" v="1871" actId="14100"/>
          <ac:picMkLst>
            <pc:docMk/>
            <pc:sldMk cId="2648802703" sldId="3251"/>
            <ac:picMk id="19" creationId="{E2613A82-78CF-4570-9086-D73056C83184}"/>
          </ac:picMkLst>
        </pc:picChg>
        <pc:picChg chg="del">
          <ac:chgData name="jiancong zheng" userId="791c3d94eccb8482" providerId="LiveId" clId="{DD27D93D-25A6-4107-9E37-5B6FF22D9C45}" dt="2024-05-07T13:52:01.436" v="1728" actId="478"/>
          <ac:picMkLst>
            <pc:docMk/>
            <pc:sldMk cId="2648802703" sldId="3251"/>
            <ac:picMk id="170" creationId="{588390F7-D0F8-428F-A154-53CDC636A206}"/>
          </ac:picMkLst>
        </pc:picChg>
        <pc:picChg chg="del">
          <ac:chgData name="jiancong zheng" userId="791c3d94eccb8482" providerId="LiveId" clId="{DD27D93D-25A6-4107-9E37-5B6FF22D9C45}" dt="2024-05-07T13:52:01.436" v="1728" actId="478"/>
          <ac:picMkLst>
            <pc:docMk/>
            <pc:sldMk cId="2648802703" sldId="3251"/>
            <ac:picMk id="182" creationId="{0CE5EAE6-930D-4548-AECB-A2E298D7B968}"/>
          </ac:picMkLst>
        </pc:picChg>
      </pc:sldChg>
      <pc:sldChg chg="add del">
        <pc:chgData name="jiancong zheng" userId="791c3d94eccb8482" providerId="LiveId" clId="{DD27D93D-25A6-4107-9E37-5B6FF22D9C45}" dt="2024-05-07T12:32:22.888" v="210" actId="47"/>
        <pc:sldMkLst>
          <pc:docMk/>
          <pc:sldMk cId="3185607398" sldId="3251"/>
        </pc:sldMkLst>
      </pc:sldChg>
      <pc:sldChg chg="addSp delSp modSp add mod">
        <pc:chgData name="jiancong zheng" userId="791c3d94eccb8482" providerId="LiveId" clId="{DD27D93D-25A6-4107-9E37-5B6FF22D9C45}" dt="2024-05-07T14:13:05.356" v="2417" actId="1038"/>
        <pc:sldMkLst>
          <pc:docMk/>
          <pc:sldMk cId="317395162" sldId="3252"/>
        </pc:sldMkLst>
        <pc:spChg chg="add mod">
          <ac:chgData name="jiancong zheng" userId="791c3d94eccb8482" providerId="LiveId" clId="{DD27D93D-25A6-4107-9E37-5B6FF22D9C45}" dt="2024-05-07T14:08:10.134" v="2244" actId="1036"/>
          <ac:spMkLst>
            <pc:docMk/>
            <pc:sldMk cId="317395162" sldId="3252"/>
            <ac:spMk id="2" creationId="{31D27816-6E60-46D8-A8E1-87F1E00C6525}"/>
          </ac:spMkLst>
        </pc:spChg>
        <pc:spChg chg="add del">
          <ac:chgData name="jiancong zheng" userId="791c3d94eccb8482" providerId="LiveId" clId="{DD27D93D-25A6-4107-9E37-5B6FF22D9C45}" dt="2024-05-07T14:06:10.546" v="2217" actId="478"/>
          <ac:spMkLst>
            <pc:docMk/>
            <pc:sldMk cId="317395162" sldId="3252"/>
            <ac:spMk id="16" creationId="{647CA0E3-6F9F-4B4C-9308-602D41C3C698}"/>
          </ac:spMkLst>
        </pc:spChg>
        <pc:spChg chg="add mod">
          <ac:chgData name="jiancong zheng" userId="791c3d94eccb8482" providerId="LiveId" clId="{DD27D93D-25A6-4107-9E37-5B6FF22D9C45}" dt="2024-05-07T14:07:18.550" v="2238" actId="1076"/>
          <ac:spMkLst>
            <pc:docMk/>
            <pc:sldMk cId="317395162" sldId="3252"/>
            <ac:spMk id="17" creationId="{0A3CF067-E252-475E-949B-B9D19152CFB1}"/>
          </ac:spMkLst>
        </pc:spChg>
        <pc:spChg chg="add mod">
          <ac:chgData name="jiancong zheng" userId="791c3d94eccb8482" providerId="LiveId" clId="{DD27D93D-25A6-4107-9E37-5B6FF22D9C45}" dt="2024-05-07T14:10:46.652" v="2307" actId="164"/>
          <ac:spMkLst>
            <pc:docMk/>
            <pc:sldMk cId="317395162" sldId="3252"/>
            <ac:spMk id="18" creationId="{06029FA6-5C5B-4A2A-A1C6-5826A3DBEAD3}"/>
          </ac:spMkLst>
        </pc:spChg>
        <pc:spChg chg="add del mod">
          <ac:chgData name="jiancong zheng" userId="791c3d94eccb8482" providerId="LiveId" clId="{DD27D93D-25A6-4107-9E37-5B6FF22D9C45}" dt="2024-05-07T14:11:39.283" v="2345" actId="478"/>
          <ac:spMkLst>
            <pc:docMk/>
            <pc:sldMk cId="317395162" sldId="3252"/>
            <ac:spMk id="22" creationId="{174A569F-7B78-4E60-BCE5-4A0507586568}"/>
          </ac:spMkLst>
        </pc:spChg>
        <pc:spChg chg="add mod">
          <ac:chgData name="jiancong zheng" userId="791c3d94eccb8482" providerId="LiveId" clId="{DD27D93D-25A6-4107-9E37-5B6FF22D9C45}" dt="2024-05-07T14:08:42.613" v="2267" actId="1036"/>
          <ac:spMkLst>
            <pc:docMk/>
            <pc:sldMk cId="317395162" sldId="3252"/>
            <ac:spMk id="23" creationId="{69ABDD75-1DEE-4C1F-AA73-F27D01B16C18}"/>
          </ac:spMkLst>
        </pc:spChg>
        <pc:spChg chg="add mod">
          <ac:chgData name="jiancong zheng" userId="791c3d94eccb8482" providerId="LiveId" clId="{DD27D93D-25A6-4107-9E37-5B6FF22D9C45}" dt="2024-05-07T14:12:17.925" v="2355" actId="1076"/>
          <ac:spMkLst>
            <pc:docMk/>
            <pc:sldMk cId="317395162" sldId="3252"/>
            <ac:spMk id="24" creationId="{AC399CD4-AB1D-4A0E-98BF-AA06D63DCBA0}"/>
          </ac:spMkLst>
        </pc:spChg>
        <pc:spChg chg="add mod">
          <ac:chgData name="jiancong zheng" userId="791c3d94eccb8482" providerId="LiveId" clId="{DD27D93D-25A6-4107-9E37-5B6FF22D9C45}" dt="2024-05-07T14:10:46.652" v="2307" actId="164"/>
          <ac:spMkLst>
            <pc:docMk/>
            <pc:sldMk cId="317395162" sldId="3252"/>
            <ac:spMk id="25" creationId="{044CED8B-4CF1-47B7-B4E4-76F747DB4E92}"/>
          </ac:spMkLst>
        </pc:spChg>
        <pc:spChg chg="add mod">
          <ac:chgData name="jiancong zheng" userId="791c3d94eccb8482" providerId="LiveId" clId="{DD27D93D-25A6-4107-9E37-5B6FF22D9C45}" dt="2024-05-07T14:10:46.652" v="2307" actId="164"/>
          <ac:spMkLst>
            <pc:docMk/>
            <pc:sldMk cId="317395162" sldId="3252"/>
            <ac:spMk id="26" creationId="{8785126E-F732-4BE1-B226-EF0B58762946}"/>
          </ac:spMkLst>
        </pc:spChg>
        <pc:spChg chg="add mod">
          <ac:chgData name="jiancong zheng" userId="791c3d94eccb8482" providerId="LiveId" clId="{DD27D93D-25A6-4107-9E37-5B6FF22D9C45}" dt="2024-05-07T14:10:46.652" v="2307" actId="164"/>
          <ac:spMkLst>
            <pc:docMk/>
            <pc:sldMk cId="317395162" sldId="3252"/>
            <ac:spMk id="27" creationId="{E9FC693E-B85E-4EC8-9985-428F92E3446E}"/>
          </ac:spMkLst>
        </pc:spChg>
        <pc:spChg chg="add mod">
          <ac:chgData name="jiancong zheng" userId="791c3d94eccb8482" providerId="LiveId" clId="{DD27D93D-25A6-4107-9E37-5B6FF22D9C45}" dt="2024-05-07T14:10:46.652" v="2307" actId="164"/>
          <ac:spMkLst>
            <pc:docMk/>
            <pc:sldMk cId="317395162" sldId="3252"/>
            <ac:spMk id="28" creationId="{806AB740-A1BC-4CE0-BBD3-DB55A420709B}"/>
          </ac:spMkLst>
        </pc:spChg>
        <pc:spChg chg="add del mod">
          <ac:chgData name="jiancong zheng" userId="791c3d94eccb8482" providerId="LiveId" clId="{DD27D93D-25A6-4107-9E37-5B6FF22D9C45}" dt="2024-05-07T14:10:10.169" v="2297"/>
          <ac:spMkLst>
            <pc:docMk/>
            <pc:sldMk cId="317395162" sldId="3252"/>
            <ac:spMk id="29" creationId="{D07097BC-0C6C-4F3F-86DC-621DB588654A}"/>
          </ac:spMkLst>
        </pc:spChg>
        <pc:spChg chg="add mod">
          <ac:chgData name="jiancong zheng" userId="791c3d94eccb8482" providerId="LiveId" clId="{DD27D93D-25A6-4107-9E37-5B6FF22D9C45}" dt="2024-05-07T14:10:46.652" v="2307" actId="164"/>
          <ac:spMkLst>
            <pc:docMk/>
            <pc:sldMk cId="317395162" sldId="3252"/>
            <ac:spMk id="30" creationId="{54D8180D-56B8-495B-99BA-80C4EEA7B89F}"/>
          </ac:spMkLst>
        </pc:spChg>
        <pc:spChg chg="add mod">
          <ac:chgData name="jiancong zheng" userId="791c3d94eccb8482" providerId="LiveId" clId="{DD27D93D-25A6-4107-9E37-5B6FF22D9C45}" dt="2024-05-07T14:10:46.652" v="2307" actId="164"/>
          <ac:spMkLst>
            <pc:docMk/>
            <pc:sldMk cId="317395162" sldId="3252"/>
            <ac:spMk id="31" creationId="{17CAB562-9FA9-4915-8A99-E8A834C2D114}"/>
          </ac:spMkLst>
        </pc:spChg>
        <pc:spChg chg="add mod">
          <ac:chgData name="jiancong zheng" userId="791c3d94eccb8482" providerId="LiveId" clId="{DD27D93D-25A6-4107-9E37-5B6FF22D9C45}" dt="2024-05-07T14:12:45.430" v="2373" actId="1076"/>
          <ac:spMkLst>
            <pc:docMk/>
            <pc:sldMk cId="317395162" sldId="3252"/>
            <ac:spMk id="32" creationId="{C73A9776-3C74-4294-BF4A-9145A3E5813B}"/>
          </ac:spMkLst>
        </pc:spChg>
        <pc:spChg chg="add mod">
          <ac:chgData name="jiancong zheng" userId="791c3d94eccb8482" providerId="LiveId" clId="{DD27D93D-25A6-4107-9E37-5B6FF22D9C45}" dt="2024-05-07T14:13:05.356" v="2417" actId="1038"/>
          <ac:spMkLst>
            <pc:docMk/>
            <pc:sldMk cId="317395162" sldId="3252"/>
            <ac:spMk id="36" creationId="{D781DC4B-0713-4583-BEE6-2AA378BAD5D4}"/>
          </ac:spMkLst>
        </pc:spChg>
        <pc:grpChg chg="add mod">
          <ac:chgData name="jiancong zheng" userId="791c3d94eccb8482" providerId="LiveId" clId="{DD27D93D-25A6-4107-9E37-5B6FF22D9C45}" dt="2024-05-07T14:11:01.274" v="2339" actId="1035"/>
          <ac:grpSpMkLst>
            <pc:docMk/>
            <pc:sldMk cId="317395162" sldId="3252"/>
            <ac:grpSpMk id="21" creationId="{70F3CFA3-30A8-42E4-A2B2-E97A506EF328}"/>
          </ac:grpSpMkLst>
        </pc:grpChg>
        <pc:picChg chg="mod">
          <ac:chgData name="jiancong zheng" userId="791c3d94eccb8482" providerId="LiveId" clId="{DD27D93D-25A6-4107-9E37-5B6FF22D9C45}" dt="2024-05-07T14:10:41.791" v="2306" actId="1076"/>
          <ac:picMkLst>
            <pc:docMk/>
            <pc:sldMk cId="317395162" sldId="3252"/>
            <ac:picMk id="19" creationId="{E2613A82-78CF-4570-9086-D73056C83184}"/>
          </ac:picMkLst>
        </pc:picChg>
        <pc:cxnChg chg="add del mod">
          <ac:chgData name="jiancong zheng" userId="791c3d94eccb8482" providerId="LiveId" clId="{DD27D93D-25A6-4107-9E37-5B6FF22D9C45}" dt="2024-05-07T14:06:00.977" v="2215" actId="478"/>
          <ac:cxnSpMkLst>
            <pc:docMk/>
            <pc:sldMk cId="317395162" sldId="3252"/>
            <ac:cxnSpMk id="7" creationId="{43098C49-EE62-4C87-BA1D-0EEB163321A3}"/>
          </ac:cxnSpMkLst>
        </pc:cxnChg>
      </pc:sldChg>
      <pc:sldChg chg="add">
        <pc:chgData name="jiancong zheng" userId="791c3d94eccb8482" providerId="LiveId" clId="{DD27D93D-25A6-4107-9E37-5B6FF22D9C45}" dt="2024-05-07T14:04:51.652" v="2200"/>
        <pc:sldMkLst>
          <pc:docMk/>
          <pc:sldMk cId="2136955798" sldId="32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A5FFE-B588-4CF3-9C72-7629E5096D2D}" type="datetimeFigureOut">
              <a:rPr lang="zh-CN" altLang="en-US" smtClean="0"/>
              <a:t>2026/5/20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3E0E7-BB5F-4064-BC26-4B7D8D3FA9BD}" type="slidenum">
              <a:rPr lang="zh-CN" altLang="en-US" smtClean="0"/>
              <a:t>‹#›</a:t>
            </a:fld>
            <a:endParaRPr lang="zh-CN" altLang="en-US"/>
          </a:p>
        </p:txBody>
      </p:sp>
    </p:spTree>
    <p:extLst>
      <p:ext uri="{BB962C8B-B14F-4D97-AF65-F5344CB8AC3E}">
        <p14:creationId xmlns:p14="http://schemas.microsoft.com/office/powerpoint/2010/main" val="234250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ChangeArrowheads="1" noTextEdit="1"/>
          </p:cNvSpPr>
          <p:nvPr>
            <p:ph type="sldImg"/>
          </p:nvPr>
        </p:nvSpPr>
        <p:spPr>
          <a:xfrm>
            <a:off x="381000" y="685800"/>
            <a:ext cx="6096000" cy="3429000"/>
          </a:xfrm>
          <a:ln/>
        </p:spPr>
      </p:sp>
      <p:sp>
        <p:nvSpPr>
          <p:cNvPr id="14339"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zh-CN" b="0" dirty="0"/>
          </a:p>
        </p:txBody>
      </p:sp>
      <p:sp>
        <p:nvSpPr>
          <p:cNvPr id="14340"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B093EB02-05DE-4FBA-B58C-F692575D24CC}" type="slidenum">
              <a:rPr lang="en-US" altLang="zh-CN" sz="1200"/>
              <a:pPr/>
              <a:t>1</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193E0E7-BB5F-4064-BC26-4B7D8D3FA9BD}" type="slidenum">
              <a:rPr lang="zh-CN" altLang="en-US" smtClean="0"/>
              <a:t>2</a:t>
            </a:fld>
            <a:endParaRPr lang="zh-CN" altLang="en-US"/>
          </a:p>
        </p:txBody>
      </p:sp>
    </p:spTree>
    <p:extLst>
      <p:ext uri="{BB962C8B-B14F-4D97-AF65-F5344CB8AC3E}">
        <p14:creationId xmlns:p14="http://schemas.microsoft.com/office/powerpoint/2010/main" val="2003684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5758C-0968-A300-BA1D-F23D3FE0AA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518B08-E790-B45D-E5AD-440EBA45AA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37717A3-179F-D0FD-0838-8E82CCAAA2CE}"/>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79771FD4-B671-067F-0CFC-FF80BB9F3A55}"/>
              </a:ext>
            </a:extLst>
          </p:cNvPr>
          <p:cNvSpPr>
            <a:spLocks noGrp="1"/>
          </p:cNvSpPr>
          <p:nvPr>
            <p:ph type="sldNum" sz="quarter" idx="5"/>
          </p:nvPr>
        </p:nvSpPr>
        <p:spPr/>
        <p:txBody>
          <a:bodyPr/>
          <a:lstStyle/>
          <a:p>
            <a:fld id="{3193E0E7-BB5F-4064-BC26-4B7D8D3FA9BD}" type="slidenum">
              <a:rPr lang="zh-CN" altLang="en-US" smtClean="0"/>
              <a:t>3</a:t>
            </a:fld>
            <a:endParaRPr lang="zh-CN" altLang="en-US"/>
          </a:p>
        </p:txBody>
      </p:sp>
    </p:spTree>
    <p:extLst>
      <p:ext uri="{BB962C8B-B14F-4D97-AF65-F5344CB8AC3E}">
        <p14:creationId xmlns:p14="http://schemas.microsoft.com/office/powerpoint/2010/main" val="770127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85C55-02C0-F10E-37C8-1156AB700A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439F74-0294-B8E0-8088-FDAECE2C59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089D55-8D32-493C-C9E6-B5EF568DD555}"/>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FE9187B2-2316-7A62-D86A-DAA13B1073E6}"/>
              </a:ext>
            </a:extLst>
          </p:cNvPr>
          <p:cNvSpPr>
            <a:spLocks noGrp="1"/>
          </p:cNvSpPr>
          <p:nvPr>
            <p:ph type="sldNum" sz="quarter" idx="5"/>
          </p:nvPr>
        </p:nvSpPr>
        <p:spPr/>
        <p:txBody>
          <a:bodyPr/>
          <a:lstStyle/>
          <a:p>
            <a:fld id="{3193E0E7-BB5F-4064-BC26-4B7D8D3FA9BD}" type="slidenum">
              <a:rPr lang="zh-CN" altLang="en-US" smtClean="0"/>
              <a:t>4</a:t>
            </a:fld>
            <a:endParaRPr lang="zh-CN" altLang="en-US"/>
          </a:p>
        </p:txBody>
      </p:sp>
    </p:spTree>
    <p:extLst>
      <p:ext uri="{BB962C8B-B14F-4D97-AF65-F5344CB8AC3E}">
        <p14:creationId xmlns:p14="http://schemas.microsoft.com/office/powerpoint/2010/main" val="68956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88FB6-4D2F-0514-D865-D6BE7D8A5F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37D004-1264-DB50-9F01-7FA41E0EFD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E3F605-6B52-77D1-A1BE-64087416FD21}"/>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E0940F24-AF96-F65A-265F-485A11EADB82}"/>
              </a:ext>
            </a:extLst>
          </p:cNvPr>
          <p:cNvSpPr>
            <a:spLocks noGrp="1"/>
          </p:cNvSpPr>
          <p:nvPr>
            <p:ph type="sldNum" sz="quarter" idx="5"/>
          </p:nvPr>
        </p:nvSpPr>
        <p:spPr/>
        <p:txBody>
          <a:bodyPr/>
          <a:lstStyle/>
          <a:p>
            <a:fld id="{3193E0E7-BB5F-4064-BC26-4B7D8D3FA9BD}" type="slidenum">
              <a:rPr lang="zh-CN" altLang="en-US" smtClean="0"/>
              <a:t>5</a:t>
            </a:fld>
            <a:endParaRPr lang="zh-CN" altLang="en-US"/>
          </a:p>
        </p:txBody>
      </p:sp>
    </p:spTree>
    <p:extLst>
      <p:ext uri="{BB962C8B-B14F-4D97-AF65-F5344CB8AC3E}">
        <p14:creationId xmlns:p14="http://schemas.microsoft.com/office/powerpoint/2010/main" val="3097262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193E0E7-BB5F-4064-BC26-4B7D8D3FA9BD}" type="slidenum">
              <a:rPr lang="zh-CN" altLang="en-US" smtClean="0"/>
              <a:t>6</a:t>
            </a:fld>
            <a:endParaRPr lang="zh-CN" altLang="en-US"/>
          </a:p>
        </p:txBody>
      </p:sp>
    </p:spTree>
    <p:extLst>
      <p:ext uri="{BB962C8B-B14F-4D97-AF65-F5344CB8AC3E}">
        <p14:creationId xmlns:p14="http://schemas.microsoft.com/office/powerpoint/2010/main" val="2697838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FC4F3-3CF6-C295-04A5-CDEED01340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E0A732-0648-D56A-0EE7-96B34B343A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90690C-6A36-820A-CC2B-4E47AD70D44A}"/>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0EA85B0C-A6A4-E341-E162-9B801635D19A}"/>
              </a:ext>
            </a:extLst>
          </p:cNvPr>
          <p:cNvSpPr>
            <a:spLocks noGrp="1"/>
          </p:cNvSpPr>
          <p:nvPr>
            <p:ph type="sldNum" sz="quarter" idx="5"/>
          </p:nvPr>
        </p:nvSpPr>
        <p:spPr/>
        <p:txBody>
          <a:bodyPr/>
          <a:lstStyle/>
          <a:p>
            <a:fld id="{3193E0E7-BB5F-4064-BC26-4B7D8D3FA9BD}" type="slidenum">
              <a:rPr lang="zh-CN" altLang="en-US" smtClean="0"/>
              <a:t>7</a:t>
            </a:fld>
            <a:endParaRPr lang="zh-CN" altLang="en-US"/>
          </a:p>
        </p:txBody>
      </p:sp>
    </p:spTree>
    <p:extLst>
      <p:ext uri="{BB962C8B-B14F-4D97-AF65-F5344CB8AC3E}">
        <p14:creationId xmlns:p14="http://schemas.microsoft.com/office/powerpoint/2010/main" val="699732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7364E-5AB7-E36D-B4A8-D37D17D7BA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6E1C9F-19EA-3F75-ACEB-10E2B4A6DD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3F2923-E590-98C9-CE1D-3DFA830506A8}"/>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00E92DC2-3641-0912-A591-01EBC6CAF9BB}"/>
              </a:ext>
            </a:extLst>
          </p:cNvPr>
          <p:cNvSpPr>
            <a:spLocks noGrp="1"/>
          </p:cNvSpPr>
          <p:nvPr>
            <p:ph type="sldNum" sz="quarter" idx="5"/>
          </p:nvPr>
        </p:nvSpPr>
        <p:spPr/>
        <p:txBody>
          <a:bodyPr/>
          <a:lstStyle/>
          <a:p>
            <a:fld id="{3193E0E7-BB5F-4064-BC26-4B7D8D3FA9BD}" type="slidenum">
              <a:rPr lang="zh-CN" altLang="en-US" smtClean="0"/>
              <a:t>8</a:t>
            </a:fld>
            <a:endParaRPr lang="zh-CN" altLang="en-US"/>
          </a:p>
        </p:txBody>
      </p:sp>
    </p:spTree>
    <p:extLst>
      <p:ext uri="{BB962C8B-B14F-4D97-AF65-F5344CB8AC3E}">
        <p14:creationId xmlns:p14="http://schemas.microsoft.com/office/powerpoint/2010/main" val="1992705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2650A-D094-B102-2C49-0B7E427EE1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0450C3-69D4-923C-7D6F-AD317CF627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801832-5D4E-8FF2-BEF9-0FB5197256AD}"/>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7FB37AB3-58B4-EDF8-B2DC-C19433D7B3E3}"/>
              </a:ext>
            </a:extLst>
          </p:cNvPr>
          <p:cNvSpPr>
            <a:spLocks noGrp="1"/>
          </p:cNvSpPr>
          <p:nvPr>
            <p:ph type="sldNum" sz="quarter" idx="5"/>
          </p:nvPr>
        </p:nvSpPr>
        <p:spPr/>
        <p:txBody>
          <a:bodyPr/>
          <a:lstStyle/>
          <a:p>
            <a:fld id="{3193E0E7-BB5F-4064-BC26-4B7D8D3FA9BD}" type="slidenum">
              <a:rPr lang="zh-CN" altLang="en-US" smtClean="0"/>
              <a:t>9</a:t>
            </a:fld>
            <a:endParaRPr lang="zh-CN" altLang="en-US"/>
          </a:p>
        </p:txBody>
      </p:sp>
    </p:spTree>
    <p:extLst>
      <p:ext uri="{BB962C8B-B14F-4D97-AF65-F5344CB8AC3E}">
        <p14:creationId xmlns:p14="http://schemas.microsoft.com/office/powerpoint/2010/main" val="144288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1D441-E617-5532-9A1F-5E7E4A6756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1D84F4-6610-2139-3C15-6D1D0BC7B4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6A7FDB-6660-3A73-E204-61586C0A0FA0}"/>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55591C5D-06D9-9366-E305-A9484BE4711B}"/>
              </a:ext>
            </a:extLst>
          </p:cNvPr>
          <p:cNvSpPr>
            <a:spLocks noGrp="1"/>
          </p:cNvSpPr>
          <p:nvPr>
            <p:ph type="sldNum" sz="quarter" idx="5"/>
          </p:nvPr>
        </p:nvSpPr>
        <p:spPr/>
        <p:txBody>
          <a:bodyPr/>
          <a:lstStyle/>
          <a:p>
            <a:fld id="{3193E0E7-BB5F-4064-BC26-4B7D8D3FA9BD}" type="slidenum">
              <a:rPr lang="zh-CN" altLang="en-US" smtClean="0"/>
              <a:t>10</a:t>
            </a:fld>
            <a:endParaRPr lang="zh-CN" altLang="en-US"/>
          </a:p>
        </p:txBody>
      </p:sp>
    </p:spTree>
    <p:extLst>
      <p:ext uri="{BB962C8B-B14F-4D97-AF65-F5344CB8AC3E}">
        <p14:creationId xmlns:p14="http://schemas.microsoft.com/office/powerpoint/2010/main" val="1703078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40CB6-A1E6-4FF1-4087-6A21896FF3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DDC0CB-F6A7-1FA6-CB10-AF4EC66107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56D5B5-788D-0329-DAE1-6D24502E2F88}"/>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46183D1D-7C78-2E2E-455F-488411DF1BBF}"/>
              </a:ext>
            </a:extLst>
          </p:cNvPr>
          <p:cNvSpPr>
            <a:spLocks noGrp="1"/>
          </p:cNvSpPr>
          <p:nvPr>
            <p:ph type="sldNum" sz="quarter" idx="5"/>
          </p:nvPr>
        </p:nvSpPr>
        <p:spPr/>
        <p:txBody>
          <a:bodyPr/>
          <a:lstStyle/>
          <a:p>
            <a:fld id="{3193E0E7-BB5F-4064-BC26-4B7D8D3FA9BD}" type="slidenum">
              <a:rPr lang="zh-CN" altLang="en-US" smtClean="0"/>
              <a:t>11</a:t>
            </a:fld>
            <a:endParaRPr lang="zh-CN" altLang="en-US"/>
          </a:p>
        </p:txBody>
      </p:sp>
    </p:spTree>
    <p:extLst>
      <p:ext uri="{BB962C8B-B14F-4D97-AF65-F5344CB8AC3E}">
        <p14:creationId xmlns:p14="http://schemas.microsoft.com/office/powerpoint/2010/main" val="2495423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3C8EF-6E93-0F08-E3C3-5126A0467A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468FE5-64AD-5A8B-D532-A164A7ECA7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83C222-C684-D2B7-C78E-C630FDE57678}"/>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B2DFBD7-8269-4F40-33ED-31EDE4924F00}"/>
              </a:ext>
            </a:extLst>
          </p:cNvPr>
          <p:cNvSpPr>
            <a:spLocks noGrp="1"/>
          </p:cNvSpPr>
          <p:nvPr>
            <p:ph type="sldNum" sz="quarter" idx="5"/>
          </p:nvPr>
        </p:nvSpPr>
        <p:spPr/>
        <p:txBody>
          <a:bodyPr/>
          <a:lstStyle/>
          <a:p>
            <a:fld id="{3193E0E7-BB5F-4064-BC26-4B7D8D3FA9BD}" type="slidenum">
              <a:rPr lang="zh-CN" altLang="en-US" smtClean="0"/>
              <a:t>12</a:t>
            </a:fld>
            <a:endParaRPr lang="zh-CN" altLang="en-US"/>
          </a:p>
        </p:txBody>
      </p:sp>
    </p:spTree>
    <p:extLst>
      <p:ext uri="{BB962C8B-B14F-4D97-AF65-F5344CB8AC3E}">
        <p14:creationId xmlns:p14="http://schemas.microsoft.com/office/powerpoint/2010/main" val="7902977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BDD35-F3A3-BDE6-079C-793C1F116F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49C368-F51D-3AD6-FA93-7A6EEB5A46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BE6994-4222-FDDC-CB13-018BDACC50A9}"/>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04D2DCA-145E-41F3-1DD2-8ACEFC8B7633}"/>
              </a:ext>
            </a:extLst>
          </p:cNvPr>
          <p:cNvSpPr>
            <a:spLocks noGrp="1"/>
          </p:cNvSpPr>
          <p:nvPr>
            <p:ph type="sldNum" sz="quarter" idx="5"/>
          </p:nvPr>
        </p:nvSpPr>
        <p:spPr/>
        <p:txBody>
          <a:bodyPr/>
          <a:lstStyle/>
          <a:p>
            <a:fld id="{3193E0E7-BB5F-4064-BC26-4B7D8D3FA9BD}" type="slidenum">
              <a:rPr lang="zh-CN" altLang="en-US" smtClean="0"/>
              <a:t>13</a:t>
            </a:fld>
            <a:endParaRPr lang="zh-CN" altLang="en-US"/>
          </a:p>
        </p:txBody>
      </p:sp>
    </p:spTree>
    <p:extLst>
      <p:ext uri="{BB962C8B-B14F-4D97-AF65-F5344CB8AC3E}">
        <p14:creationId xmlns:p14="http://schemas.microsoft.com/office/powerpoint/2010/main" val="3980419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BD0C5-3294-677B-B8F7-379CC6A77D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22A5C0-19B3-05F1-B08C-AF3633BB2A9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8F1D95-6363-B04D-54FE-06AC493E9238}"/>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F1A283B5-6E84-6701-2FAD-1A2354255E26}"/>
              </a:ext>
            </a:extLst>
          </p:cNvPr>
          <p:cNvSpPr>
            <a:spLocks noGrp="1"/>
          </p:cNvSpPr>
          <p:nvPr>
            <p:ph type="sldNum" sz="quarter" idx="5"/>
          </p:nvPr>
        </p:nvSpPr>
        <p:spPr/>
        <p:txBody>
          <a:bodyPr/>
          <a:lstStyle/>
          <a:p>
            <a:fld id="{3193E0E7-BB5F-4064-BC26-4B7D8D3FA9BD}" type="slidenum">
              <a:rPr lang="zh-CN" altLang="en-US" smtClean="0"/>
              <a:t>14</a:t>
            </a:fld>
            <a:endParaRPr lang="zh-CN" altLang="en-US"/>
          </a:p>
        </p:txBody>
      </p:sp>
    </p:spTree>
    <p:extLst>
      <p:ext uri="{BB962C8B-B14F-4D97-AF65-F5344CB8AC3E}">
        <p14:creationId xmlns:p14="http://schemas.microsoft.com/office/powerpoint/2010/main" val="32551169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7A2A2-B87A-D529-2449-1896260095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4C6019-4ECA-E12F-B85F-8C9AAAAE99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88D5D3-ABE3-141B-1E7B-74A8B3DB2BA2}"/>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8B9AE99-6639-FD34-AF2F-59ED6AC813C2}"/>
              </a:ext>
            </a:extLst>
          </p:cNvPr>
          <p:cNvSpPr>
            <a:spLocks noGrp="1"/>
          </p:cNvSpPr>
          <p:nvPr>
            <p:ph type="sldNum" sz="quarter" idx="5"/>
          </p:nvPr>
        </p:nvSpPr>
        <p:spPr/>
        <p:txBody>
          <a:bodyPr/>
          <a:lstStyle/>
          <a:p>
            <a:fld id="{3193E0E7-BB5F-4064-BC26-4B7D8D3FA9BD}" type="slidenum">
              <a:rPr lang="zh-CN" altLang="en-US" smtClean="0"/>
              <a:t>15</a:t>
            </a:fld>
            <a:endParaRPr lang="zh-CN" altLang="en-US"/>
          </a:p>
        </p:txBody>
      </p:sp>
    </p:spTree>
    <p:extLst>
      <p:ext uri="{BB962C8B-B14F-4D97-AF65-F5344CB8AC3E}">
        <p14:creationId xmlns:p14="http://schemas.microsoft.com/office/powerpoint/2010/main" val="3056749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2911E-2A9F-066E-D9EC-F620E52B722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1140ED-58F8-58C2-1049-5AE45001E8C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52A0EF-53A6-623F-A950-BDEFEF25694E}"/>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BB1601E3-D8B1-67A7-0019-354A29A76B46}"/>
              </a:ext>
            </a:extLst>
          </p:cNvPr>
          <p:cNvSpPr>
            <a:spLocks noGrp="1"/>
          </p:cNvSpPr>
          <p:nvPr>
            <p:ph type="sldNum" sz="quarter" idx="5"/>
          </p:nvPr>
        </p:nvSpPr>
        <p:spPr/>
        <p:txBody>
          <a:bodyPr/>
          <a:lstStyle/>
          <a:p>
            <a:fld id="{3193E0E7-BB5F-4064-BC26-4B7D8D3FA9BD}" type="slidenum">
              <a:rPr lang="zh-CN" altLang="en-US" smtClean="0"/>
              <a:t>16</a:t>
            </a:fld>
            <a:endParaRPr lang="zh-CN" altLang="en-US"/>
          </a:p>
        </p:txBody>
      </p:sp>
    </p:spTree>
    <p:extLst>
      <p:ext uri="{BB962C8B-B14F-4D97-AF65-F5344CB8AC3E}">
        <p14:creationId xmlns:p14="http://schemas.microsoft.com/office/powerpoint/2010/main" val="19635532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16D4E-4758-8FA9-989B-B9257C13C4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A82371-FE6B-4FA9-D3E3-A86849613C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7D16534-59EA-EFDC-B3C7-29CFCF24E271}"/>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6C16FEFD-934B-61BF-EF98-75EF73E09662}"/>
              </a:ext>
            </a:extLst>
          </p:cNvPr>
          <p:cNvSpPr>
            <a:spLocks noGrp="1"/>
          </p:cNvSpPr>
          <p:nvPr>
            <p:ph type="sldNum" sz="quarter" idx="5"/>
          </p:nvPr>
        </p:nvSpPr>
        <p:spPr/>
        <p:txBody>
          <a:bodyPr/>
          <a:lstStyle/>
          <a:p>
            <a:fld id="{3193E0E7-BB5F-4064-BC26-4B7D8D3FA9BD}" type="slidenum">
              <a:rPr lang="zh-CN" altLang="en-US" smtClean="0"/>
              <a:t>17</a:t>
            </a:fld>
            <a:endParaRPr lang="zh-CN" altLang="en-US"/>
          </a:p>
        </p:txBody>
      </p:sp>
    </p:spTree>
    <p:extLst>
      <p:ext uri="{BB962C8B-B14F-4D97-AF65-F5344CB8AC3E}">
        <p14:creationId xmlns:p14="http://schemas.microsoft.com/office/powerpoint/2010/main" val="29332133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EEAFF-A01B-64FD-E03B-3EF74123DE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DA490A-83C2-B3B0-54F0-F7D3CC7B39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296EFA-F765-E778-AB27-2662C75D2531}"/>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EBAB6B23-9A02-A097-0D60-B99C12DDFBC5}"/>
              </a:ext>
            </a:extLst>
          </p:cNvPr>
          <p:cNvSpPr>
            <a:spLocks noGrp="1"/>
          </p:cNvSpPr>
          <p:nvPr>
            <p:ph type="sldNum" sz="quarter" idx="5"/>
          </p:nvPr>
        </p:nvSpPr>
        <p:spPr/>
        <p:txBody>
          <a:bodyPr/>
          <a:lstStyle/>
          <a:p>
            <a:fld id="{3193E0E7-BB5F-4064-BC26-4B7D8D3FA9BD}" type="slidenum">
              <a:rPr lang="zh-CN" altLang="en-US" smtClean="0"/>
              <a:t>18</a:t>
            </a:fld>
            <a:endParaRPr lang="zh-CN" altLang="en-US"/>
          </a:p>
        </p:txBody>
      </p:sp>
    </p:spTree>
    <p:extLst>
      <p:ext uri="{BB962C8B-B14F-4D97-AF65-F5344CB8AC3E}">
        <p14:creationId xmlns:p14="http://schemas.microsoft.com/office/powerpoint/2010/main" val="486558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D5DD5B-3632-4BC4-B689-8A4275BAC4A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F66A93A-0014-4E0D-B537-476290276E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4022540-C564-4888-89F8-D081037D28C0}"/>
              </a:ext>
            </a:extLst>
          </p:cNvPr>
          <p:cNvSpPr>
            <a:spLocks noGrp="1"/>
          </p:cNvSpPr>
          <p:nvPr>
            <p:ph type="dt" sz="half" idx="10"/>
          </p:nvPr>
        </p:nvSpPr>
        <p:spPr/>
        <p:txBody>
          <a:bodyPr/>
          <a:lstStyle/>
          <a:p>
            <a:fld id="{7D2C770E-13AA-4A79-B8C8-2A18B65E8167}" type="datetimeFigureOut">
              <a:rPr lang="zh-CN" altLang="en-US" smtClean="0"/>
              <a:t>2026/5/20</a:t>
            </a:fld>
            <a:endParaRPr lang="zh-CN" altLang="en-US"/>
          </a:p>
        </p:txBody>
      </p:sp>
      <p:sp>
        <p:nvSpPr>
          <p:cNvPr id="5" name="页脚占位符 4">
            <a:extLst>
              <a:ext uri="{FF2B5EF4-FFF2-40B4-BE49-F238E27FC236}">
                <a16:creationId xmlns:a16="http://schemas.microsoft.com/office/drawing/2014/main" id="{68A61E4C-DFB8-451B-9A56-376E9174CB5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B96781-35E8-4F41-AE56-79321C5E12A3}"/>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3867485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0E013-336A-47DB-AB54-EB8DF9B961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FD918D2-2E6E-4574-BD2C-8E99CF7CDFE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7A4EF4C-D25F-40C0-9DC8-8F21DA319EBB}"/>
              </a:ext>
            </a:extLst>
          </p:cNvPr>
          <p:cNvSpPr>
            <a:spLocks noGrp="1"/>
          </p:cNvSpPr>
          <p:nvPr>
            <p:ph type="dt" sz="half" idx="10"/>
          </p:nvPr>
        </p:nvSpPr>
        <p:spPr/>
        <p:txBody>
          <a:bodyPr/>
          <a:lstStyle/>
          <a:p>
            <a:fld id="{7D2C770E-13AA-4A79-B8C8-2A18B65E8167}" type="datetimeFigureOut">
              <a:rPr lang="zh-CN" altLang="en-US" smtClean="0"/>
              <a:t>2026/5/20</a:t>
            </a:fld>
            <a:endParaRPr lang="zh-CN" altLang="en-US"/>
          </a:p>
        </p:txBody>
      </p:sp>
      <p:sp>
        <p:nvSpPr>
          <p:cNvPr id="5" name="页脚占位符 4">
            <a:extLst>
              <a:ext uri="{FF2B5EF4-FFF2-40B4-BE49-F238E27FC236}">
                <a16:creationId xmlns:a16="http://schemas.microsoft.com/office/drawing/2014/main" id="{CC04F129-0348-40A6-B554-B76EBE0F94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CA28468-717D-4D78-B3AB-02A19A320719}"/>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197236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14F0AB-C798-410C-890E-22805158D8B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EB14989-0010-409B-AF55-F0AFC577AD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8FF39D8-03D3-4D20-8ABE-CF9FECF17CAF}"/>
              </a:ext>
            </a:extLst>
          </p:cNvPr>
          <p:cNvSpPr>
            <a:spLocks noGrp="1"/>
          </p:cNvSpPr>
          <p:nvPr>
            <p:ph type="dt" sz="half" idx="10"/>
          </p:nvPr>
        </p:nvSpPr>
        <p:spPr/>
        <p:txBody>
          <a:bodyPr/>
          <a:lstStyle/>
          <a:p>
            <a:fld id="{7D2C770E-13AA-4A79-B8C8-2A18B65E8167}" type="datetimeFigureOut">
              <a:rPr lang="zh-CN" altLang="en-US" smtClean="0"/>
              <a:t>2026/5/20</a:t>
            </a:fld>
            <a:endParaRPr lang="zh-CN" altLang="en-US"/>
          </a:p>
        </p:txBody>
      </p:sp>
      <p:sp>
        <p:nvSpPr>
          <p:cNvPr id="5" name="页脚占位符 4">
            <a:extLst>
              <a:ext uri="{FF2B5EF4-FFF2-40B4-BE49-F238E27FC236}">
                <a16:creationId xmlns:a16="http://schemas.microsoft.com/office/drawing/2014/main" id="{2078E675-0358-4183-A84A-0CC0821950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3B1C11-7D54-4F56-814B-5A8D8BBE9C88}"/>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372893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450F09-E2C5-4566-8453-4722669417E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29563B-E8F7-49E8-A3C0-39AE54D39F5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B246967-79D7-417E-B839-D29055B8738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09FF5F4-9D1E-419C-B0D9-A276FAC24181}"/>
              </a:ext>
            </a:extLst>
          </p:cNvPr>
          <p:cNvSpPr>
            <a:spLocks noGrp="1"/>
          </p:cNvSpPr>
          <p:nvPr>
            <p:ph type="dt" sz="half" idx="10"/>
          </p:nvPr>
        </p:nvSpPr>
        <p:spPr/>
        <p:txBody>
          <a:bodyPr/>
          <a:lstStyle/>
          <a:p>
            <a:fld id="{7D2C770E-13AA-4A79-B8C8-2A18B65E8167}" type="datetimeFigureOut">
              <a:rPr lang="zh-CN" altLang="en-US" smtClean="0"/>
              <a:t>2026/5/20</a:t>
            </a:fld>
            <a:endParaRPr lang="zh-CN" altLang="en-US"/>
          </a:p>
        </p:txBody>
      </p:sp>
      <p:sp>
        <p:nvSpPr>
          <p:cNvPr id="6" name="页脚占位符 5">
            <a:extLst>
              <a:ext uri="{FF2B5EF4-FFF2-40B4-BE49-F238E27FC236}">
                <a16:creationId xmlns:a16="http://schemas.microsoft.com/office/drawing/2014/main" id="{0D91D391-EC7B-4A06-912B-26D7056A740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65D30AA-64E7-49F5-B629-A2580879F5D1}"/>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257460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735B81-9DA0-4DC0-8C45-1CF3C4727D2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BF1691D-2284-4701-A65B-4E6E83CF57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9625A60-67D0-450D-A013-6C7815A3C6C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318B797-952F-4B83-A275-D66006BA9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B38CDA9-41AB-4E9F-BA66-24D0F9D861D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23D4DAF-8922-4F60-BBDB-5114070840D6}"/>
              </a:ext>
            </a:extLst>
          </p:cNvPr>
          <p:cNvSpPr>
            <a:spLocks noGrp="1"/>
          </p:cNvSpPr>
          <p:nvPr>
            <p:ph type="dt" sz="half" idx="10"/>
          </p:nvPr>
        </p:nvSpPr>
        <p:spPr/>
        <p:txBody>
          <a:bodyPr/>
          <a:lstStyle/>
          <a:p>
            <a:fld id="{7D2C770E-13AA-4A79-B8C8-2A18B65E8167}" type="datetimeFigureOut">
              <a:rPr lang="zh-CN" altLang="en-US" smtClean="0"/>
              <a:t>2026/5/20</a:t>
            </a:fld>
            <a:endParaRPr lang="zh-CN" altLang="en-US"/>
          </a:p>
        </p:txBody>
      </p:sp>
      <p:sp>
        <p:nvSpPr>
          <p:cNvPr id="8" name="页脚占位符 7">
            <a:extLst>
              <a:ext uri="{FF2B5EF4-FFF2-40B4-BE49-F238E27FC236}">
                <a16:creationId xmlns:a16="http://schemas.microsoft.com/office/drawing/2014/main" id="{42042318-0D9B-4713-871F-AAD12AE4EB2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3F56857-CD00-446D-8FF3-BB44B9854D5F}"/>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1275092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D3A6A0-64D1-405D-815E-CF964E9CA78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6D9B7CD-521A-42B4-8F49-5F1889CA1DBB}"/>
              </a:ext>
            </a:extLst>
          </p:cNvPr>
          <p:cNvSpPr>
            <a:spLocks noGrp="1"/>
          </p:cNvSpPr>
          <p:nvPr>
            <p:ph type="dt" sz="half" idx="10"/>
          </p:nvPr>
        </p:nvSpPr>
        <p:spPr/>
        <p:txBody>
          <a:bodyPr/>
          <a:lstStyle/>
          <a:p>
            <a:fld id="{7D2C770E-13AA-4A79-B8C8-2A18B65E8167}" type="datetimeFigureOut">
              <a:rPr lang="zh-CN" altLang="en-US" smtClean="0"/>
              <a:t>2026/5/20</a:t>
            </a:fld>
            <a:endParaRPr lang="zh-CN" altLang="en-US"/>
          </a:p>
        </p:txBody>
      </p:sp>
      <p:sp>
        <p:nvSpPr>
          <p:cNvPr id="4" name="页脚占位符 3">
            <a:extLst>
              <a:ext uri="{FF2B5EF4-FFF2-40B4-BE49-F238E27FC236}">
                <a16:creationId xmlns:a16="http://schemas.microsoft.com/office/drawing/2014/main" id="{85D389E1-360E-49E0-86DC-8305CE5840B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E900652-905E-4422-90E4-3B62FEABE800}"/>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3750880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7981572-FBF2-4D06-89E8-6730107155E4}"/>
              </a:ext>
            </a:extLst>
          </p:cNvPr>
          <p:cNvSpPr>
            <a:spLocks noGrp="1"/>
          </p:cNvSpPr>
          <p:nvPr>
            <p:ph type="dt" sz="half" idx="10"/>
          </p:nvPr>
        </p:nvSpPr>
        <p:spPr/>
        <p:txBody>
          <a:bodyPr/>
          <a:lstStyle/>
          <a:p>
            <a:fld id="{7D2C770E-13AA-4A79-B8C8-2A18B65E8167}" type="datetimeFigureOut">
              <a:rPr lang="zh-CN" altLang="en-US" smtClean="0"/>
              <a:t>2026/5/20</a:t>
            </a:fld>
            <a:endParaRPr lang="zh-CN" altLang="en-US"/>
          </a:p>
        </p:txBody>
      </p:sp>
      <p:sp>
        <p:nvSpPr>
          <p:cNvPr id="3" name="页脚占位符 2">
            <a:extLst>
              <a:ext uri="{FF2B5EF4-FFF2-40B4-BE49-F238E27FC236}">
                <a16:creationId xmlns:a16="http://schemas.microsoft.com/office/drawing/2014/main" id="{CEF072BC-3A29-4796-B1BD-A979F37EAED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0B11085-D88C-4218-8CEE-2A4287B267B3}"/>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2551926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05408-8A77-4768-9930-1F05761E60A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CE138FA-53C8-40CD-AD47-955D8D23E0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5798EFE-50FC-41DA-BDEB-C9670A951E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EE4022-5219-471D-9806-6F12F5D235F1}"/>
              </a:ext>
            </a:extLst>
          </p:cNvPr>
          <p:cNvSpPr>
            <a:spLocks noGrp="1"/>
          </p:cNvSpPr>
          <p:nvPr>
            <p:ph type="dt" sz="half" idx="10"/>
          </p:nvPr>
        </p:nvSpPr>
        <p:spPr/>
        <p:txBody>
          <a:bodyPr/>
          <a:lstStyle/>
          <a:p>
            <a:fld id="{7D2C770E-13AA-4A79-B8C8-2A18B65E8167}" type="datetimeFigureOut">
              <a:rPr lang="zh-CN" altLang="en-US" smtClean="0"/>
              <a:t>2026/5/20</a:t>
            </a:fld>
            <a:endParaRPr lang="zh-CN" altLang="en-US"/>
          </a:p>
        </p:txBody>
      </p:sp>
      <p:sp>
        <p:nvSpPr>
          <p:cNvPr id="6" name="页脚占位符 5">
            <a:extLst>
              <a:ext uri="{FF2B5EF4-FFF2-40B4-BE49-F238E27FC236}">
                <a16:creationId xmlns:a16="http://schemas.microsoft.com/office/drawing/2014/main" id="{170749DC-8E95-4144-BCE9-7C9F79EE4F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8C1FB54-1A75-48EB-8374-823ED87E2754}"/>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2734633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615075-6615-45E8-B342-3794C3D47DF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729DD63-803E-4E6B-9A5C-B7BE665BCC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FA07730-824E-4A46-9360-79508547F5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B1F47B6-A53C-4424-9EBF-52A1019E3D97}"/>
              </a:ext>
            </a:extLst>
          </p:cNvPr>
          <p:cNvSpPr>
            <a:spLocks noGrp="1"/>
          </p:cNvSpPr>
          <p:nvPr>
            <p:ph type="dt" sz="half" idx="10"/>
          </p:nvPr>
        </p:nvSpPr>
        <p:spPr/>
        <p:txBody>
          <a:bodyPr/>
          <a:lstStyle/>
          <a:p>
            <a:fld id="{7D2C770E-13AA-4A79-B8C8-2A18B65E8167}" type="datetimeFigureOut">
              <a:rPr lang="zh-CN" altLang="en-US" smtClean="0"/>
              <a:t>2026/5/20</a:t>
            </a:fld>
            <a:endParaRPr lang="zh-CN" altLang="en-US"/>
          </a:p>
        </p:txBody>
      </p:sp>
      <p:sp>
        <p:nvSpPr>
          <p:cNvPr id="6" name="页脚占位符 5">
            <a:extLst>
              <a:ext uri="{FF2B5EF4-FFF2-40B4-BE49-F238E27FC236}">
                <a16:creationId xmlns:a16="http://schemas.microsoft.com/office/drawing/2014/main" id="{1D39D5AE-62E7-4635-84E1-AE23A73B2BC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D204097-1E85-40EE-AB41-23FFE6731AF1}"/>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1574749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14E124-7F74-44AE-AB96-9754D980E50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A4C6D48-4522-41DA-8DA2-BE3510D28AB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5367F0-E97A-43D0-9CA2-A95C963ED068}"/>
              </a:ext>
            </a:extLst>
          </p:cNvPr>
          <p:cNvSpPr>
            <a:spLocks noGrp="1"/>
          </p:cNvSpPr>
          <p:nvPr>
            <p:ph type="dt" sz="half" idx="10"/>
          </p:nvPr>
        </p:nvSpPr>
        <p:spPr/>
        <p:txBody>
          <a:bodyPr/>
          <a:lstStyle/>
          <a:p>
            <a:fld id="{7D2C770E-13AA-4A79-B8C8-2A18B65E8167}" type="datetimeFigureOut">
              <a:rPr lang="zh-CN" altLang="en-US" smtClean="0"/>
              <a:t>2026/5/20</a:t>
            </a:fld>
            <a:endParaRPr lang="zh-CN" altLang="en-US"/>
          </a:p>
        </p:txBody>
      </p:sp>
      <p:sp>
        <p:nvSpPr>
          <p:cNvPr id="5" name="页脚占位符 4">
            <a:extLst>
              <a:ext uri="{FF2B5EF4-FFF2-40B4-BE49-F238E27FC236}">
                <a16:creationId xmlns:a16="http://schemas.microsoft.com/office/drawing/2014/main" id="{917D4DF0-9DE0-472F-AD20-8CEAFE3225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4C30D02-A685-4974-8B7A-646563B9ADB3}"/>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532278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1AF38B-7522-4D3D-8784-A7664187421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98679BA-E2ED-482B-8BCC-9919AFED314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4173E1-1C86-401D-BEF9-2621A67697D2}"/>
              </a:ext>
            </a:extLst>
          </p:cNvPr>
          <p:cNvSpPr>
            <a:spLocks noGrp="1"/>
          </p:cNvSpPr>
          <p:nvPr>
            <p:ph type="dt" sz="half" idx="10"/>
          </p:nvPr>
        </p:nvSpPr>
        <p:spPr/>
        <p:txBody>
          <a:bodyPr/>
          <a:lstStyle/>
          <a:p>
            <a:fld id="{7D2C770E-13AA-4A79-B8C8-2A18B65E8167}" type="datetimeFigureOut">
              <a:rPr lang="zh-CN" altLang="en-US" smtClean="0"/>
              <a:t>2026/5/20</a:t>
            </a:fld>
            <a:endParaRPr lang="zh-CN" altLang="en-US"/>
          </a:p>
        </p:txBody>
      </p:sp>
      <p:sp>
        <p:nvSpPr>
          <p:cNvPr id="5" name="页脚占位符 4">
            <a:extLst>
              <a:ext uri="{FF2B5EF4-FFF2-40B4-BE49-F238E27FC236}">
                <a16:creationId xmlns:a16="http://schemas.microsoft.com/office/drawing/2014/main" id="{C752E938-4694-4306-9812-95C4206B878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9CB015-3BFD-4525-B690-EBE17A4C4B06}"/>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1885147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FA6324C-D2A9-479C-BC42-6F480DC007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0EAD3A1-DC82-4288-BDC9-0999D37AA8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F1670C0-9609-4F16-AB12-300D2031B6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C770E-13AA-4A79-B8C8-2A18B65E8167}" type="datetimeFigureOut">
              <a:rPr lang="zh-CN" altLang="en-US" smtClean="0"/>
              <a:t>2026/5/20</a:t>
            </a:fld>
            <a:endParaRPr lang="zh-CN" altLang="en-US"/>
          </a:p>
        </p:txBody>
      </p:sp>
      <p:sp>
        <p:nvSpPr>
          <p:cNvPr id="5" name="页脚占位符 4">
            <a:extLst>
              <a:ext uri="{FF2B5EF4-FFF2-40B4-BE49-F238E27FC236}">
                <a16:creationId xmlns:a16="http://schemas.microsoft.com/office/drawing/2014/main" id="{DA54369A-ADDC-4C94-AECC-2830F5539F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C774A69-3D58-4E0D-923D-8070BC8778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2765468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75A39D94-2217-4282-AA7F-1C1205073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663" y="4395515"/>
            <a:ext cx="3704252" cy="246248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9F061515-AF7C-4FA4-8D47-56C3796E6ACC}"/>
              </a:ext>
            </a:extLst>
          </p:cNvPr>
          <p:cNvSpPr txBox="1"/>
          <p:nvPr/>
        </p:nvSpPr>
        <p:spPr>
          <a:xfrm>
            <a:off x="897616" y="2462485"/>
            <a:ext cx="10430633" cy="1200329"/>
          </a:xfrm>
          <a:prstGeom prst="rect">
            <a:avLst/>
          </a:prstGeom>
          <a:noFill/>
        </p:spPr>
        <p:txBody>
          <a:bodyPr wrap="square" rtlCol="0">
            <a:spAutoFit/>
          </a:bodyPr>
          <a:lstStyle/>
          <a:p>
            <a:pPr algn="ctr"/>
            <a:r>
              <a:rPr lang="en-US" altLang="zh-CN"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K-Means</a:t>
            </a:r>
            <a:r>
              <a:rPr lang="zh-CN" altLang="en-US"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聚类算法</a:t>
            </a:r>
            <a:endParaRPr lang="en-US" altLang="zh-CN"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endParaRPr>
          </a:p>
          <a:p>
            <a:pPr algn="ctr"/>
            <a:r>
              <a:rPr lang="zh-CN" altLang="en-US"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及其在医学人工智能领域的应用</a:t>
            </a:r>
            <a:endParaRPr lang="en-US" altLang="zh-CN"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00E3F76F-DADD-4144-BAD1-96DF1503D27E}"/>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pic>
        <p:nvPicPr>
          <p:cNvPr id="8" name="图片 7">
            <a:extLst>
              <a:ext uri="{FF2B5EF4-FFF2-40B4-BE49-F238E27FC236}">
                <a16:creationId xmlns:a16="http://schemas.microsoft.com/office/drawing/2014/main" id="{7338F8CD-5CED-4A79-8F87-2A08F59C2C5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10">
            <a:extLst>
              <a:ext uri="{FF2B5EF4-FFF2-40B4-BE49-F238E27FC236}">
                <a16:creationId xmlns:a16="http://schemas.microsoft.com/office/drawing/2014/main" id="{FA26E635-BFF3-4C75-AE68-325A331DB7D0}"/>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1B71157F-88F8-4C3C-A592-CB30BB9724C0}"/>
              </a:ext>
            </a:extLst>
          </p:cNvPr>
          <p:cNvSpPr txBox="1"/>
          <p:nvPr/>
        </p:nvSpPr>
        <p:spPr>
          <a:xfrm>
            <a:off x="4445223" y="3970402"/>
            <a:ext cx="3451131" cy="954107"/>
          </a:xfrm>
          <a:prstGeom prst="rect">
            <a:avLst/>
          </a:prstGeom>
          <a:noFill/>
        </p:spPr>
        <p:txBody>
          <a:bodyPr wrap="square" rtlCol="0">
            <a:spAutoFit/>
          </a:bodyPr>
          <a:lstStyle/>
          <a:p>
            <a:pPr algn="ctr"/>
            <a:r>
              <a:rPr lang="zh-CN" altLang="en-US" sz="2800"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王保群</a:t>
            </a:r>
            <a:endParaRPr lang="en-US" altLang="zh-CN" sz="2800" dirty="0">
              <a:solidFill>
                <a:srgbClr val="274FA2"/>
              </a:solidFill>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2800"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2026.05.21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7">
            <a:extLst>
              <a:ext uri="{FF2B5EF4-FFF2-40B4-BE49-F238E27FC236}">
                <a16:creationId xmlns:a16="http://schemas.microsoft.com/office/drawing/2014/main" id="{665FC26F-6AFB-471B-939F-00FA84FCC06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21345A0D-B523-4567-8575-7A396846E8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031845D-5D1D-470D-91F6-38256B322756}"/>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D7DA4BBD-CE23-4A97-9E52-C288770EF236}"/>
              </a:ext>
            </a:extLst>
          </p:cNvPr>
          <p:cNvSpPr txBox="1"/>
          <p:nvPr/>
        </p:nvSpPr>
        <p:spPr>
          <a:xfrm>
            <a:off x="563033" y="380664"/>
            <a:ext cx="4866724"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从一个问题开始</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a:extLst>
              <a:ext uri="{FF2B5EF4-FFF2-40B4-BE49-F238E27FC236}">
                <a16:creationId xmlns:a16="http://schemas.microsoft.com/office/drawing/2014/main" id="{060AD184-B8B2-86E8-93CC-390AE9440B00}"/>
              </a:ext>
            </a:extLst>
          </p:cNvPr>
          <p:cNvSpPr txBox="1"/>
          <p:nvPr/>
        </p:nvSpPr>
        <p:spPr>
          <a:xfrm>
            <a:off x="563033" y="1016516"/>
            <a:ext cx="10917767" cy="4359848"/>
          </a:xfrm>
          <a:prstGeom prst="rect">
            <a:avLst/>
          </a:prstGeom>
          <a:noFill/>
        </p:spPr>
        <p:txBody>
          <a:bodyPr wrap="square" rtlCol="0">
            <a:spAutoFit/>
          </a:bodyPr>
          <a:lstStyle/>
          <a:p>
            <a:pPr>
              <a:lnSpc>
                <a:spcPct val="150000"/>
              </a:lnSpc>
            </a:pPr>
            <a:r>
              <a:rPr lang="zh-CN" altLang="en-US" sz="2400" b="1" dirty="0">
                <a:latin typeface="宋体" panose="02010600030101010101" pitchFamily="2" charset="-122"/>
                <a:ea typeface="宋体" panose="02010600030101010101" pitchFamily="2" charset="-122"/>
              </a:rPr>
              <a:t>如何自动发现数据中的“群体”？</a:t>
            </a:r>
            <a:endParaRPr lang="en-US" altLang="zh-CN" sz="24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现实中的场景：</a:t>
            </a:r>
            <a:endParaRPr lang="en-US" altLang="zh-CN" sz="2000" dirty="0">
              <a:latin typeface="宋体" panose="02010600030101010101" pitchFamily="2" charset="-122"/>
              <a:ea typeface="宋体" panose="02010600030101010101" pitchFamily="2" charset="-122"/>
            </a:endParaRPr>
          </a:p>
          <a:p>
            <a:pPr>
              <a:lnSpc>
                <a:spcPct val="150000"/>
              </a:lnSpc>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 某电商平台有</a:t>
            </a:r>
            <a:r>
              <a:rPr lang="en-US" altLang="zh-CN" sz="2000" dirty="0">
                <a:latin typeface="宋体" panose="02010600030101010101" pitchFamily="2" charset="-122"/>
                <a:ea typeface="宋体" panose="02010600030101010101" pitchFamily="2" charset="-122"/>
              </a:rPr>
              <a:t>100</a:t>
            </a:r>
            <a:r>
              <a:rPr lang="zh-CN" altLang="en-US" sz="2000" dirty="0">
                <a:latin typeface="宋体" panose="02010600030101010101" pitchFamily="2" charset="-122"/>
                <a:ea typeface="宋体" panose="02010600030101010101" pitchFamily="2" charset="-122"/>
              </a:rPr>
              <a:t>万用户，如何自动划分用户群体？</a:t>
            </a:r>
          </a:p>
          <a:p>
            <a:pPr>
              <a:lnSpc>
                <a:spcPct val="150000"/>
              </a:lnSpc>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 购物习惯相似的用户 → 归为同一类</a:t>
            </a:r>
            <a:endParaRPr lang="en-US" altLang="zh-CN" sz="2000" dirty="0">
              <a:latin typeface="宋体" panose="02010600030101010101" pitchFamily="2" charset="-122"/>
              <a:ea typeface="宋体" panose="02010600030101010101" pitchFamily="2" charset="-122"/>
            </a:endParaRPr>
          </a:p>
          <a:p>
            <a:pPr>
              <a:lnSpc>
                <a:spcPct val="150000"/>
              </a:lnSpc>
            </a:pPr>
            <a:r>
              <a:rPr lang="en-US" altLang="zh-CN" sz="2000" dirty="0">
                <a:latin typeface="宋体" panose="02010600030101010101" pitchFamily="2" charset="-122"/>
                <a:ea typeface="宋体" panose="02010600030101010101" pitchFamily="2" charset="-122"/>
              </a:rPr>
              <a:t>- ❓ </a:t>
            </a:r>
            <a:r>
              <a:rPr lang="zh-CN" altLang="en-US" sz="2000" dirty="0">
                <a:latin typeface="宋体" panose="02010600030101010101" pitchFamily="2" charset="-122"/>
                <a:ea typeface="宋体" panose="02010600030101010101" pitchFamily="2" charset="-122"/>
              </a:rPr>
              <a:t>但我们事先并不知道有哪些群体！</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核心问题：没有标签，如何分类呢？</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解决方法：引入 </a:t>
            </a:r>
            <a:r>
              <a:rPr lang="en-US" altLang="zh-CN" sz="2000" dirty="0">
                <a:latin typeface="宋体" panose="02010600030101010101" pitchFamily="2" charset="-122"/>
                <a:ea typeface="宋体" panose="02010600030101010101" pitchFamily="2" charset="-122"/>
              </a:rPr>
              <a:t>K-Means </a:t>
            </a:r>
            <a:r>
              <a:rPr lang="zh-CN" altLang="en-US" sz="2000" dirty="0">
                <a:latin typeface="宋体" panose="02010600030101010101" pitchFamily="2" charset="-122"/>
                <a:ea typeface="宋体" panose="02010600030101010101" pitchFamily="2" charset="-122"/>
              </a:rPr>
              <a:t>算法</a:t>
            </a:r>
          </a:p>
        </p:txBody>
      </p:sp>
    </p:spTree>
    <p:extLst>
      <p:ext uri="{BB962C8B-B14F-4D97-AF65-F5344CB8AC3E}">
        <p14:creationId xmlns:p14="http://schemas.microsoft.com/office/powerpoint/2010/main" val="3392350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EA271-456A-8CB2-E639-89ACD43EF9FC}"/>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D54160B6-8B06-F15E-6A8D-C96EEDB8988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3B07CD85-CB4E-2D50-A875-B920C9BE6504}"/>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2FE60A39-5BC0-6D9D-F3F0-E5848C16ABB2}"/>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68775D24-81A2-B292-1C20-DC8DBA72E904}"/>
              </a:ext>
            </a:extLst>
          </p:cNvPr>
          <p:cNvSpPr txBox="1"/>
          <p:nvPr/>
        </p:nvSpPr>
        <p:spPr>
          <a:xfrm>
            <a:off x="563033" y="372036"/>
            <a:ext cx="3847126"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K-Means</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算法简介</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90601244-783A-EE43-2771-A8D6AD1A6930}"/>
              </a:ext>
            </a:extLst>
          </p:cNvPr>
          <p:cNvSpPr txBox="1"/>
          <p:nvPr/>
        </p:nvSpPr>
        <p:spPr>
          <a:xfrm>
            <a:off x="522266" y="998679"/>
            <a:ext cx="11389254" cy="5098512"/>
          </a:xfrm>
          <a:prstGeom prst="rect">
            <a:avLst/>
          </a:prstGeom>
          <a:noFill/>
        </p:spPr>
        <p:txBody>
          <a:bodyPr wrap="square">
            <a:spAutoFit/>
          </a:bodyPr>
          <a:lstStyle/>
          <a:p>
            <a:pPr>
              <a:lnSpc>
                <a:spcPct val="150000"/>
              </a:lnSpc>
            </a:pPr>
            <a:r>
              <a:rPr lang="zh-CN" altLang="en-US" sz="2000" dirty="0">
                <a:latin typeface="宋体" panose="02010600030101010101" pitchFamily="2" charset="-122"/>
                <a:ea typeface="宋体" panose="02010600030101010101" pitchFamily="2" charset="-122"/>
              </a:rPr>
              <a:t>基于</a:t>
            </a:r>
            <a:r>
              <a:rPr lang="zh-CN" altLang="en-US" sz="2000" dirty="0">
                <a:solidFill>
                  <a:srgbClr val="FF0000"/>
                </a:solidFill>
                <a:latin typeface="宋体" panose="02010600030101010101" pitchFamily="2" charset="-122"/>
                <a:ea typeface="宋体" panose="02010600030101010101" pitchFamily="2" charset="-122"/>
              </a:rPr>
              <a:t>相似性</a:t>
            </a:r>
            <a:r>
              <a:rPr lang="zh-CN" altLang="en-US" sz="2000" dirty="0">
                <a:latin typeface="宋体" panose="02010600030101010101" pitchFamily="2" charset="-122"/>
                <a:ea typeface="宋体" panose="02010600030101010101" pitchFamily="2" charset="-122"/>
              </a:rPr>
              <a:t>度量，将相近的样本归为同一个子集，使得相同子集中各元素间差异性最小，而不同子集间的元素差异性最大，这就是（空间）聚类算法的本质。而 </a:t>
            </a:r>
            <a:r>
              <a:rPr lang="en-US" altLang="zh-CN" sz="2000" dirty="0">
                <a:solidFill>
                  <a:srgbClr val="FF0000"/>
                </a:solidFill>
                <a:latin typeface="宋体" panose="02010600030101010101" pitchFamily="2" charset="-122"/>
                <a:ea typeface="宋体" panose="02010600030101010101" pitchFamily="2" charset="-122"/>
              </a:rPr>
              <a:t>K-Means </a:t>
            </a:r>
            <a:r>
              <a:rPr lang="zh-CN" altLang="en-US" sz="2000" dirty="0">
                <a:latin typeface="宋体" panose="02010600030101010101" pitchFamily="2" charset="-122"/>
                <a:ea typeface="宋体" panose="02010600030101010101" pitchFamily="2" charset="-122"/>
              </a:rPr>
              <a:t>正是这样一种算法的代表。</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上个世纪</a:t>
            </a:r>
            <a:r>
              <a:rPr lang="en-US" altLang="zh-CN" sz="2000" dirty="0">
                <a:latin typeface="宋体" panose="02010600030101010101" pitchFamily="2" charset="-122"/>
                <a:ea typeface="宋体" panose="02010600030101010101" pitchFamily="2" charset="-122"/>
              </a:rPr>
              <a:t>50/60</a:t>
            </a:r>
            <a:r>
              <a:rPr lang="zh-CN" altLang="en-US" sz="2000" dirty="0">
                <a:latin typeface="宋体" panose="02010600030101010101" pitchFamily="2" charset="-122"/>
                <a:ea typeface="宋体" panose="02010600030101010101" pitchFamily="2" charset="-122"/>
              </a:rPr>
              <a:t>年代，</a:t>
            </a:r>
            <a:r>
              <a:rPr lang="en-US" altLang="zh-CN" sz="2000" dirty="0">
                <a:latin typeface="宋体" panose="02010600030101010101" pitchFamily="2" charset="-122"/>
                <a:ea typeface="宋体" panose="02010600030101010101" pitchFamily="2" charset="-122"/>
              </a:rPr>
              <a:t>K-Means</a:t>
            </a:r>
            <a:r>
              <a:rPr lang="zh-CN" altLang="en-US" sz="2000" dirty="0">
                <a:latin typeface="宋体" panose="02010600030101010101" pitchFamily="2" charset="-122"/>
                <a:ea typeface="宋体" panose="02010600030101010101" pitchFamily="2" charset="-122"/>
              </a:rPr>
              <a:t>聚类算法分别在几个不同的科学研究领域被独立地提出，直到</a:t>
            </a:r>
            <a:r>
              <a:rPr lang="en-US" altLang="zh-CN" sz="2000" dirty="0">
                <a:latin typeface="宋体" panose="02010600030101010101" pitchFamily="2" charset="-122"/>
                <a:ea typeface="宋体" panose="02010600030101010101" pitchFamily="2" charset="-122"/>
              </a:rPr>
              <a:t>1967</a:t>
            </a:r>
            <a:r>
              <a:rPr lang="zh-CN" altLang="en-US" sz="2000" dirty="0">
                <a:latin typeface="宋体" panose="02010600030101010101" pitchFamily="2" charset="-122"/>
                <a:ea typeface="宋体" panose="02010600030101010101" pitchFamily="2" charset="-122"/>
              </a:rPr>
              <a:t>年，教授</a:t>
            </a:r>
            <a:r>
              <a:rPr lang="en-US" altLang="zh-CN" sz="2000" dirty="0">
                <a:latin typeface="宋体" panose="02010600030101010101" pitchFamily="2" charset="-122"/>
                <a:ea typeface="宋体" panose="02010600030101010101" pitchFamily="2" charset="-122"/>
              </a:rPr>
              <a:t>James MacQueen</a:t>
            </a:r>
            <a:r>
              <a:rPr lang="zh-CN" altLang="en-US" sz="2000" dirty="0">
                <a:latin typeface="宋体" panose="02010600030101010101" pitchFamily="2" charset="-122"/>
                <a:ea typeface="宋体" panose="02010600030101010101" pitchFamily="2" charset="-122"/>
              </a:rPr>
              <a:t>在他的论文</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用于多变量观测分类和分析的一些方法</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中首次提出“</a:t>
            </a:r>
            <a:r>
              <a:rPr lang="en-US" altLang="zh-CN" sz="2000" dirty="0">
                <a:latin typeface="宋体" panose="02010600030101010101" pitchFamily="2" charset="-122"/>
                <a:ea typeface="宋体" panose="02010600030101010101" pitchFamily="2" charset="-122"/>
              </a:rPr>
              <a:t>K-Means”</a:t>
            </a:r>
            <a:r>
              <a:rPr lang="zh-CN" altLang="en-US" sz="2000" dirty="0">
                <a:latin typeface="宋体" panose="02010600030101010101" pitchFamily="2" charset="-122"/>
                <a:ea typeface="宋体" panose="02010600030101010101" pitchFamily="2" charset="-122"/>
              </a:rPr>
              <a:t>这一术语，至此该算法真正开始被推广和应用，并发展出大量不同的改进算法。</a:t>
            </a:r>
            <a:endParaRPr lang="en-US" altLang="zh-CN" sz="2000" dirty="0">
              <a:latin typeface="宋体" panose="02010600030101010101" pitchFamily="2" charset="-122"/>
              <a:ea typeface="宋体" panose="02010600030101010101" pitchFamily="2" charset="-122"/>
            </a:endParaRPr>
          </a:p>
          <a:p>
            <a:pPr>
              <a:lnSpc>
                <a:spcPct val="150000"/>
              </a:lnSpc>
            </a:pPr>
            <a:endParaRPr lang="zh-CN" altLang="en-US"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如今，</a:t>
            </a:r>
            <a:r>
              <a:rPr lang="en-US" altLang="zh-CN" sz="2000" dirty="0">
                <a:latin typeface="宋体" panose="02010600030101010101" pitchFamily="2" charset="-122"/>
                <a:ea typeface="宋体" panose="02010600030101010101" pitchFamily="2" charset="-122"/>
              </a:rPr>
              <a:t>K-Means</a:t>
            </a:r>
            <a:r>
              <a:rPr lang="zh-CN" altLang="en-US" sz="2000" dirty="0">
                <a:latin typeface="宋体" panose="02010600030101010101" pitchFamily="2" charset="-122"/>
                <a:ea typeface="宋体" panose="02010600030101010101" pitchFamily="2" charset="-122"/>
              </a:rPr>
              <a:t>聚类被提出已经超过</a:t>
            </a:r>
            <a:r>
              <a:rPr lang="en-US" altLang="zh-CN" sz="2000" dirty="0">
                <a:latin typeface="宋体" panose="02010600030101010101" pitchFamily="2" charset="-122"/>
                <a:ea typeface="宋体" panose="02010600030101010101" pitchFamily="2" charset="-122"/>
              </a:rPr>
              <a:t>50</a:t>
            </a:r>
            <a:r>
              <a:rPr lang="zh-CN" altLang="en-US" sz="2000" dirty="0">
                <a:latin typeface="宋体" panose="02010600030101010101" pitchFamily="2" charset="-122"/>
                <a:ea typeface="宋体" panose="02010600030101010101" pitchFamily="2" charset="-122"/>
              </a:rPr>
              <a:t>年，但仍然是应用最广泛、地位最核心的空间数据划分聚类方法之一。作为一种</a:t>
            </a:r>
            <a:r>
              <a:rPr lang="zh-CN" altLang="en-US" sz="2000" dirty="0">
                <a:solidFill>
                  <a:srgbClr val="FF0000"/>
                </a:solidFill>
                <a:latin typeface="宋体" panose="02010600030101010101" pitchFamily="2" charset="-122"/>
                <a:ea typeface="宋体" panose="02010600030101010101" pitchFamily="2" charset="-122"/>
              </a:rPr>
              <a:t>无监督算法</a:t>
            </a:r>
            <a:r>
              <a:rPr lang="zh-CN" altLang="en-US" sz="2000" dirty="0">
                <a:latin typeface="宋体" panose="02010600030101010101" pitchFamily="2" charset="-122"/>
                <a:ea typeface="宋体" panose="02010600030101010101" pitchFamily="2" charset="-122"/>
              </a:rPr>
              <a:t>，尽管无法判断结果对错，但是它将为我们研究对象群体的内部结构提供一些很好的切入点。</a:t>
            </a:r>
          </a:p>
          <a:p>
            <a:pPr>
              <a:lnSpc>
                <a:spcPct val="150000"/>
              </a:lnSpc>
            </a:pPr>
            <a:endParaRPr lang="en-US" altLang="zh-CN" sz="2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43470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53B43-0FDD-2E2C-E336-EFA5C78E5691}"/>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D23581C8-0A12-84D9-F735-0C66B7CE5A8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442F41BA-132F-563F-A695-7982526AC91D}"/>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DB33AC46-0428-AAD5-7CA7-2FA40C430284}"/>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3B6A63E6-88B6-ACE9-99FE-8D3841D87AEF}"/>
              </a:ext>
            </a:extLst>
          </p:cNvPr>
          <p:cNvSpPr txBox="1"/>
          <p:nvPr/>
        </p:nvSpPr>
        <p:spPr>
          <a:xfrm>
            <a:off x="563033" y="372036"/>
            <a:ext cx="3847126"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K-Means</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算法核心思想</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 name="图片 2">
            <a:extLst>
              <a:ext uri="{FF2B5EF4-FFF2-40B4-BE49-F238E27FC236}">
                <a16:creationId xmlns:a16="http://schemas.microsoft.com/office/drawing/2014/main" id="{2C7853BC-AB40-272B-E240-E0BE82C526B5}"/>
              </a:ext>
            </a:extLst>
          </p:cNvPr>
          <p:cNvPicPr>
            <a:picLocks noChangeAspect="1"/>
          </p:cNvPicPr>
          <p:nvPr/>
        </p:nvPicPr>
        <p:blipFill>
          <a:blip r:embed="rId4"/>
          <a:stretch>
            <a:fillRect/>
          </a:stretch>
        </p:blipFill>
        <p:spPr>
          <a:xfrm>
            <a:off x="3562337" y="3025036"/>
            <a:ext cx="5291006" cy="3622305"/>
          </a:xfrm>
          <a:prstGeom prst="rect">
            <a:avLst/>
          </a:prstGeom>
        </p:spPr>
      </p:pic>
      <p:sp>
        <p:nvSpPr>
          <p:cNvPr id="8" name="文本框 7">
            <a:extLst>
              <a:ext uri="{FF2B5EF4-FFF2-40B4-BE49-F238E27FC236}">
                <a16:creationId xmlns:a16="http://schemas.microsoft.com/office/drawing/2014/main" id="{4AE2FCAA-4793-50D7-6407-379EB267A530}"/>
              </a:ext>
            </a:extLst>
          </p:cNvPr>
          <p:cNvSpPr txBox="1"/>
          <p:nvPr/>
        </p:nvSpPr>
        <p:spPr>
          <a:xfrm>
            <a:off x="563032" y="463136"/>
            <a:ext cx="11628968" cy="2328523"/>
          </a:xfrm>
          <a:prstGeom prst="rect">
            <a:avLst/>
          </a:prstGeom>
          <a:noFill/>
        </p:spPr>
        <p:txBody>
          <a:bodyPr wrap="square">
            <a:spAutoFit/>
          </a:bodyPr>
          <a:lstStyle/>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簇（</a:t>
            </a:r>
            <a:r>
              <a:rPr lang="en-US" altLang="zh-CN" sz="2000" dirty="0">
                <a:latin typeface="宋体" panose="02010600030101010101" pitchFamily="2" charset="-122"/>
                <a:ea typeface="宋体" panose="02010600030101010101" pitchFamily="2" charset="-122"/>
              </a:rPr>
              <a:t>Cluster</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K-means </a:t>
            </a:r>
            <a:r>
              <a:rPr lang="zh-CN" altLang="en-US" sz="2000" dirty="0">
                <a:latin typeface="宋体" panose="02010600030101010101" pitchFamily="2" charset="-122"/>
                <a:ea typeface="宋体" panose="02010600030101010101" pitchFamily="2" charset="-122"/>
              </a:rPr>
              <a:t>通过最小化簇内距离的平方和，使得数据点在簇内聚集。一个簇是数据点的集合，这些点在某种意义上“彼此相似”。</a:t>
            </a:r>
            <a:endParaRPr lang="en-US" altLang="zh-CN" sz="2000" dirty="0">
              <a:latin typeface="宋体" panose="02010600030101010101" pitchFamily="2" charset="-122"/>
              <a:ea typeface="宋体" panose="02010600030101010101" pitchFamily="2" charset="-122"/>
            </a:endParaRPr>
          </a:p>
          <a:p>
            <a:pPr>
              <a:lnSpc>
                <a:spcPct val="150000"/>
              </a:lnSpc>
            </a:pP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簇中心（</a:t>
            </a:r>
            <a:r>
              <a:rPr lang="en-US" altLang="zh-CN" sz="2000" dirty="0">
                <a:latin typeface="宋体" panose="02010600030101010101" pitchFamily="2" charset="-122"/>
                <a:ea typeface="宋体" panose="02010600030101010101" pitchFamily="2" charset="-122"/>
              </a:rPr>
              <a:t>Centroid</a:t>
            </a:r>
            <a:r>
              <a:rPr lang="zh-CN" altLang="en-US" sz="2000" dirty="0">
                <a:latin typeface="宋体" panose="02010600030101010101" pitchFamily="2" charset="-122"/>
                <a:ea typeface="宋体" panose="02010600030101010101" pitchFamily="2" charset="-122"/>
              </a:rPr>
              <a:t>）：簇中心是簇中所有点的平均值，表示簇的中心位置。</a:t>
            </a:r>
            <a:endParaRPr lang="en-US" altLang="zh-CN" sz="2000" dirty="0">
              <a:latin typeface="宋体" panose="02010600030101010101" pitchFamily="2" charset="-122"/>
              <a:ea typeface="宋体" panose="02010600030101010101" pitchFamily="2" charset="-122"/>
            </a:endParaRPr>
          </a:p>
          <a:p>
            <a:pPr>
              <a:lnSpc>
                <a:spcPct val="150000"/>
              </a:lnSpc>
            </a:pPr>
            <a:r>
              <a:rPr lang="en-US" altLang="zh-CN" sz="2000" dirty="0">
                <a:latin typeface="宋体" panose="02010600030101010101" pitchFamily="2" charset="-122"/>
                <a:ea typeface="宋体" panose="02010600030101010101" pitchFamily="2" charset="-122"/>
              </a:rPr>
              <a:t>3.</a:t>
            </a:r>
            <a:r>
              <a:rPr lang="zh-CN" altLang="en-US" sz="2000" dirty="0">
                <a:latin typeface="宋体" panose="02010600030101010101" pitchFamily="2" charset="-122"/>
                <a:ea typeface="宋体" panose="02010600030101010101" pitchFamily="2" charset="-122"/>
              </a:rPr>
              <a:t>簇分配和更新：通过反复迭代，调整簇的分配，使得簇内数据点与质心的距离尽可能小，逐步收敛。</a:t>
            </a:r>
          </a:p>
        </p:txBody>
      </p:sp>
    </p:spTree>
    <p:extLst>
      <p:ext uri="{BB962C8B-B14F-4D97-AF65-F5344CB8AC3E}">
        <p14:creationId xmlns:p14="http://schemas.microsoft.com/office/powerpoint/2010/main" val="4224071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8DD3A-FC8E-8C06-7BD3-E522B6BE50FC}"/>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64DF07DD-7ED4-36BF-8EF4-D9C16E7A28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3CB33A63-82D7-E32B-49FC-F90479F513B4}"/>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CAB22428-0BD4-9F7E-ABB0-6AFA1DA06370}"/>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BBB2DE80-3B1B-189E-0E69-E2C2CA90F00C}"/>
              </a:ext>
            </a:extLst>
          </p:cNvPr>
          <p:cNvSpPr txBox="1"/>
          <p:nvPr/>
        </p:nvSpPr>
        <p:spPr>
          <a:xfrm>
            <a:off x="563033" y="338793"/>
            <a:ext cx="5267833"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K-Means</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算法步骤</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6BD49C92-736A-60E7-4324-2336C6689651}"/>
              </a:ext>
            </a:extLst>
          </p:cNvPr>
          <p:cNvSpPr txBox="1"/>
          <p:nvPr/>
        </p:nvSpPr>
        <p:spPr>
          <a:xfrm>
            <a:off x="529167" y="905957"/>
            <a:ext cx="11192934" cy="2543132"/>
          </a:xfrm>
          <a:prstGeom prst="rect">
            <a:avLst/>
          </a:prstGeom>
          <a:noFill/>
        </p:spPr>
        <p:txBody>
          <a:bodyPr wrap="square">
            <a:spAutoFit/>
          </a:bodyPr>
          <a:lstStyle/>
          <a:p>
            <a:pPr>
              <a:lnSpc>
                <a:spcPct val="150000"/>
              </a:lnSpc>
            </a:pPr>
            <a:r>
              <a:rPr lang="en-US" altLang="zh-CN" b="1" dirty="0">
                <a:latin typeface="宋体" panose="02010600030101010101" pitchFamily="2" charset="-122"/>
                <a:ea typeface="宋体" panose="02010600030101010101" pitchFamily="2" charset="-122"/>
              </a:rPr>
              <a:t>STEP 1</a:t>
            </a:r>
            <a:r>
              <a:rPr lang="zh-CN" altLang="en-US" dirty="0">
                <a:latin typeface="宋体" panose="02010600030101010101" pitchFamily="2" charset="-122"/>
                <a:ea typeface="宋体" panose="02010600030101010101" pitchFamily="2" charset="-122"/>
              </a:rPr>
              <a:t> 从</a:t>
            </a:r>
            <a:r>
              <a:rPr lang="en-US" altLang="zh-CN" dirty="0">
                <a:latin typeface="宋体" panose="02010600030101010101" pitchFamily="2" charset="-122"/>
                <a:ea typeface="宋体" panose="02010600030101010101" pitchFamily="2" charset="-122"/>
              </a:rPr>
              <a:t>N</a:t>
            </a:r>
            <a:r>
              <a:rPr lang="zh-CN" altLang="en-US" dirty="0">
                <a:latin typeface="宋体" panose="02010600030101010101" pitchFamily="2" charset="-122"/>
                <a:ea typeface="宋体" panose="02010600030101010101" pitchFamily="2" charset="-122"/>
              </a:rPr>
              <a:t>个样本数据中随机选取</a:t>
            </a:r>
            <a:r>
              <a:rPr lang="en-US" altLang="zh-CN" dirty="0">
                <a:latin typeface="宋体" panose="02010600030101010101" pitchFamily="2" charset="-122"/>
                <a:ea typeface="宋体" panose="02010600030101010101" pitchFamily="2" charset="-122"/>
              </a:rPr>
              <a:t>K</a:t>
            </a:r>
            <a:r>
              <a:rPr lang="zh-CN" altLang="en-US" dirty="0">
                <a:latin typeface="宋体" panose="02010600030101010101" pitchFamily="2" charset="-122"/>
                <a:ea typeface="宋体" panose="02010600030101010101" pitchFamily="2" charset="-122"/>
              </a:rPr>
              <a:t>个对象，作为初始的聚类中心；</a:t>
            </a:r>
          </a:p>
          <a:p>
            <a:pPr>
              <a:lnSpc>
                <a:spcPct val="150000"/>
              </a:lnSpc>
            </a:pPr>
            <a:r>
              <a:rPr lang="en-US" altLang="zh-CN" b="1" dirty="0">
                <a:latin typeface="宋体" panose="02010600030101010101" pitchFamily="2" charset="-122"/>
                <a:ea typeface="宋体" panose="02010600030101010101" pitchFamily="2" charset="-122"/>
              </a:rPr>
              <a:t>STEP 2</a:t>
            </a:r>
            <a:r>
              <a:rPr lang="zh-CN" altLang="en-US" dirty="0">
                <a:latin typeface="宋体" panose="02010600030101010101" pitchFamily="2" charset="-122"/>
                <a:ea typeface="宋体" panose="02010600030101010101" pitchFamily="2" charset="-122"/>
              </a:rPr>
              <a:t> 分别计算每个样本点到各个聚类中心的距离，并逐个分配到距离其最近的簇中；</a:t>
            </a:r>
          </a:p>
          <a:p>
            <a:pPr>
              <a:lnSpc>
                <a:spcPct val="150000"/>
              </a:lnSpc>
            </a:pPr>
            <a:r>
              <a:rPr lang="en-US" altLang="zh-CN" b="1" dirty="0">
                <a:latin typeface="宋体" panose="02010600030101010101" pitchFamily="2" charset="-122"/>
                <a:ea typeface="宋体" panose="02010600030101010101" pitchFamily="2" charset="-122"/>
              </a:rPr>
              <a:t>STEP 3</a:t>
            </a:r>
            <a:r>
              <a:rPr lang="zh-CN" altLang="en-US" dirty="0">
                <a:latin typeface="宋体" panose="02010600030101010101" pitchFamily="2" charset="-122"/>
                <a:ea typeface="宋体" panose="02010600030101010101" pitchFamily="2" charset="-122"/>
              </a:rPr>
              <a:t> 所有对象分配完成后，更新</a:t>
            </a:r>
            <a:r>
              <a:rPr lang="en-US" altLang="zh-CN" dirty="0">
                <a:latin typeface="宋体" panose="02010600030101010101" pitchFamily="2" charset="-122"/>
                <a:ea typeface="宋体" panose="02010600030101010101" pitchFamily="2" charset="-122"/>
              </a:rPr>
              <a:t>K</a:t>
            </a:r>
            <a:r>
              <a:rPr lang="zh-CN" altLang="en-US" dirty="0">
                <a:latin typeface="宋体" panose="02010600030101010101" pitchFamily="2" charset="-122"/>
                <a:ea typeface="宋体" panose="02010600030101010101" pitchFamily="2" charset="-122"/>
              </a:rPr>
              <a:t>个类中心位置，类中心定义为簇内所有对象在各个维度的均值；</a:t>
            </a:r>
          </a:p>
          <a:p>
            <a:pPr>
              <a:lnSpc>
                <a:spcPct val="150000"/>
              </a:lnSpc>
            </a:pPr>
            <a:r>
              <a:rPr lang="en-US" altLang="zh-CN" b="1" dirty="0">
                <a:latin typeface="宋体" panose="02010600030101010101" pitchFamily="2" charset="-122"/>
                <a:ea typeface="宋体" panose="02010600030101010101" pitchFamily="2" charset="-122"/>
              </a:rPr>
              <a:t>STEP 4</a:t>
            </a:r>
            <a:r>
              <a:rPr lang="zh-CN" altLang="en-US" dirty="0">
                <a:latin typeface="宋体" panose="02010600030101010101" pitchFamily="2" charset="-122"/>
                <a:ea typeface="宋体" panose="02010600030101010101" pitchFamily="2" charset="-122"/>
              </a:rPr>
              <a:t> 与前一次计算得到的</a:t>
            </a:r>
            <a:r>
              <a:rPr lang="en-US" altLang="zh-CN" dirty="0">
                <a:latin typeface="宋体" panose="02010600030101010101" pitchFamily="2" charset="-122"/>
                <a:ea typeface="宋体" panose="02010600030101010101" pitchFamily="2" charset="-122"/>
              </a:rPr>
              <a:t>K</a:t>
            </a:r>
            <a:r>
              <a:rPr lang="zh-CN" altLang="en-US" dirty="0">
                <a:latin typeface="宋体" panose="02010600030101010101" pitchFamily="2" charset="-122"/>
                <a:ea typeface="宋体" panose="02010600030101010101" pitchFamily="2" charset="-122"/>
              </a:rPr>
              <a:t>个聚类中心比较，如果聚类中心发生变化，转至步骤</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，否则转至步骤</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p>
          <a:p>
            <a:pPr>
              <a:lnSpc>
                <a:spcPct val="150000"/>
              </a:lnSpc>
            </a:pPr>
            <a:r>
              <a:rPr lang="en-US" altLang="zh-CN" b="1" dirty="0">
                <a:latin typeface="宋体" panose="02010600030101010101" pitchFamily="2" charset="-122"/>
                <a:ea typeface="宋体" panose="02010600030101010101" pitchFamily="2" charset="-122"/>
              </a:rPr>
              <a:t>STEP 5</a:t>
            </a:r>
            <a:r>
              <a:rPr lang="zh-CN" altLang="en-US" dirty="0">
                <a:latin typeface="宋体" panose="02010600030101010101" pitchFamily="2" charset="-122"/>
                <a:ea typeface="宋体" panose="02010600030101010101" pitchFamily="2" charset="-122"/>
              </a:rPr>
              <a:t> 当类中心不再发生变化，停止并输出聚类结果，然后整理我们所需要的信息，如各个样本所属的类等等，进行后续的统计和分析。</a:t>
            </a:r>
          </a:p>
        </p:txBody>
      </p:sp>
      <p:pic>
        <p:nvPicPr>
          <p:cNvPr id="3" name="图片 2">
            <a:extLst>
              <a:ext uri="{FF2B5EF4-FFF2-40B4-BE49-F238E27FC236}">
                <a16:creationId xmlns:a16="http://schemas.microsoft.com/office/drawing/2014/main" id="{77F29E1F-BB31-BE26-15D4-45CBB95A658E}"/>
              </a:ext>
            </a:extLst>
          </p:cNvPr>
          <p:cNvPicPr>
            <a:picLocks noChangeAspect="1"/>
          </p:cNvPicPr>
          <p:nvPr/>
        </p:nvPicPr>
        <p:blipFill>
          <a:blip r:embed="rId4"/>
          <a:stretch>
            <a:fillRect/>
          </a:stretch>
        </p:blipFill>
        <p:spPr>
          <a:xfrm>
            <a:off x="4014592" y="3232298"/>
            <a:ext cx="6342832" cy="3534177"/>
          </a:xfrm>
          <a:prstGeom prst="rect">
            <a:avLst/>
          </a:prstGeom>
        </p:spPr>
      </p:pic>
    </p:spTree>
    <p:extLst>
      <p:ext uri="{BB962C8B-B14F-4D97-AF65-F5344CB8AC3E}">
        <p14:creationId xmlns:p14="http://schemas.microsoft.com/office/powerpoint/2010/main" val="4152177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7">
            <a:extLst>
              <a:ext uri="{FF2B5EF4-FFF2-40B4-BE49-F238E27FC236}">
                <a16:creationId xmlns:a16="http://schemas.microsoft.com/office/drawing/2014/main" id="{665FC26F-6AFB-471B-939F-00FA84FCC06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21345A0D-B523-4567-8575-7A396846E8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031845D-5D1D-470D-91F6-38256B322756}"/>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D7DA4BBD-CE23-4A97-9E52-C288770EF236}"/>
              </a:ext>
            </a:extLst>
          </p:cNvPr>
          <p:cNvSpPr txBox="1"/>
          <p:nvPr/>
        </p:nvSpPr>
        <p:spPr>
          <a:xfrm>
            <a:off x="563033" y="338793"/>
            <a:ext cx="5267833"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优化分析与思考</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3BF0B285-E132-8C06-2BF4-B4349B541E01}"/>
              </a:ext>
            </a:extLst>
          </p:cNvPr>
          <p:cNvSpPr txBox="1"/>
          <p:nvPr/>
        </p:nvSpPr>
        <p:spPr>
          <a:xfrm>
            <a:off x="563033" y="885868"/>
            <a:ext cx="11574688" cy="3351367"/>
          </a:xfrm>
          <a:prstGeom prst="rect">
            <a:avLst/>
          </a:prstGeom>
          <a:noFill/>
        </p:spPr>
        <p:txBody>
          <a:bodyPr wrap="square">
            <a:spAutoFit/>
          </a:bodyPr>
          <a:lstStyle/>
          <a:p>
            <a:pPr>
              <a:lnSpc>
                <a:spcPct val="150000"/>
              </a:lnSpc>
            </a:pP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聚类个数 </a:t>
            </a:r>
            <a:r>
              <a:rPr lang="en-US" altLang="zh-CN" b="1" dirty="0">
                <a:latin typeface="宋体" panose="02010600030101010101" pitchFamily="2" charset="-122"/>
                <a:ea typeface="宋体" panose="02010600030101010101" pitchFamily="2" charset="-122"/>
              </a:rPr>
              <a:t>K </a:t>
            </a:r>
            <a:r>
              <a:rPr lang="zh-CN" altLang="en-US" b="1" dirty="0">
                <a:latin typeface="宋体" panose="02010600030101010101" pitchFamily="2" charset="-122"/>
                <a:ea typeface="宋体" panose="02010600030101010101" pitchFamily="2" charset="-122"/>
              </a:rPr>
              <a:t>的问题</a:t>
            </a:r>
          </a:p>
          <a:p>
            <a:pPr>
              <a:lnSpc>
                <a:spcPct val="150000"/>
              </a:lnSpc>
            </a:pPr>
            <a:r>
              <a:rPr lang="en-US" altLang="zh-CN" dirty="0">
                <a:latin typeface="宋体" panose="02010600030101010101" pitchFamily="2" charset="-122"/>
                <a:ea typeface="宋体" panose="02010600030101010101" pitchFamily="2" charset="-122"/>
              </a:rPr>
              <a:t>K</a:t>
            </a:r>
            <a:r>
              <a:rPr lang="zh-CN" altLang="en-US" dirty="0">
                <a:latin typeface="宋体" panose="02010600030101010101" pitchFamily="2" charset="-122"/>
                <a:ea typeface="宋体" panose="02010600030101010101" pitchFamily="2" charset="-122"/>
              </a:rPr>
              <a:t>值的选定通常是难以估计的，这在一定程度上影响和限制了</a:t>
            </a:r>
            <a:r>
              <a:rPr lang="en-US" altLang="zh-CN" dirty="0">
                <a:latin typeface="宋体" panose="02010600030101010101" pitchFamily="2" charset="-122"/>
                <a:ea typeface="宋体" panose="02010600030101010101" pitchFamily="2" charset="-122"/>
              </a:rPr>
              <a:t>K-Means</a:t>
            </a:r>
            <a:r>
              <a:rPr lang="zh-CN" altLang="en-US" dirty="0">
                <a:latin typeface="宋体" panose="02010600030101010101" pitchFamily="2" charset="-122"/>
                <a:ea typeface="宋体" panose="02010600030101010101" pitchFamily="2" charset="-122"/>
              </a:rPr>
              <a:t>的应用合理性。</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聚类的目标是使得每个样本点到距离其最近的聚类中心的总误差平方和（</a:t>
            </a:r>
            <a:r>
              <a:rPr lang="en-US" altLang="zh-CN" dirty="0">
                <a:latin typeface="宋体" panose="02010600030101010101" pitchFamily="2" charset="-122"/>
                <a:ea typeface="宋体" panose="02010600030101010101" pitchFamily="2" charset="-122"/>
              </a:rPr>
              <a:t>SSE</a:t>
            </a:r>
            <a:r>
              <a:rPr lang="zh-CN" altLang="en-US" dirty="0">
                <a:latin typeface="宋体" panose="02010600030101010101" pitchFamily="2" charset="-122"/>
                <a:ea typeface="宋体" panose="02010600030101010101" pitchFamily="2" charset="-122"/>
              </a:rPr>
              <a:t>）尽可能小。</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SSE</a:t>
            </a:r>
            <a:r>
              <a:rPr lang="zh-CN" altLang="en-US" dirty="0">
                <a:latin typeface="宋体" panose="02010600030101010101" pitchFamily="2" charset="-122"/>
                <a:ea typeface="宋体" panose="02010600030101010101" pitchFamily="2" charset="-122"/>
              </a:rPr>
              <a:t>的计算公式如下，</a:t>
            </a:r>
            <a:r>
              <a:rPr lang="en-US" altLang="zh-CN" dirty="0">
                <a:latin typeface="宋体" panose="02010600030101010101" pitchFamily="2" charset="-122"/>
                <a:ea typeface="宋体" panose="02010600030101010101" pitchFamily="2" charset="-122"/>
              </a:rPr>
              <a:t>k</a:t>
            </a:r>
            <a:r>
              <a:rPr lang="zh-CN" altLang="en-US" dirty="0">
                <a:latin typeface="宋体" panose="02010600030101010101" pitchFamily="2" charset="-122"/>
                <a:ea typeface="宋体" panose="02010600030101010101" pitchFamily="2" charset="-122"/>
              </a:rPr>
              <a:t>为簇的个数，</a:t>
            </a:r>
            <a:r>
              <a:rPr lang="en-US" altLang="zh-CN" dirty="0">
                <a:latin typeface="宋体" panose="02010600030101010101" pitchFamily="2" charset="-122"/>
                <a:ea typeface="宋体" panose="02010600030101010101" pitchFamily="2" charset="-122"/>
              </a:rPr>
              <a:t>d</a:t>
            </a:r>
            <a:r>
              <a:rPr lang="zh-CN" altLang="en-US" dirty="0">
                <a:latin typeface="宋体" panose="02010600030101010101" pitchFamily="2" charset="-122"/>
                <a:ea typeface="宋体" panose="02010600030101010101" pitchFamily="2" charset="-122"/>
              </a:rPr>
              <a:t>代表空间中的数据对象与聚类中心的欧氏距离。</a:t>
            </a:r>
            <a:endParaRPr lang="en-US" altLang="zh-CN" dirty="0">
              <a:latin typeface="宋体" panose="02010600030101010101" pitchFamily="2" charset="-122"/>
              <a:ea typeface="宋体" panose="02010600030101010101" pitchFamily="2" charset="-122"/>
            </a:endParaRPr>
          </a:p>
          <a:p>
            <a:pPr>
              <a:lnSpc>
                <a:spcPct val="150000"/>
              </a:lnSpc>
            </a:pPr>
            <a:endParaRPr lang="en-US" altLang="zh-CN" dirty="0">
              <a:latin typeface="宋体" panose="02010600030101010101" pitchFamily="2" charset="-122"/>
              <a:ea typeface="宋体" panose="02010600030101010101" pitchFamily="2" charset="-122"/>
            </a:endParaRPr>
          </a:p>
          <a:p>
            <a:pPr>
              <a:lnSpc>
                <a:spcPct val="150000"/>
              </a:lnSpc>
            </a:pPr>
            <a:endParaRPr lang="en-US" altLang="zh-CN" dirty="0">
              <a:latin typeface="宋体" panose="02010600030101010101" pitchFamily="2" charset="-122"/>
              <a:ea typeface="宋体" panose="02010600030101010101" pitchFamily="2" charset="-122"/>
            </a:endParaRPr>
          </a:p>
          <a:p>
            <a:pPr>
              <a:lnSpc>
                <a:spcPct val="150000"/>
              </a:lnSpc>
            </a:pPr>
            <a:r>
              <a:rPr lang="en-US" altLang="zh-CN" b="1" dirty="0">
                <a:latin typeface="宋体" panose="02010600030101010101" pitchFamily="2" charset="-122"/>
                <a:ea typeface="宋体" panose="02010600030101010101" pitchFamily="2" charset="-122"/>
              </a:rPr>
              <a:t>K</a:t>
            </a:r>
            <a:r>
              <a:rPr lang="zh-CN" altLang="en-US" b="1" dirty="0">
                <a:latin typeface="宋体" panose="02010600030101010101" pitchFamily="2" charset="-122"/>
                <a:ea typeface="宋体" panose="02010600030101010101" pitchFamily="2" charset="-122"/>
              </a:rPr>
              <a:t>值最大不应超过样本量的开平方根，即</a:t>
            </a:r>
            <a:r>
              <a:rPr lang="en-US" altLang="zh-CN" b="1" dirty="0" err="1">
                <a:latin typeface="宋体" panose="02010600030101010101" pitchFamily="2" charset="-122"/>
                <a:ea typeface="宋体" panose="02010600030101010101" pitchFamily="2" charset="-122"/>
              </a:rPr>
              <a:t>Kmax</a:t>
            </a:r>
            <a:r>
              <a:rPr lang="en-US" altLang="zh-CN" b="1" dirty="0">
                <a:latin typeface="宋体" panose="02010600030101010101" pitchFamily="2" charset="-122"/>
                <a:ea typeface="宋体" panose="02010600030101010101" pitchFamily="2" charset="-122"/>
              </a:rPr>
              <a:t>≤√N</a:t>
            </a:r>
            <a:r>
              <a:rPr lang="zh-CN" altLang="en-US" dirty="0">
                <a:latin typeface="宋体" panose="02010600030101010101" pitchFamily="2" charset="-122"/>
                <a:ea typeface="宋体" panose="02010600030101010101" pitchFamily="2" charset="-122"/>
              </a:rPr>
              <a:t>。而确定了范围后，最优</a:t>
            </a:r>
            <a:r>
              <a:rPr lang="en-US" altLang="zh-CN" dirty="0">
                <a:latin typeface="宋体" panose="02010600030101010101" pitchFamily="2" charset="-122"/>
                <a:ea typeface="宋体" panose="02010600030101010101" pitchFamily="2" charset="-122"/>
              </a:rPr>
              <a:t>K</a:t>
            </a:r>
            <a:r>
              <a:rPr lang="zh-CN" altLang="en-US" dirty="0">
                <a:latin typeface="宋体" panose="02010600030101010101" pitchFamily="2" charset="-122"/>
                <a:ea typeface="宋体" panose="02010600030101010101" pitchFamily="2" charset="-122"/>
              </a:rPr>
              <a:t>值又应该怎么判断？</a:t>
            </a:r>
            <a:endParaRPr lang="en-US" altLang="zh-CN" dirty="0">
              <a:latin typeface="宋体" panose="02010600030101010101" pitchFamily="2" charset="-122"/>
              <a:ea typeface="宋体" panose="02010600030101010101" pitchFamily="2" charset="-122"/>
            </a:endParaRPr>
          </a:p>
          <a:p>
            <a:pPr>
              <a:lnSpc>
                <a:spcPct val="150000"/>
              </a:lnSpc>
            </a:pPr>
            <a:endParaRPr lang="en-US" altLang="zh-CN"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7B2C44D2-57B0-CFA3-7563-E94E5B9786F6}"/>
              </a:ext>
            </a:extLst>
          </p:cNvPr>
          <p:cNvPicPr>
            <a:picLocks noChangeAspect="1"/>
          </p:cNvPicPr>
          <p:nvPr/>
        </p:nvPicPr>
        <p:blipFill>
          <a:blip r:embed="rId4"/>
          <a:stretch>
            <a:fillRect/>
          </a:stretch>
        </p:blipFill>
        <p:spPr>
          <a:xfrm>
            <a:off x="4950943" y="2577209"/>
            <a:ext cx="2323980" cy="747780"/>
          </a:xfrm>
          <a:prstGeom prst="rect">
            <a:avLst/>
          </a:prstGeom>
        </p:spPr>
      </p:pic>
      <p:sp>
        <p:nvSpPr>
          <p:cNvPr id="8" name="文本框 7">
            <a:extLst>
              <a:ext uri="{FF2B5EF4-FFF2-40B4-BE49-F238E27FC236}">
                <a16:creationId xmlns:a16="http://schemas.microsoft.com/office/drawing/2014/main" id="{A6C32AD4-3314-E383-871C-ABA2124E3A42}"/>
              </a:ext>
            </a:extLst>
          </p:cNvPr>
          <p:cNvSpPr txBox="1"/>
          <p:nvPr/>
        </p:nvSpPr>
        <p:spPr>
          <a:xfrm>
            <a:off x="563033" y="3932677"/>
            <a:ext cx="6097044" cy="252037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肘部法（</a:t>
            </a:r>
            <a:r>
              <a:rPr lang="en-US" altLang="zh-CN" dirty="0">
                <a:latin typeface="宋体" panose="02010600030101010101" pitchFamily="2" charset="-122"/>
                <a:ea typeface="宋体" panose="02010600030101010101" pitchFamily="2" charset="-122"/>
              </a:rPr>
              <a:t>Elbow Method</a:t>
            </a:r>
            <a:r>
              <a:rPr lang="zh-CN" altLang="en-US" dirty="0">
                <a:latin typeface="宋体" panose="02010600030101010101" pitchFamily="2" charset="-122"/>
                <a:ea typeface="宋体" panose="02010600030101010101" pitchFamily="2" charset="-122"/>
              </a:rPr>
              <a:t>）：绘制不同 </a:t>
            </a:r>
            <a:r>
              <a:rPr lang="en-US" altLang="zh-CN" dirty="0">
                <a:latin typeface="宋体" panose="02010600030101010101" pitchFamily="2" charset="-122"/>
                <a:ea typeface="宋体" panose="02010600030101010101" pitchFamily="2" charset="-122"/>
              </a:rPr>
              <a:t>K </a:t>
            </a:r>
            <a:r>
              <a:rPr lang="zh-CN" altLang="en-US" dirty="0">
                <a:latin typeface="宋体" panose="02010600030101010101" pitchFamily="2" charset="-122"/>
                <a:ea typeface="宋体" panose="02010600030101010101" pitchFamily="2" charset="-122"/>
              </a:rPr>
              <a:t>值下的 </a:t>
            </a:r>
            <a:r>
              <a:rPr lang="en-US" altLang="zh-CN" dirty="0">
                <a:latin typeface="宋体" panose="02010600030101010101" pitchFamily="2" charset="-122"/>
                <a:ea typeface="宋体" panose="02010600030101010101" pitchFamily="2" charset="-122"/>
              </a:rPr>
              <a:t>WCSS </a:t>
            </a:r>
            <a:r>
              <a:rPr lang="zh-CN" altLang="en-US" dirty="0">
                <a:latin typeface="宋体" panose="02010600030101010101" pitchFamily="2" charset="-122"/>
                <a:ea typeface="宋体" panose="02010600030101010101" pitchFamily="2" charset="-122"/>
              </a:rPr>
              <a:t>图，寻找“肘部”点作为最佳值。</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轮廓系数（</a:t>
            </a:r>
            <a:r>
              <a:rPr lang="en-US" altLang="zh-CN" dirty="0">
                <a:latin typeface="宋体" panose="02010600030101010101" pitchFamily="2" charset="-122"/>
                <a:ea typeface="宋体" panose="02010600030101010101" pitchFamily="2" charset="-122"/>
              </a:rPr>
              <a:t>Silhouette Coefficient</a:t>
            </a:r>
            <a:r>
              <a:rPr lang="zh-CN" altLang="en-US" dirty="0">
                <a:latin typeface="宋体" panose="02010600030101010101" pitchFamily="2" charset="-122"/>
                <a:ea typeface="宋体" panose="02010600030101010101" pitchFamily="2" charset="-122"/>
              </a:rPr>
              <a:t>）：衡量聚类结果的紧密度和分离度。轮廓系数越高，聚类效果越好。</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en-US" altLang="zh-CN" dirty="0" err="1">
                <a:latin typeface="宋体" panose="02010600030101010101" pitchFamily="2" charset="-122"/>
                <a:ea typeface="宋体" panose="02010600030101010101" pitchFamily="2" charset="-122"/>
              </a:rPr>
              <a:t>Calinski-Harabasz</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指数：衡量簇内的方差与簇间方差之比，值越大越好。</a:t>
            </a:r>
          </a:p>
        </p:txBody>
      </p:sp>
      <p:pic>
        <p:nvPicPr>
          <p:cNvPr id="10" name="图片 9">
            <a:extLst>
              <a:ext uri="{FF2B5EF4-FFF2-40B4-BE49-F238E27FC236}">
                <a16:creationId xmlns:a16="http://schemas.microsoft.com/office/drawing/2014/main" id="{D290BEEB-0243-DF97-AD37-239F3A4859C7}"/>
              </a:ext>
            </a:extLst>
          </p:cNvPr>
          <p:cNvPicPr>
            <a:picLocks noChangeAspect="1"/>
          </p:cNvPicPr>
          <p:nvPr/>
        </p:nvPicPr>
        <p:blipFill>
          <a:blip r:embed="rId5"/>
          <a:stretch>
            <a:fillRect/>
          </a:stretch>
        </p:blipFill>
        <p:spPr>
          <a:xfrm>
            <a:off x="7528926" y="3814175"/>
            <a:ext cx="4100041" cy="3043825"/>
          </a:xfrm>
          <a:prstGeom prst="rect">
            <a:avLst/>
          </a:prstGeom>
        </p:spPr>
      </p:pic>
    </p:spTree>
    <p:extLst>
      <p:ext uri="{BB962C8B-B14F-4D97-AF65-F5344CB8AC3E}">
        <p14:creationId xmlns:p14="http://schemas.microsoft.com/office/powerpoint/2010/main" val="3991085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11C0E-08A7-2452-B3F2-F722EC4BCAF8}"/>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14D1C39D-7B57-19CF-C700-D15B02F9575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798D633D-6825-F11A-1DC5-3A3D99A48FE5}"/>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DFB93987-5CF7-0B2E-2709-B6A3BE3A0732}"/>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D184975E-751E-6CAD-911B-536C6B980D9D}"/>
              </a:ext>
            </a:extLst>
          </p:cNvPr>
          <p:cNvSpPr txBox="1"/>
          <p:nvPr/>
        </p:nvSpPr>
        <p:spPr>
          <a:xfrm>
            <a:off x="563033" y="338793"/>
            <a:ext cx="5267833"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优化分析与思考</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07ADABD9-F229-0D73-0C49-1C178DB74B37}"/>
              </a:ext>
            </a:extLst>
          </p:cNvPr>
          <p:cNvSpPr txBox="1"/>
          <p:nvPr/>
        </p:nvSpPr>
        <p:spPr>
          <a:xfrm>
            <a:off x="563033" y="885868"/>
            <a:ext cx="11099800" cy="5428858"/>
          </a:xfrm>
          <a:prstGeom prst="rect">
            <a:avLst/>
          </a:prstGeom>
          <a:noFill/>
        </p:spPr>
        <p:txBody>
          <a:bodyPr wrap="square">
            <a:spAutoFit/>
          </a:bodyPr>
          <a:lstStyle/>
          <a:p>
            <a:pPr>
              <a:lnSpc>
                <a:spcPct val="150000"/>
              </a:lnSpc>
            </a:pP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初始聚类中心点问题</a:t>
            </a:r>
          </a:p>
          <a:p>
            <a:pPr>
              <a:lnSpc>
                <a:spcPct val="150000"/>
              </a:lnSpc>
            </a:pPr>
            <a:r>
              <a:rPr lang="en-US" altLang="zh-CN" dirty="0">
                <a:latin typeface="宋体" panose="02010600030101010101" pitchFamily="2" charset="-122"/>
                <a:ea typeface="宋体" panose="02010600030101010101" pitchFamily="2" charset="-122"/>
              </a:rPr>
              <a:t>K-Means</a:t>
            </a:r>
            <a:r>
              <a:rPr lang="zh-CN" altLang="en-US" dirty="0">
                <a:latin typeface="宋体" panose="02010600030101010101" pitchFamily="2" charset="-122"/>
                <a:ea typeface="宋体" panose="02010600030101010101" pitchFamily="2" charset="-122"/>
              </a:rPr>
              <a:t>对初始聚类中心的位置十分敏感，每次迭代，初始点的不同往往会导致不同的聚类结果。此外过于临近的初始中心点，有时还会导致模型的收敛时间变长（即</a:t>
            </a:r>
            <a:r>
              <a:rPr lang="en-US" altLang="zh-CN" dirty="0">
                <a:latin typeface="宋体" panose="02010600030101010101" pitchFamily="2" charset="-122"/>
                <a:ea typeface="宋体" panose="02010600030101010101" pitchFamily="2" charset="-122"/>
              </a:rPr>
              <a:t>Step4</a:t>
            </a:r>
            <a:r>
              <a:rPr lang="zh-CN" altLang="en-US" dirty="0">
                <a:latin typeface="宋体" panose="02010600030101010101" pitchFamily="2" charset="-122"/>
                <a:ea typeface="宋体" panose="02010600030101010101" pitchFamily="2" charset="-122"/>
              </a:rPr>
              <a:t>中迭代时间变长）。</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一种简单粗暴的解决方式是，选择不同的初始聚类中心，多次运行算法，挑出聚类效果更佳（</a:t>
            </a:r>
            <a:r>
              <a:rPr lang="en-US" altLang="zh-CN" dirty="0">
                <a:latin typeface="宋体" panose="02010600030101010101" pitchFamily="2" charset="-122"/>
                <a:ea typeface="宋体" panose="02010600030101010101" pitchFamily="2" charset="-122"/>
              </a:rPr>
              <a:t>SSE</a:t>
            </a:r>
            <a:r>
              <a:rPr lang="zh-CN" altLang="en-US" dirty="0">
                <a:latin typeface="宋体" panose="02010600030101010101" pitchFamily="2" charset="-122"/>
                <a:ea typeface="宋体" panose="02010600030101010101" pitchFamily="2" charset="-122"/>
              </a:rPr>
              <a:t>更小）、解释性更强的一组结果。</a:t>
            </a:r>
            <a:endParaRPr lang="en-US" altLang="zh-CN" dirty="0">
              <a:latin typeface="宋体" panose="02010600030101010101" pitchFamily="2" charset="-122"/>
              <a:ea typeface="宋体" panose="02010600030101010101" pitchFamily="2" charset="-122"/>
            </a:endParaRPr>
          </a:p>
          <a:p>
            <a:pPr>
              <a:lnSpc>
                <a:spcPct val="150000"/>
              </a:lnSpc>
            </a:pPr>
            <a:endParaRPr lang="en-US" altLang="zh-CN" dirty="0">
              <a:latin typeface="宋体" panose="02010600030101010101" pitchFamily="2" charset="-122"/>
              <a:ea typeface="宋体" panose="02010600030101010101" pitchFamily="2" charset="-122"/>
            </a:endParaRPr>
          </a:p>
          <a:p>
            <a:pPr>
              <a:lnSpc>
                <a:spcPct val="150000"/>
              </a:lnSpc>
            </a:pP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算法上的改进</a:t>
            </a:r>
          </a:p>
          <a:p>
            <a:pPr>
              <a:lnSpc>
                <a:spcPct val="150000"/>
              </a:lnSpc>
            </a:pPr>
            <a:r>
              <a:rPr lang="zh-CN" altLang="en-US" dirty="0">
                <a:latin typeface="宋体" panose="02010600030101010101" pitchFamily="2" charset="-122"/>
                <a:ea typeface="宋体" panose="02010600030101010101" pitchFamily="2" charset="-122"/>
              </a:rPr>
              <a:t>一种常见的优化方法是采用最大距离法，如：首先选取数据集中距离最大的两个点作为初始聚类中心，将剩余数据对象依据到聚类中心点距离的远近分配到相应的簇中，并更新聚类中心，然后继续寻找与聚类中心距离最远的点作为下一个中心点</a:t>
            </a:r>
            <a:r>
              <a:rPr lang="en-US" altLang="zh-CN" dirty="0">
                <a:latin typeface="宋体" panose="02010600030101010101" pitchFamily="2" charset="-122"/>
                <a:ea typeface="宋体" panose="02010600030101010101" pitchFamily="2" charset="-122"/>
              </a:rPr>
              <a:t>……</a:t>
            </a:r>
          </a:p>
          <a:p>
            <a:pPr>
              <a:lnSpc>
                <a:spcPct val="150000"/>
              </a:lnSpc>
            </a:pPr>
            <a:r>
              <a:rPr lang="zh-CN" altLang="en-US" dirty="0">
                <a:latin typeface="宋体" panose="02010600030101010101" pitchFamily="2" charset="-122"/>
                <a:ea typeface="宋体" panose="02010600030101010101" pitchFamily="2" charset="-122"/>
              </a:rPr>
              <a:t>与此类似地还有</a:t>
            </a:r>
            <a:r>
              <a:rPr lang="en-US" altLang="zh-CN" b="1" dirty="0">
                <a:latin typeface="宋体" panose="02010600030101010101" pitchFamily="2" charset="-122"/>
                <a:ea typeface="宋体" panose="02010600030101010101" pitchFamily="2" charset="-122"/>
              </a:rPr>
              <a:t>K-Means++</a:t>
            </a:r>
            <a:r>
              <a:rPr lang="zh-CN" altLang="en-US" dirty="0">
                <a:latin typeface="宋体" panose="02010600030101010101" pitchFamily="2" charset="-122"/>
                <a:ea typeface="宋体" panose="02010600030101010101" pitchFamily="2" charset="-122"/>
              </a:rPr>
              <a:t>，它是传统</a:t>
            </a:r>
            <a:r>
              <a:rPr lang="en-US" altLang="zh-CN" dirty="0">
                <a:latin typeface="宋体" panose="02010600030101010101" pitchFamily="2" charset="-122"/>
                <a:ea typeface="宋体" panose="02010600030101010101" pitchFamily="2" charset="-122"/>
              </a:rPr>
              <a:t>K-Means</a:t>
            </a:r>
            <a:r>
              <a:rPr lang="zh-CN" altLang="en-US" dirty="0">
                <a:latin typeface="宋体" panose="02010600030101010101" pitchFamily="2" charset="-122"/>
                <a:ea typeface="宋体" panose="02010600030101010101" pitchFamily="2" charset="-122"/>
              </a:rPr>
              <a:t>的改良版，同样是基于最大距离，这里结合加权概率的思想优化了对</a:t>
            </a:r>
            <a:r>
              <a:rPr lang="en-US" altLang="zh-CN" dirty="0">
                <a:latin typeface="宋体" panose="02010600030101010101" pitchFamily="2" charset="-122"/>
                <a:ea typeface="宋体" panose="02010600030101010101" pitchFamily="2" charset="-122"/>
              </a:rPr>
              <a:t>K</a:t>
            </a:r>
            <a:r>
              <a:rPr lang="zh-CN" altLang="en-US" dirty="0">
                <a:latin typeface="宋体" panose="02010600030101010101" pitchFamily="2" charset="-122"/>
                <a:ea typeface="宋体" panose="02010600030101010101" pitchFamily="2" charset="-122"/>
              </a:rPr>
              <a:t>个初始中心的选取，使得在选取第</a:t>
            </a:r>
            <a:r>
              <a:rPr lang="en-US" altLang="zh-CN" dirty="0">
                <a:latin typeface="宋体" panose="02010600030101010101" pitchFamily="2" charset="-122"/>
                <a:ea typeface="宋体" panose="02010600030101010101" pitchFamily="2" charset="-122"/>
              </a:rPr>
              <a:t>n+1(n+1&lt;k)</a:t>
            </a:r>
            <a:r>
              <a:rPr lang="zh-CN" altLang="en-US" dirty="0">
                <a:latin typeface="宋体" panose="02010600030101010101" pitchFamily="2" charset="-122"/>
                <a:ea typeface="宋体" panose="02010600030101010101" pitchFamily="2" charset="-122"/>
              </a:rPr>
              <a:t>个聚类中心时，距离当前</a:t>
            </a:r>
            <a:r>
              <a:rPr lang="en-US" altLang="zh-CN" dirty="0">
                <a:latin typeface="宋体" panose="02010600030101010101" pitchFamily="2" charset="-122"/>
                <a:ea typeface="宋体" panose="02010600030101010101" pitchFamily="2" charset="-122"/>
              </a:rPr>
              <a:t>n</a:t>
            </a:r>
            <a:r>
              <a:rPr lang="zh-CN" altLang="en-US" dirty="0">
                <a:latin typeface="宋体" panose="02010600030101010101" pitchFamily="2" charset="-122"/>
                <a:ea typeface="宋体" panose="02010600030101010101" pitchFamily="2" charset="-122"/>
              </a:rPr>
              <a:t>个聚类中心越远的点会有更高的概率被选为第</a:t>
            </a:r>
            <a:r>
              <a:rPr lang="en-US" altLang="zh-CN" dirty="0">
                <a:latin typeface="宋体" panose="02010600030101010101" pitchFamily="2" charset="-122"/>
                <a:ea typeface="宋体" panose="02010600030101010101" pitchFamily="2" charset="-122"/>
              </a:rPr>
              <a:t>n+1</a:t>
            </a:r>
            <a:r>
              <a:rPr lang="zh-CN" altLang="en-US" dirty="0">
                <a:latin typeface="宋体" panose="02010600030101010101" pitchFamily="2" charset="-122"/>
                <a:ea typeface="宋体" panose="02010600030101010101" pitchFamily="2" charset="-122"/>
              </a:rPr>
              <a:t>个聚类中心。</a:t>
            </a:r>
            <a:endParaRPr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316108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641B9-ABE0-66A5-B010-B907E5E36B0F}"/>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F97FF6EA-A462-E0C6-161B-079FFCA9AF1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389C8020-860E-6B0E-21EA-AFD9F4B7DE9A}"/>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E693A841-6630-42CE-6038-867BB31D74D0}"/>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8022F994-A81C-6EDC-DE05-809BD791BA97}"/>
              </a:ext>
            </a:extLst>
          </p:cNvPr>
          <p:cNvSpPr txBox="1"/>
          <p:nvPr/>
        </p:nvSpPr>
        <p:spPr>
          <a:xfrm>
            <a:off x="563033" y="338793"/>
            <a:ext cx="5267833"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K-Means</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算法的优缺点</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2393CD1A-DACF-CF01-7B00-794AB9C6D307}"/>
              </a:ext>
            </a:extLst>
          </p:cNvPr>
          <p:cNvSpPr txBox="1"/>
          <p:nvPr/>
        </p:nvSpPr>
        <p:spPr>
          <a:xfrm>
            <a:off x="563033" y="1062068"/>
            <a:ext cx="11099800" cy="4274696"/>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优点：</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简单高效：适合大规模数据</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处理大数据集时非常高效，具有良好的伸缩性。</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收敛速度快：在适合的初始中心选择下，</a:t>
            </a:r>
            <a:r>
              <a:rPr lang="en-US" altLang="zh-CN" dirty="0">
                <a:latin typeface="宋体" panose="02010600030101010101" pitchFamily="2" charset="-122"/>
                <a:ea typeface="宋体" panose="02010600030101010101" pitchFamily="2" charset="-122"/>
              </a:rPr>
              <a:t>K-means </a:t>
            </a:r>
            <a:r>
              <a:rPr lang="zh-CN" altLang="en-US" dirty="0">
                <a:latin typeface="宋体" panose="02010600030101010101" pitchFamily="2" charset="-122"/>
                <a:ea typeface="宋体" panose="02010600030101010101" pitchFamily="2" charset="-122"/>
              </a:rPr>
              <a:t>通常可以较快收敛。</a:t>
            </a:r>
            <a:endParaRPr lang="en-US" altLang="zh-CN"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缺点：</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对初始点敏感：初始簇中心的选择对最终结果影响较大。</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非凸形状簇</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球形簇</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K-means </a:t>
            </a:r>
            <a:r>
              <a:rPr lang="zh-CN" altLang="en-US" dirty="0">
                <a:latin typeface="宋体" panose="02010600030101010101" pitchFamily="2" charset="-122"/>
                <a:ea typeface="宋体" panose="02010600030101010101" pitchFamily="2" charset="-122"/>
              </a:rPr>
              <a:t>假设每个簇是凸形且大小相近，不适合发现非凸形状的簇或大小差异很大的簇</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如“月牙型”数据。</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对噪声敏感：离群点会影响簇的中心计算。</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局部最优：</a:t>
            </a:r>
            <a:r>
              <a:rPr lang="en-US" altLang="zh-CN" dirty="0">
                <a:latin typeface="宋体" panose="02010600030101010101" pitchFamily="2" charset="-122"/>
                <a:ea typeface="宋体" panose="02010600030101010101" pitchFamily="2" charset="-122"/>
              </a:rPr>
              <a:t>K-means</a:t>
            </a:r>
            <a:r>
              <a:rPr lang="zh-CN" altLang="en-US" dirty="0">
                <a:latin typeface="宋体" panose="02010600030101010101" pitchFamily="2" charset="-122"/>
                <a:ea typeface="宋体" panose="02010600030101010101" pitchFamily="2" charset="-122"/>
              </a:rPr>
              <a:t>不能保证全局最优，只能达到局部最优数据。</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种类限制：算法要求样本存在均值，限制了数据的种类。</a:t>
            </a:r>
          </a:p>
        </p:txBody>
      </p:sp>
    </p:spTree>
    <p:extLst>
      <p:ext uri="{BB962C8B-B14F-4D97-AF65-F5344CB8AC3E}">
        <p14:creationId xmlns:p14="http://schemas.microsoft.com/office/powerpoint/2010/main" val="2947527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827EA-2B2A-B372-562C-9AE3399FF015}"/>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243D5FE2-A6F7-070E-C43D-699F99F8E15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B2639F43-11CB-9ED5-C3F4-310275AEFC11}"/>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63AC12DC-8C33-E158-0767-334937811FEF}"/>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74079E49-B95F-1AC3-073F-6EF2186051E9}"/>
              </a:ext>
            </a:extLst>
          </p:cNvPr>
          <p:cNvSpPr txBox="1"/>
          <p:nvPr/>
        </p:nvSpPr>
        <p:spPr>
          <a:xfrm>
            <a:off x="478242" y="382737"/>
            <a:ext cx="10055518"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论文案例一</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D543464F-358B-D6A0-E30D-CAA4BE6ADDCA}"/>
              </a:ext>
            </a:extLst>
          </p:cNvPr>
          <p:cNvSpPr txBox="1"/>
          <p:nvPr/>
        </p:nvSpPr>
        <p:spPr>
          <a:xfrm>
            <a:off x="529166" y="936625"/>
            <a:ext cx="11458241" cy="5151860"/>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论文标题：</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K-Means Clustering and Classification of Breast Cancer Images Using Histogram of Oriented Gradients Features and Convolutional Neural Network Models(</a:t>
            </a:r>
            <a:r>
              <a:rPr lang="zh-CN" altLang="en-US" dirty="0">
                <a:latin typeface="宋体" panose="02010600030101010101" pitchFamily="2" charset="-122"/>
                <a:ea typeface="宋体" panose="02010600030101010101" pitchFamily="2" charset="-122"/>
              </a:rPr>
              <a:t>基于梯度直方图和卷积神经网络的乳腺癌图像</a:t>
            </a:r>
            <a:r>
              <a:rPr lang="en-US" altLang="zh-CN" dirty="0">
                <a:latin typeface="宋体" panose="02010600030101010101" pitchFamily="2" charset="-122"/>
                <a:ea typeface="宋体" panose="02010600030101010101" pitchFamily="2" charset="-122"/>
              </a:rPr>
              <a:t>K</a:t>
            </a:r>
            <a:r>
              <a:rPr lang="zh-CN" altLang="en-US" dirty="0">
                <a:latin typeface="宋体" panose="02010600030101010101" pitchFamily="2" charset="-122"/>
                <a:ea typeface="宋体" panose="02010600030101010101" pitchFamily="2" charset="-122"/>
              </a:rPr>
              <a:t>均值聚类与分类</a:t>
            </a:r>
            <a:r>
              <a:rPr lang="en-US" altLang="zh-CN"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背景：</a:t>
            </a:r>
            <a:endParaRPr lang="en-US" altLang="zh-CN" sz="20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乳腺癌是全球女性最常见恶性肿瘤，早期诊断可显著降低死亡率。</a:t>
            </a:r>
            <a:endParaRPr lang="en-US" altLang="zh-CN"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传统诊断依赖钼靶、活检与病理阅片，存在主观性强、易疲劳、误诊漏诊风险。</a:t>
            </a:r>
            <a:endParaRPr lang="en-US" altLang="zh-CN"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现有 </a:t>
            </a:r>
            <a:r>
              <a:rPr lang="en-US" altLang="zh-CN" dirty="0">
                <a:latin typeface="宋体" panose="02010600030101010101" pitchFamily="2" charset="-122"/>
                <a:ea typeface="宋体" panose="02010600030101010101" pitchFamily="2" charset="-122"/>
              </a:rPr>
              <a:t>AI </a:t>
            </a:r>
            <a:r>
              <a:rPr lang="zh-CN" altLang="en-US" dirty="0">
                <a:latin typeface="宋体" panose="02010600030101010101" pitchFamily="2" charset="-122"/>
                <a:ea typeface="宋体" panose="02010600030101010101" pitchFamily="2" charset="-122"/>
              </a:rPr>
              <a:t>模型多为纯监督学习，缺少无监督分析，数据结构可解释性不足。</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研究目标：</a:t>
            </a:r>
            <a:endParaRPr lang="en-US" altLang="zh-CN" sz="2000" b="1"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构建 </a:t>
            </a:r>
            <a:r>
              <a:rPr lang="en-US" altLang="zh-CN" dirty="0">
                <a:latin typeface="宋体" panose="02010600030101010101" pitchFamily="2" charset="-122"/>
                <a:ea typeface="宋体" panose="02010600030101010101" pitchFamily="2" charset="-122"/>
              </a:rPr>
              <a:t>K-Means </a:t>
            </a:r>
            <a:r>
              <a:rPr lang="zh-CN" altLang="en-US" dirty="0">
                <a:latin typeface="宋体" panose="02010600030101010101" pitchFamily="2" charset="-122"/>
                <a:ea typeface="宋体" panose="02010600030101010101" pitchFamily="2" charset="-122"/>
              </a:rPr>
              <a:t>无监督聚类 </a:t>
            </a:r>
            <a:r>
              <a:rPr lang="en-US" altLang="zh-CN" dirty="0">
                <a:latin typeface="宋体" panose="02010600030101010101" pitchFamily="2" charset="-122"/>
                <a:ea typeface="宋体" panose="02010600030101010101" pitchFamily="2" charset="-122"/>
              </a:rPr>
              <a:t>+ HOG </a:t>
            </a:r>
            <a:r>
              <a:rPr lang="zh-CN" altLang="en-US" dirty="0">
                <a:latin typeface="宋体" panose="02010600030101010101" pitchFamily="2" charset="-122"/>
                <a:ea typeface="宋体" panose="02010600030101010101" pitchFamily="2" charset="-122"/>
              </a:rPr>
              <a:t>特征提取 </a:t>
            </a:r>
            <a:r>
              <a:rPr lang="en-US" altLang="zh-CN" dirty="0">
                <a:latin typeface="宋体" panose="02010600030101010101" pitchFamily="2" charset="-122"/>
                <a:ea typeface="宋体" panose="02010600030101010101" pitchFamily="2" charset="-122"/>
              </a:rPr>
              <a:t>+ CNN </a:t>
            </a:r>
            <a:r>
              <a:rPr lang="zh-CN" altLang="en-US" dirty="0">
                <a:latin typeface="宋体" panose="02010600030101010101" pitchFamily="2" charset="-122"/>
                <a:ea typeface="宋体" panose="02010600030101010101" pitchFamily="2" charset="-122"/>
              </a:rPr>
              <a:t>分类的混合诊断框架。</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利用 </a:t>
            </a:r>
            <a:r>
              <a:rPr lang="en-US" altLang="zh-CN" dirty="0">
                <a:latin typeface="宋体" panose="02010600030101010101" pitchFamily="2" charset="-122"/>
                <a:ea typeface="宋体" panose="02010600030101010101" pitchFamily="2" charset="-122"/>
              </a:rPr>
              <a:t>K-Means </a:t>
            </a:r>
            <a:r>
              <a:rPr lang="zh-CN" altLang="en-US" dirty="0">
                <a:latin typeface="宋体" panose="02010600030101010101" pitchFamily="2" charset="-122"/>
                <a:ea typeface="宋体" panose="02010600030101010101" pitchFamily="2" charset="-122"/>
              </a:rPr>
              <a:t>挖掘乳腺病理图像天然聚类结构，提升模型可解释性。</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实现乳腺良</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恶性病理图像高精度自动分类，辅助临床诊断。</a:t>
            </a:r>
          </a:p>
        </p:txBody>
      </p:sp>
    </p:spTree>
    <p:extLst>
      <p:ext uri="{BB962C8B-B14F-4D97-AF65-F5344CB8AC3E}">
        <p14:creationId xmlns:p14="http://schemas.microsoft.com/office/powerpoint/2010/main" val="4054196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8A5A4-8D57-C542-7CCE-DE2DAE4B00EB}"/>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713AB5F0-4684-EEB0-38BE-E40EB0F2B18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0035AD40-CCC4-CE00-BCA8-10B216EB30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0D14A444-B470-9F46-2401-5D86FDDCFD5E}"/>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1165BC0D-BAC9-9D07-9157-FFE507A319C1}"/>
              </a:ext>
            </a:extLst>
          </p:cNvPr>
          <p:cNvSpPr txBox="1"/>
          <p:nvPr/>
        </p:nvSpPr>
        <p:spPr>
          <a:xfrm>
            <a:off x="478242" y="376099"/>
            <a:ext cx="9727099"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论文案例一</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2660EE72-41A7-D104-7D78-26961BC7C17D}"/>
              </a:ext>
            </a:extLst>
          </p:cNvPr>
          <p:cNvSpPr txBox="1"/>
          <p:nvPr/>
        </p:nvSpPr>
        <p:spPr>
          <a:xfrm>
            <a:off x="513480" y="899319"/>
            <a:ext cx="11421874" cy="5475025"/>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技术路线：</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数据集与预处理</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公开数据集：</a:t>
            </a:r>
            <a:r>
              <a:rPr lang="en-US" altLang="zh-CN" dirty="0">
                <a:latin typeface="宋体" panose="02010600030101010101" pitchFamily="2" charset="-122"/>
                <a:ea typeface="宋体" panose="02010600030101010101" pitchFamily="2" charset="-122"/>
              </a:rPr>
              <a:t>2788 </a:t>
            </a:r>
            <a:r>
              <a:rPr lang="zh-CN" altLang="en-US" dirty="0">
                <a:latin typeface="宋体" panose="02010600030101010101" pitchFamily="2" charset="-122"/>
                <a:ea typeface="宋体" panose="02010600030101010101" pitchFamily="2" charset="-122"/>
              </a:rPr>
              <a:t>张乳腺病理图像（良性 </a:t>
            </a:r>
            <a:r>
              <a:rPr lang="en-US" altLang="zh-CN" dirty="0">
                <a:latin typeface="宋体" panose="02010600030101010101" pitchFamily="2" charset="-122"/>
                <a:ea typeface="宋体" panose="02010600030101010101" pitchFamily="2" charset="-122"/>
              </a:rPr>
              <a:t>1480</a:t>
            </a:r>
            <a:r>
              <a:rPr lang="zh-CN" altLang="en-US" dirty="0">
                <a:latin typeface="宋体" panose="02010600030101010101" pitchFamily="2" charset="-122"/>
                <a:ea typeface="宋体" panose="02010600030101010101" pitchFamily="2" charset="-122"/>
              </a:rPr>
              <a:t>、恶性 </a:t>
            </a:r>
            <a:r>
              <a:rPr lang="en-US" altLang="zh-CN" dirty="0">
                <a:latin typeface="宋体" panose="02010600030101010101" pitchFamily="2" charset="-122"/>
                <a:ea typeface="宋体" panose="02010600030101010101" pitchFamily="2" charset="-122"/>
              </a:rPr>
              <a:t>1308</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统一尺寸 </a:t>
            </a:r>
            <a:r>
              <a:rPr lang="en-US" altLang="zh-CN" dirty="0">
                <a:latin typeface="宋体" panose="02010600030101010101" pitchFamily="2" charset="-122"/>
                <a:ea typeface="宋体" panose="02010600030101010101" pitchFamily="2" charset="-122"/>
              </a:rPr>
              <a:t>128×128</a:t>
            </a:r>
            <a:r>
              <a:rPr lang="zh-CN" altLang="en-US" dirty="0">
                <a:latin typeface="宋体" panose="02010600030101010101" pitchFamily="2" charset="-122"/>
                <a:ea typeface="宋体" panose="02010600030101010101" pitchFamily="2" charset="-122"/>
              </a:rPr>
              <a:t>、灰度化、高斯去噪、像素归一化 </a:t>
            </a:r>
            <a:r>
              <a:rPr lang="en-US" altLang="zh-CN" dirty="0">
                <a:latin typeface="宋体" panose="02010600030101010101" pitchFamily="2" charset="-122"/>
                <a:ea typeface="宋体" panose="02010600030101010101" pitchFamily="2" charset="-122"/>
              </a:rPr>
              <a:t>0–1</a:t>
            </a:r>
            <a:r>
              <a:rPr lang="zh-CN" altLang="en-US" dirty="0">
                <a:latin typeface="宋体" panose="02010600030101010101" pitchFamily="2" charset="-122"/>
                <a:ea typeface="宋体" panose="02010600030101010101" pitchFamily="2" charset="-122"/>
              </a:rPr>
              <a:t>、数据增强</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2.K-Means </a:t>
            </a:r>
            <a:r>
              <a:rPr lang="zh-CN" altLang="en-US" dirty="0">
                <a:latin typeface="宋体" panose="02010600030101010101" pitchFamily="2" charset="-122"/>
                <a:ea typeface="宋体" panose="02010600030101010101" pitchFamily="2" charset="-122"/>
              </a:rPr>
              <a:t>无监督聚类</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图像展平为一维特征向量，</a:t>
            </a:r>
            <a:r>
              <a:rPr lang="en-US" altLang="zh-CN" dirty="0">
                <a:latin typeface="宋体" panose="02010600030101010101" pitchFamily="2" charset="-122"/>
                <a:ea typeface="宋体" panose="02010600030101010101" pitchFamily="2" charset="-122"/>
              </a:rPr>
              <a:t>PCA </a:t>
            </a:r>
            <a:r>
              <a:rPr lang="zh-CN" altLang="en-US" dirty="0">
                <a:latin typeface="宋体" panose="02010600030101010101" pitchFamily="2" charset="-122"/>
                <a:ea typeface="宋体" panose="02010600030101010101" pitchFamily="2" charset="-122"/>
              </a:rPr>
              <a:t>降维至 </a:t>
            </a:r>
            <a:r>
              <a:rPr lang="en-US" altLang="zh-CN" dirty="0">
                <a:latin typeface="宋体" panose="02010600030101010101" pitchFamily="2" charset="-122"/>
                <a:ea typeface="宋体" panose="02010600030101010101" pitchFamily="2" charset="-122"/>
              </a:rPr>
              <a:t>2 </a:t>
            </a:r>
            <a:r>
              <a:rPr lang="zh-CN" altLang="en-US" dirty="0">
                <a:latin typeface="宋体" panose="02010600030101010101" pitchFamily="2" charset="-122"/>
                <a:ea typeface="宋体" panose="02010600030101010101" pitchFamily="2" charset="-122"/>
              </a:rPr>
              <a:t>维，降低计算量并可视化。</a:t>
            </a:r>
            <a:endParaRPr lang="en-US" altLang="zh-CN" dirty="0">
              <a:latin typeface="宋体" panose="02010600030101010101" pitchFamily="2" charset="-122"/>
              <a:ea typeface="宋体" panose="02010600030101010101" pitchFamily="2" charset="-122"/>
            </a:endParaRPr>
          </a:p>
          <a:p>
            <a:pPr>
              <a:lnSpc>
                <a:spcPct val="150000"/>
              </a:lnSpc>
            </a:pPr>
            <a:r>
              <a:rPr lang="en-US" altLang="zh-CN" b="1" dirty="0">
                <a:solidFill>
                  <a:srgbClr val="FF0000"/>
                </a:solidFill>
                <a:latin typeface="宋体" panose="02010600030101010101" pitchFamily="2" charset="-122"/>
                <a:ea typeface="宋体" panose="02010600030101010101" pitchFamily="2" charset="-122"/>
              </a:rPr>
              <a:t>K=2 </a:t>
            </a:r>
            <a:r>
              <a:rPr lang="zh-CN" altLang="en-US" b="1" dirty="0">
                <a:solidFill>
                  <a:srgbClr val="FF0000"/>
                </a:solidFill>
                <a:latin typeface="宋体" panose="02010600030101010101" pitchFamily="2" charset="-122"/>
                <a:ea typeface="宋体" panose="02010600030101010101" pitchFamily="2" charset="-122"/>
              </a:rPr>
              <a:t>聚类，区分良</a:t>
            </a:r>
            <a:r>
              <a:rPr lang="en-US" altLang="zh-CN" b="1" dirty="0">
                <a:solidFill>
                  <a:srgbClr val="FF0000"/>
                </a:solidFill>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恶性图像天然簇。</a:t>
            </a:r>
            <a:endParaRPr lang="en-US" altLang="zh-CN" b="1" dirty="0">
              <a:solidFill>
                <a:srgbClr val="FF0000"/>
              </a:solidFill>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3.HOG </a:t>
            </a:r>
            <a:r>
              <a:rPr lang="zh-CN" altLang="en-US" dirty="0">
                <a:latin typeface="宋体" panose="02010600030101010101" pitchFamily="2" charset="-122"/>
                <a:ea typeface="宋体" panose="02010600030101010101" pitchFamily="2" charset="-122"/>
              </a:rPr>
              <a:t>特征提取</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分块计算梯度与方向直方图，捕捉肿瘤边缘、纹理与形态关键特征。</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输出稳定特征向量供 </a:t>
            </a:r>
            <a:r>
              <a:rPr lang="en-US" altLang="zh-CN" dirty="0">
                <a:latin typeface="宋体" panose="02010600030101010101" pitchFamily="2" charset="-122"/>
                <a:ea typeface="宋体" panose="02010600030101010101" pitchFamily="2" charset="-122"/>
              </a:rPr>
              <a:t>CNN </a:t>
            </a:r>
            <a:r>
              <a:rPr lang="zh-CN" altLang="en-US" dirty="0">
                <a:latin typeface="宋体" panose="02010600030101010101" pitchFamily="2" charset="-122"/>
                <a:ea typeface="宋体" panose="02010600030101010101" pitchFamily="2" charset="-122"/>
              </a:rPr>
              <a:t>输入。</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4.CNN </a:t>
            </a:r>
            <a:r>
              <a:rPr lang="zh-CN" altLang="en-US" dirty="0">
                <a:latin typeface="宋体" panose="02010600030101010101" pitchFamily="2" charset="-122"/>
                <a:ea typeface="宋体" panose="02010600030101010101" pitchFamily="2" charset="-122"/>
              </a:rPr>
              <a:t>分类模型</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3 </a:t>
            </a:r>
            <a:r>
              <a:rPr lang="zh-CN" altLang="en-US" dirty="0">
                <a:latin typeface="宋体" panose="02010600030101010101" pitchFamily="2" charset="-122"/>
                <a:ea typeface="宋体" panose="02010600030101010101" pitchFamily="2" charset="-122"/>
              </a:rPr>
              <a:t>层卷积 </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池化、</a:t>
            </a:r>
            <a:r>
              <a:rPr lang="en-US" altLang="zh-CN" dirty="0">
                <a:latin typeface="宋体" panose="02010600030101010101" pitchFamily="2" charset="-122"/>
                <a:ea typeface="宋体" panose="02010600030101010101" pitchFamily="2" charset="-122"/>
              </a:rPr>
              <a:t>2 </a:t>
            </a:r>
            <a:r>
              <a:rPr lang="zh-CN" altLang="en-US" dirty="0">
                <a:latin typeface="宋体" panose="02010600030101010101" pitchFamily="2" charset="-122"/>
                <a:ea typeface="宋体" panose="02010600030101010101" pitchFamily="2" charset="-122"/>
              </a:rPr>
              <a:t>层全连接、</a:t>
            </a:r>
            <a:r>
              <a:rPr lang="en-US" altLang="zh-CN" dirty="0">
                <a:latin typeface="宋体" panose="02010600030101010101" pitchFamily="2" charset="-122"/>
                <a:ea typeface="宋体" panose="02010600030101010101" pitchFamily="2" charset="-122"/>
              </a:rPr>
              <a:t>Dropout </a:t>
            </a:r>
            <a:r>
              <a:rPr lang="zh-CN" altLang="en-US" dirty="0">
                <a:latin typeface="宋体" panose="02010600030101010101" pitchFamily="2" charset="-122"/>
                <a:ea typeface="宋体" panose="02010600030101010101" pitchFamily="2" charset="-122"/>
              </a:rPr>
              <a:t>防过拟合。</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Sigmoid </a:t>
            </a:r>
            <a:r>
              <a:rPr lang="zh-CN" altLang="en-US" dirty="0">
                <a:latin typeface="宋体" panose="02010600030101010101" pitchFamily="2" charset="-122"/>
                <a:ea typeface="宋体" panose="02010600030101010101" pitchFamily="2" charset="-122"/>
              </a:rPr>
              <a:t>输出二分类概率，</a:t>
            </a:r>
            <a:r>
              <a:rPr lang="en-US" altLang="zh-CN" dirty="0">
                <a:latin typeface="宋体" panose="02010600030101010101" pitchFamily="2" charset="-122"/>
                <a:ea typeface="宋体" panose="02010600030101010101" pitchFamily="2" charset="-122"/>
              </a:rPr>
              <a:t>Adam </a:t>
            </a:r>
            <a:r>
              <a:rPr lang="zh-CN" altLang="en-US" dirty="0">
                <a:latin typeface="宋体" panose="02010600030101010101" pitchFamily="2" charset="-122"/>
                <a:ea typeface="宋体" panose="02010600030101010101" pitchFamily="2" charset="-122"/>
              </a:rPr>
              <a:t>优化、二元交叉熵损失。</a:t>
            </a:r>
          </a:p>
        </p:txBody>
      </p:sp>
    </p:spTree>
    <p:extLst>
      <p:ext uri="{BB962C8B-B14F-4D97-AF65-F5344CB8AC3E}">
        <p14:creationId xmlns:p14="http://schemas.microsoft.com/office/powerpoint/2010/main" val="2717011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D77D6-1308-02AE-9FED-6AEC16CD9500}"/>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168B5E9B-C689-2AB5-E0C7-91D7FA93AD6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75C6120E-3C22-78CB-1A33-A37AC59A2C22}"/>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54F65445-C08D-8FE5-92DE-7693CF5B51C0}"/>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F9D866E1-9337-4E7B-6F92-2AFEC3304F5A}"/>
              </a:ext>
            </a:extLst>
          </p:cNvPr>
          <p:cNvSpPr txBox="1"/>
          <p:nvPr/>
        </p:nvSpPr>
        <p:spPr>
          <a:xfrm>
            <a:off x="478242" y="382737"/>
            <a:ext cx="10055518"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论文案例一</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5C9EADDC-E049-F7E7-3190-93CEA62F731A}"/>
              </a:ext>
            </a:extLst>
          </p:cNvPr>
          <p:cNvSpPr txBox="1"/>
          <p:nvPr/>
        </p:nvSpPr>
        <p:spPr>
          <a:xfrm>
            <a:off x="529167" y="936625"/>
            <a:ext cx="10923334" cy="5929508"/>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实验结果与核心结论</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1.K-Means </a:t>
            </a:r>
            <a:r>
              <a:rPr lang="zh-CN" altLang="en-US" dirty="0">
                <a:latin typeface="宋体" panose="02010600030101010101" pitchFamily="2" charset="-122"/>
                <a:ea typeface="宋体" panose="02010600030101010101" pitchFamily="2" charset="-122"/>
              </a:rPr>
              <a:t>聚类结果：</a:t>
            </a:r>
          </a:p>
          <a:p>
            <a:pPr>
              <a:lnSpc>
                <a:spcPct val="150000"/>
              </a:lnSpc>
            </a:pPr>
            <a:r>
              <a:rPr lang="en-US" altLang="zh-CN" dirty="0">
                <a:latin typeface="宋体" panose="02010600030101010101" pitchFamily="2" charset="-122"/>
                <a:ea typeface="宋体" panose="02010600030101010101" pitchFamily="2" charset="-122"/>
              </a:rPr>
              <a:t>PCA+K-Means</a:t>
            </a:r>
            <a:r>
              <a:rPr lang="zh-CN" altLang="en-US" dirty="0">
                <a:latin typeface="宋体" panose="02010600030101010101" pitchFamily="2" charset="-122"/>
                <a:ea typeface="宋体" panose="02010600030101010101" pitchFamily="2" charset="-122"/>
              </a:rPr>
              <a:t>呈现清晰可分的良</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恶性两簇</a:t>
            </a:r>
          </a:p>
          <a:p>
            <a:pPr>
              <a:lnSpc>
                <a:spcPct val="150000"/>
              </a:lnSpc>
            </a:pPr>
            <a:r>
              <a:rPr lang="zh-CN" altLang="en-US" dirty="0">
                <a:latin typeface="宋体" panose="02010600030101010101" pitchFamily="2" charset="-122"/>
                <a:ea typeface="宋体" panose="02010600030101010101" pitchFamily="2" charset="-122"/>
              </a:rPr>
              <a:t>验证图像在像素与纹理层面存在天然区分度</a:t>
            </a:r>
          </a:p>
          <a:p>
            <a:pPr>
              <a:lnSpc>
                <a:spcPct val="150000"/>
              </a:lnSpc>
            </a:pP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分类性能指标：</a:t>
            </a:r>
          </a:p>
          <a:p>
            <a:pPr>
              <a:lnSpc>
                <a:spcPct val="150000"/>
              </a:lnSpc>
            </a:pPr>
            <a:r>
              <a:rPr lang="zh-CN" altLang="en-US" dirty="0">
                <a:latin typeface="宋体" panose="02010600030101010101" pitchFamily="2" charset="-122"/>
                <a:ea typeface="宋体" panose="02010600030101010101" pitchFamily="2" charset="-122"/>
              </a:rPr>
              <a:t>总体准确率：</a:t>
            </a:r>
            <a:r>
              <a:rPr lang="en-US" altLang="zh-CN" dirty="0">
                <a:latin typeface="宋体" panose="02010600030101010101" pitchFamily="2" charset="-122"/>
                <a:ea typeface="宋体" panose="02010600030101010101" pitchFamily="2" charset="-122"/>
              </a:rPr>
              <a:t>98%</a:t>
            </a:r>
          </a:p>
          <a:p>
            <a:pPr>
              <a:lnSpc>
                <a:spcPct val="150000"/>
              </a:lnSpc>
            </a:pPr>
            <a:r>
              <a:rPr lang="zh-CN" altLang="en-US" dirty="0">
                <a:latin typeface="宋体" panose="02010600030101010101" pitchFamily="2" charset="-122"/>
                <a:ea typeface="宋体" panose="02010600030101010101" pitchFamily="2" charset="-122"/>
              </a:rPr>
              <a:t>精确率、召回率、</a:t>
            </a:r>
            <a:r>
              <a:rPr lang="en-US" altLang="zh-CN" dirty="0">
                <a:latin typeface="宋体" panose="02010600030101010101" pitchFamily="2" charset="-122"/>
                <a:ea typeface="宋体" panose="02010600030101010101" pitchFamily="2" charset="-122"/>
              </a:rPr>
              <a:t>F1-score </a:t>
            </a:r>
            <a:r>
              <a:rPr lang="zh-CN" altLang="en-US" dirty="0">
                <a:latin typeface="宋体" panose="02010600030101010101" pitchFamily="2" charset="-122"/>
                <a:ea typeface="宋体" panose="02010600030101010101" pitchFamily="2" charset="-122"/>
              </a:rPr>
              <a:t>均 ≥</a:t>
            </a:r>
            <a:r>
              <a:rPr lang="en-US" altLang="zh-CN" dirty="0">
                <a:latin typeface="宋体" panose="02010600030101010101" pitchFamily="2" charset="-122"/>
                <a:ea typeface="宋体" panose="02010600030101010101" pitchFamily="2" charset="-122"/>
              </a:rPr>
              <a:t>0.95</a:t>
            </a:r>
          </a:p>
          <a:p>
            <a:pPr>
              <a:lnSpc>
                <a:spcPct val="150000"/>
              </a:lnSpc>
            </a:pPr>
            <a:r>
              <a:rPr lang="zh-CN" altLang="en-US" dirty="0">
                <a:latin typeface="宋体" panose="02010600030101010101" pitchFamily="2" charset="-122"/>
                <a:ea typeface="宋体" panose="02010600030101010101" pitchFamily="2" charset="-122"/>
              </a:rPr>
              <a:t>训练与验证曲线稳定，无明显过拟合</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核心结论：</a:t>
            </a:r>
          </a:p>
          <a:p>
            <a:pPr>
              <a:lnSpc>
                <a:spcPct val="150000"/>
              </a:lnSpc>
            </a:pPr>
            <a:r>
              <a:rPr lang="en-US" altLang="zh-CN" dirty="0">
                <a:latin typeface="宋体" panose="02010600030101010101" pitchFamily="2" charset="-122"/>
                <a:ea typeface="宋体" panose="02010600030101010101" pitchFamily="2" charset="-122"/>
              </a:rPr>
              <a:t>K-Means </a:t>
            </a:r>
            <a:r>
              <a:rPr lang="zh-CN" altLang="en-US" dirty="0">
                <a:latin typeface="宋体" panose="02010600030101010101" pitchFamily="2" charset="-122"/>
                <a:ea typeface="宋体" panose="02010600030101010101" pitchFamily="2" charset="-122"/>
              </a:rPr>
              <a:t>可有效揭示数据内在结构，增强模型可解释性</a:t>
            </a:r>
          </a:p>
          <a:p>
            <a:pPr>
              <a:lnSpc>
                <a:spcPct val="150000"/>
              </a:lnSpc>
            </a:pPr>
            <a:r>
              <a:rPr lang="en-US" altLang="zh-CN" dirty="0">
                <a:latin typeface="宋体" panose="02010600030101010101" pitchFamily="2" charset="-122"/>
                <a:ea typeface="宋体" panose="02010600030101010101" pitchFamily="2" charset="-122"/>
              </a:rPr>
              <a:t>HOG+CNN </a:t>
            </a:r>
            <a:r>
              <a:rPr lang="zh-CN" altLang="en-US" dirty="0">
                <a:latin typeface="宋体" panose="02010600030101010101" pitchFamily="2" charset="-122"/>
                <a:ea typeface="宋体" panose="02010600030101010101" pitchFamily="2" charset="-122"/>
              </a:rPr>
              <a:t>显著提升病理图像特征表达与分类精度</a:t>
            </a:r>
          </a:p>
          <a:p>
            <a:pPr>
              <a:lnSpc>
                <a:spcPct val="150000"/>
              </a:lnSpc>
            </a:pPr>
            <a:r>
              <a:rPr lang="zh-CN" altLang="en-US" dirty="0">
                <a:latin typeface="宋体" panose="02010600030101010101" pitchFamily="2" charset="-122"/>
                <a:ea typeface="宋体" panose="02010600030101010101" pitchFamily="2" charset="-122"/>
              </a:rPr>
              <a:t>该混合框架可作为临床辅助诊断工具，提升阅片效率与一致性</a:t>
            </a:r>
          </a:p>
          <a:p>
            <a:pPr>
              <a:lnSpc>
                <a:spcPct val="150000"/>
              </a:lnSpc>
            </a:pPr>
            <a:endParaRPr lang="zh-CN" altLang="en-US"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p:txBody>
      </p:sp>
      <p:pic>
        <p:nvPicPr>
          <p:cNvPr id="2" name="图片 1">
            <a:extLst>
              <a:ext uri="{FF2B5EF4-FFF2-40B4-BE49-F238E27FC236}">
                <a16:creationId xmlns:a16="http://schemas.microsoft.com/office/drawing/2014/main" id="{63A21373-B838-0270-5E92-49A95A4F5CDD}"/>
              </a:ext>
            </a:extLst>
          </p:cNvPr>
          <p:cNvPicPr>
            <a:picLocks noChangeAspect="1"/>
          </p:cNvPicPr>
          <p:nvPr/>
        </p:nvPicPr>
        <p:blipFill>
          <a:blip r:embed="rId4"/>
          <a:stretch>
            <a:fillRect/>
          </a:stretch>
        </p:blipFill>
        <p:spPr>
          <a:xfrm>
            <a:off x="6389232" y="1415901"/>
            <a:ext cx="5705749" cy="4243534"/>
          </a:xfrm>
          <a:prstGeom prst="rect">
            <a:avLst/>
          </a:prstGeom>
        </p:spPr>
      </p:pic>
    </p:spTree>
    <p:extLst>
      <p:ext uri="{BB962C8B-B14F-4D97-AF65-F5344CB8AC3E}">
        <p14:creationId xmlns:p14="http://schemas.microsoft.com/office/powerpoint/2010/main" val="2507365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4678C-9822-99A7-E597-EE7EBEE0FBBE}"/>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26D12C2B-FF3B-8308-8505-2D2514B3593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776CB035-677D-EEFB-946D-0DB1E2D9E879}"/>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CBCB85C6-76F1-7FCC-2366-FD805240C268}"/>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26DF4391-6485-A992-8AB8-3D0D48CEFC58}"/>
              </a:ext>
            </a:extLst>
          </p:cNvPr>
          <p:cNvSpPr txBox="1"/>
          <p:nvPr/>
        </p:nvSpPr>
        <p:spPr>
          <a:xfrm>
            <a:off x="488978" y="397035"/>
            <a:ext cx="11173855"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论文案例二</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26F437A3-9259-493E-704C-2BAF5894B8B6}"/>
              </a:ext>
            </a:extLst>
          </p:cNvPr>
          <p:cNvSpPr txBox="1"/>
          <p:nvPr/>
        </p:nvSpPr>
        <p:spPr>
          <a:xfrm>
            <a:off x="529167" y="936625"/>
            <a:ext cx="11207721" cy="5283178"/>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论文标题：</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Application and comparison of K-means and PCA based segmentation models for Alzheimer disease detection using MRI(</a:t>
            </a:r>
            <a:r>
              <a:rPr lang="zh-CN" altLang="en-US" dirty="0">
                <a:latin typeface="宋体" panose="02010600030101010101" pitchFamily="2" charset="-122"/>
                <a:ea typeface="宋体" panose="02010600030101010101" pitchFamily="2" charset="-122"/>
              </a:rPr>
              <a:t>基于</a:t>
            </a:r>
            <a:r>
              <a:rPr lang="en-US" altLang="zh-CN" dirty="0">
                <a:latin typeface="宋体" panose="02010600030101010101" pitchFamily="2" charset="-122"/>
                <a:ea typeface="宋体" panose="02010600030101010101" pitchFamily="2" charset="-122"/>
              </a:rPr>
              <a:t>K-means</a:t>
            </a:r>
            <a:r>
              <a:rPr lang="zh-CN" altLang="en-US"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PCA</a:t>
            </a:r>
            <a:r>
              <a:rPr lang="zh-CN" altLang="en-US" dirty="0">
                <a:latin typeface="宋体" panose="02010600030101010101" pitchFamily="2" charset="-122"/>
                <a:ea typeface="宋体" panose="02010600030101010101" pitchFamily="2" charset="-122"/>
              </a:rPr>
              <a:t>的分割模型在阿尔茨海默病</a:t>
            </a:r>
            <a:r>
              <a:rPr lang="en-US" altLang="zh-CN" dirty="0">
                <a:latin typeface="宋体" panose="02010600030101010101" pitchFamily="2" charset="-122"/>
                <a:ea typeface="宋体" panose="02010600030101010101" pitchFamily="2" charset="-122"/>
              </a:rPr>
              <a:t>MRI</a:t>
            </a:r>
            <a:r>
              <a:rPr lang="zh-CN" altLang="en-US" dirty="0">
                <a:latin typeface="宋体" panose="02010600030101010101" pitchFamily="2" charset="-122"/>
                <a:ea typeface="宋体" panose="02010600030101010101" pitchFamily="2" charset="-122"/>
              </a:rPr>
              <a:t>检测中的应用与比较</a:t>
            </a:r>
            <a:r>
              <a:rPr lang="en-US" altLang="zh-CN"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研究背景：</a:t>
            </a:r>
            <a:endParaRPr lang="en-US" altLang="zh-CN" sz="20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阿尔茨海默病（</a:t>
            </a:r>
            <a:r>
              <a:rPr lang="en-US" altLang="zh-CN" dirty="0">
                <a:latin typeface="宋体" panose="02010600030101010101" pitchFamily="2" charset="-122"/>
                <a:ea typeface="宋体" panose="02010600030101010101" pitchFamily="2" charset="-122"/>
              </a:rPr>
              <a:t>AD</a:t>
            </a:r>
            <a:r>
              <a:rPr lang="zh-CN" altLang="en-US" dirty="0">
                <a:latin typeface="宋体" panose="02010600030101010101" pitchFamily="2" charset="-122"/>
                <a:ea typeface="宋体" panose="02010600030101010101" pitchFamily="2" charset="-122"/>
              </a:rPr>
              <a:t>）是最常见的神经退行性痴呆，占痴呆病例 </a:t>
            </a:r>
            <a:r>
              <a:rPr lang="en-US" altLang="zh-CN" dirty="0">
                <a:latin typeface="宋体" panose="02010600030101010101" pitchFamily="2" charset="-122"/>
                <a:ea typeface="宋体" panose="02010600030101010101" pitchFamily="2" charset="-122"/>
              </a:rPr>
              <a:t>60%–70%</a:t>
            </a:r>
            <a:r>
              <a:rPr lang="zh-CN" altLang="en-US" dirty="0">
                <a:latin typeface="宋体" panose="02010600030101010101" pitchFamily="2" charset="-122"/>
                <a:ea typeface="宋体" panose="02010600030101010101" pitchFamily="2" charset="-122"/>
              </a:rPr>
              <a:t>，早期诊断是干预关键</a:t>
            </a:r>
            <a:endParaRPr lang="en-US" altLang="zh-CN"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患者脑灰质萎缩、白质病变，</a:t>
            </a:r>
            <a:r>
              <a:rPr lang="en-US" altLang="zh-CN" dirty="0">
                <a:latin typeface="宋体" panose="02010600030101010101" pitchFamily="2" charset="-122"/>
                <a:ea typeface="宋体" panose="02010600030101010101" pitchFamily="2" charset="-122"/>
              </a:rPr>
              <a:t>MRI </a:t>
            </a:r>
            <a:r>
              <a:rPr lang="zh-CN" altLang="en-US" dirty="0">
                <a:latin typeface="宋体" panose="02010600030101010101" pitchFamily="2" charset="-122"/>
                <a:ea typeface="宋体" panose="02010600030101010101" pitchFamily="2" charset="-122"/>
              </a:rPr>
              <a:t>可无创显示脑组织结构改变</a:t>
            </a:r>
            <a:endParaRPr lang="en-US" altLang="zh-CN"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传统 </a:t>
            </a:r>
            <a:r>
              <a:rPr lang="en-US" altLang="zh-CN" dirty="0">
                <a:latin typeface="宋体" panose="02010600030101010101" pitchFamily="2" charset="-122"/>
                <a:ea typeface="宋体" panose="02010600030101010101" pitchFamily="2" charset="-122"/>
              </a:rPr>
              <a:t>MRI </a:t>
            </a:r>
            <a:r>
              <a:rPr lang="zh-CN" altLang="en-US" dirty="0">
                <a:latin typeface="宋体" panose="02010600030101010101" pitchFamily="2" charset="-122"/>
                <a:ea typeface="宋体" panose="02010600030101010101" pitchFamily="2" charset="-122"/>
              </a:rPr>
              <a:t>诊断依赖人工判读，主观性强、效率低、早期 </a:t>
            </a:r>
            <a:r>
              <a:rPr lang="en-US" altLang="zh-CN" dirty="0">
                <a:latin typeface="宋体" panose="02010600030101010101" pitchFamily="2" charset="-122"/>
                <a:ea typeface="宋体" panose="02010600030101010101" pitchFamily="2" charset="-122"/>
              </a:rPr>
              <a:t>MCI </a:t>
            </a:r>
            <a:r>
              <a:rPr lang="zh-CN" altLang="en-US" dirty="0">
                <a:latin typeface="宋体" panose="02010600030101010101" pitchFamily="2" charset="-122"/>
                <a:ea typeface="宋体" panose="02010600030101010101" pitchFamily="2" charset="-122"/>
              </a:rPr>
              <a:t>阶段易漏诊</a:t>
            </a:r>
            <a:endParaRPr lang="en-US" altLang="zh-CN"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现有 </a:t>
            </a:r>
            <a:r>
              <a:rPr lang="en-US" altLang="zh-CN" dirty="0">
                <a:latin typeface="宋体" panose="02010600030101010101" pitchFamily="2" charset="-122"/>
                <a:ea typeface="宋体" panose="02010600030101010101" pitchFamily="2" charset="-122"/>
              </a:rPr>
              <a:t>AI </a:t>
            </a:r>
            <a:r>
              <a:rPr lang="zh-CN" altLang="en-US" dirty="0">
                <a:latin typeface="宋体" panose="02010600030101010101" pitchFamily="2" charset="-122"/>
                <a:ea typeface="宋体" panose="02010600030101010101" pitchFamily="2" charset="-122"/>
              </a:rPr>
              <a:t>模型存在精度不足、计算耗时、特征提取不精准等问题</a:t>
            </a:r>
            <a:endParaRPr lang="en-US" altLang="zh-CN" b="1"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研究目标：</a:t>
            </a:r>
            <a:endParaRPr lang="en-US" altLang="zh-CN" sz="20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对比</a:t>
            </a:r>
            <a:r>
              <a:rPr lang="en-US" altLang="zh-CN" dirty="0">
                <a:latin typeface="宋体" panose="02010600030101010101" pitchFamily="2" charset="-122"/>
                <a:ea typeface="宋体" panose="02010600030101010101" pitchFamily="2" charset="-122"/>
              </a:rPr>
              <a:t>K-Means </a:t>
            </a:r>
            <a:r>
              <a:rPr lang="zh-CN" altLang="en-US" dirty="0">
                <a:latin typeface="宋体" panose="02010600030101010101" pitchFamily="2" charset="-122"/>
                <a:ea typeface="宋体" panose="02010600030101010101" pitchFamily="2" charset="-122"/>
              </a:rPr>
              <a:t>聚类与</a:t>
            </a:r>
            <a:r>
              <a:rPr lang="en-US" altLang="zh-CN" dirty="0">
                <a:latin typeface="宋体" panose="02010600030101010101" pitchFamily="2" charset="-122"/>
                <a:ea typeface="宋体" panose="02010600030101010101" pitchFamily="2" charset="-122"/>
              </a:rPr>
              <a:t>PCA </a:t>
            </a:r>
            <a:r>
              <a:rPr lang="zh-CN" altLang="en-US" dirty="0">
                <a:latin typeface="宋体" panose="02010600030101010101" pitchFamily="2" charset="-122"/>
                <a:ea typeface="宋体" panose="02010600030101010101" pitchFamily="2" charset="-122"/>
              </a:rPr>
              <a:t>降维两种方法在脑 </a:t>
            </a:r>
            <a:r>
              <a:rPr lang="en-US" altLang="zh-CN" dirty="0">
                <a:latin typeface="宋体" panose="02010600030101010101" pitchFamily="2" charset="-122"/>
                <a:ea typeface="宋体" panose="02010600030101010101" pitchFamily="2" charset="-122"/>
              </a:rPr>
              <a:t>MRI </a:t>
            </a:r>
            <a:r>
              <a:rPr lang="zh-CN" altLang="en-US" dirty="0">
                <a:latin typeface="宋体" panose="02010600030101010101" pitchFamily="2" charset="-122"/>
                <a:ea typeface="宋体" panose="02010600030101010101" pitchFamily="2" charset="-122"/>
              </a:rPr>
              <a:t>分割中的效果</a:t>
            </a:r>
            <a:endParaRPr lang="en-US" altLang="zh-CN"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构建</a:t>
            </a:r>
            <a:r>
              <a:rPr lang="en-US" altLang="zh-CN" dirty="0" err="1">
                <a:latin typeface="宋体" panose="02010600030101010101" pitchFamily="2" charset="-122"/>
                <a:ea typeface="宋体" panose="02010600030101010101" pitchFamily="2" charset="-122"/>
              </a:rPr>
              <a:t>K-Means+CNN</a:t>
            </a:r>
            <a:r>
              <a:rPr lang="zh-CN" altLang="en-US" dirty="0">
                <a:latin typeface="宋体" panose="02010600030101010101" pitchFamily="2" charset="-122"/>
                <a:ea typeface="宋体" panose="02010600030101010101" pitchFamily="2" charset="-122"/>
              </a:rPr>
              <a:t>与</a:t>
            </a:r>
            <a:r>
              <a:rPr lang="en-US" altLang="zh-CN" dirty="0">
                <a:latin typeface="宋体" panose="02010600030101010101" pitchFamily="2" charset="-122"/>
                <a:ea typeface="宋体" panose="02010600030101010101" pitchFamily="2" charset="-122"/>
              </a:rPr>
              <a:t>PCA+MLP</a:t>
            </a:r>
            <a:r>
              <a:rPr lang="zh-CN" altLang="en-US" dirty="0">
                <a:latin typeface="宋体" panose="02010600030101010101" pitchFamily="2" charset="-122"/>
                <a:ea typeface="宋体" panose="02010600030101010101" pitchFamily="2" charset="-122"/>
              </a:rPr>
              <a:t>两种 </a:t>
            </a:r>
            <a:r>
              <a:rPr lang="en-US" altLang="zh-CN" dirty="0">
                <a:latin typeface="宋体" panose="02010600030101010101" pitchFamily="2" charset="-122"/>
                <a:ea typeface="宋体" panose="02010600030101010101" pitchFamily="2" charset="-122"/>
              </a:rPr>
              <a:t>AD </a:t>
            </a:r>
            <a:r>
              <a:rPr lang="zh-CN" altLang="en-US" dirty="0">
                <a:latin typeface="宋体" panose="02010600030101010101" pitchFamily="2" charset="-122"/>
                <a:ea typeface="宋体" panose="02010600030101010101" pitchFamily="2" charset="-122"/>
              </a:rPr>
              <a:t>诊断模型</a:t>
            </a:r>
            <a:endParaRPr lang="en-US" altLang="zh-CN"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实现阿尔茨海默病高效、准确、快速的自动检测与辅助诊断</a:t>
            </a:r>
          </a:p>
        </p:txBody>
      </p:sp>
    </p:spTree>
    <p:extLst>
      <p:ext uri="{BB962C8B-B14F-4D97-AF65-F5344CB8AC3E}">
        <p14:creationId xmlns:p14="http://schemas.microsoft.com/office/powerpoint/2010/main" val="571358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4C071-6DFB-D9B2-8326-B28761203E0A}"/>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282717A9-4D49-B5DF-759F-F4920A404D5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1406954E-40F1-77D9-A8D3-C6F63CC0D3A9}"/>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09F61AB5-BB18-54F0-6A0B-D6F4AD11310C}"/>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E1DE8EA2-EBE4-8049-23B0-12A11C9B22C9}"/>
              </a:ext>
            </a:extLst>
          </p:cNvPr>
          <p:cNvSpPr txBox="1"/>
          <p:nvPr/>
        </p:nvSpPr>
        <p:spPr>
          <a:xfrm>
            <a:off x="478242" y="382737"/>
            <a:ext cx="10055518"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论文案例二</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D04F2869-E856-4B49-5AFD-78469C2C8060}"/>
              </a:ext>
            </a:extLst>
          </p:cNvPr>
          <p:cNvSpPr txBox="1"/>
          <p:nvPr/>
        </p:nvSpPr>
        <p:spPr>
          <a:xfrm>
            <a:off x="529167" y="936625"/>
            <a:ext cx="11808970" cy="3852017"/>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双模型技术路线与核心方法</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数据集：</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ADNI </a:t>
            </a:r>
            <a:r>
              <a:rPr lang="zh-CN" altLang="en-US" dirty="0">
                <a:latin typeface="宋体" panose="02010600030101010101" pitchFamily="2" charset="-122"/>
                <a:ea typeface="宋体" panose="02010600030101010101" pitchFamily="2" charset="-122"/>
              </a:rPr>
              <a:t>数据库：</a:t>
            </a:r>
            <a:r>
              <a:rPr lang="en-US" altLang="zh-CN" dirty="0">
                <a:latin typeface="宋体" panose="02010600030101010101" pitchFamily="2" charset="-122"/>
                <a:ea typeface="宋体" panose="02010600030101010101" pitchFamily="2" charset="-122"/>
              </a:rPr>
              <a:t>602 </a:t>
            </a:r>
            <a:r>
              <a:rPr lang="zh-CN" altLang="en-US" dirty="0">
                <a:latin typeface="宋体" panose="02010600030101010101" pitchFamily="2" charset="-122"/>
                <a:ea typeface="宋体" panose="02010600030101010101" pitchFamily="2" charset="-122"/>
              </a:rPr>
              <a:t>张脑 </a:t>
            </a:r>
            <a:r>
              <a:rPr lang="en-US" altLang="zh-CN" dirty="0">
                <a:latin typeface="宋体" panose="02010600030101010101" pitchFamily="2" charset="-122"/>
                <a:ea typeface="宋体" panose="02010600030101010101" pitchFamily="2" charset="-122"/>
              </a:rPr>
              <a:t>MRI</a:t>
            </a:r>
            <a:r>
              <a:rPr lang="zh-CN" altLang="en-US" dirty="0">
                <a:latin typeface="宋体" panose="02010600030101010101" pitchFamily="2" charset="-122"/>
                <a:ea typeface="宋体" panose="02010600030101010101" pitchFamily="2" charset="-122"/>
              </a:rPr>
              <a:t>（正常 </a:t>
            </a:r>
            <a:r>
              <a:rPr lang="en-US" altLang="zh-CN" dirty="0">
                <a:latin typeface="宋体" panose="02010600030101010101" pitchFamily="2" charset="-122"/>
                <a:ea typeface="宋体" panose="02010600030101010101" pitchFamily="2" charset="-122"/>
              </a:rPr>
              <a:t>CN 396 </a:t>
            </a:r>
            <a:r>
              <a:rPr lang="zh-CN" altLang="en-US" dirty="0">
                <a:latin typeface="宋体" panose="02010600030101010101" pitchFamily="2" charset="-122"/>
                <a:ea typeface="宋体" panose="02010600030101010101" pitchFamily="2" charset="-122"/>
              </a:rPr>
              <a:t>张、</a:t>
            </a:r>
            <a:r>
              <a:rPr lang="en-US" altLang="zh-CN" dirty="0">
                <a:latin typeface="宋体" panose="02010600030101010101" pitchFamily="2" charset="-122"/>
                <a:ea typeface="宋体" panose="02010600030101010101" pitchFamily="2" charset="-122"/>
              </a:rPr>
              <a:t>AD 206 </a:t>
            </a:r>
            <a:r>
              <a:rPr lang="zh-CN" altLang="en-US" dirty="0">
                <a:latin typeface="宋体" panose="02010600030101010101" pitchFamily="2" charset="-122"/>
                <a:ea typeface="宋体" panose="02010600030101010101" pitchFamily="2" charset="-122"/>
              </a:rPr>
              <a:t>张）。划分：训练 </a:t>
            </a:r>
            <a:r>
              <a:rPr lang="en-US" altLang="zh-CN" dirty="0">
                <a:latin typeface="宋体" panose="02010600030101010101" pitchFamily="2" charset="-122"/>
                <a:ea typeface="宋体" panose="02010600030101010101" pitchFamily="2" charset="-122"/>
              </a:rPr>
              <a:t>332</a:t>
            </a:r>
            <a:r>
              <a:rPr lang="zh-CN" altLang="en-US" dirty="0">
                <a:latin typeface="宋体" panose="02010600030101010101" pitchFamily="2" charset="-122"/>
                <a:ea typeface="宋体" panose="02010600030101010101" pitchFamily="2" charset="-122"/>
              </a:rPr>
              <a:t>、验证 </a:t>
            </a:r>
            <a:r>
              <a:rPr lang="en-US" altLang="zh-CN" dirty="0">
                <a:latin typeface="宋体" panose="02010600030101010101" pitchFamily="2" charset="-122"/>
                <a:ea typeface="宋体" panose="02010600030101010101" pitchFamily="2" charset="-122"/>
              </a:rPr>
              <a:t>59</a:t>
            </a:r>
            <a:r>
              <a:rPr lang="zh-CN" altLang="en-US" dirty="0">
                <a:latin typeface="宋体" panose="02010600030101010101" pitchFamily="2" charset="-122"/>
                <a:ea typeface="宋体" panose="02010600030101010101" pitchFamily="2" charset="-122"/>
              </a:rPr>
              <a:t>、测试 </a:t>
            </a:r>
            <a:r>
              <a:rPr lang="en-US" altLang="zh-CN" dirty="0">
                <a:latin typeface="宋体" panose="02010600030101010101" pitchFamily="2" charset="-122"/>
                <a:ea typeface="宋体" panose="02010600030101010101" pitchFamily="2" charset="-122"/>
              </a:rPr>
              <a:t>211</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预处理：</a:t>
            </a:r>
            <a:r>
              <a:rPr lang="en-US" altLang="zh-CN" dirty="0">
                <a:latin typeface="宋体" panose="02010600030101010101" pitchFamily="2" charset="-122"/>
                <a:ea typeface="宋体" panose="02010600030101010101" pitchFamily="2" charset="-122"/>
              </a:rPr>
              <a:t>3×3 </a:t>
            </a:r>
            <a:r>
              <a:rPr lang="zh-CN" altLang="en-US" dirty="0">
                <a:latin typeface="宋体" panose="02010600030101010101" pitchFamily="2" charset="-122"/>
                <a:ea typeface="宋体" panose="02010600030101010101" pitchFamily="2" charset="-122"/>
              </a:rPr>
              <a:t>非线性中值滤波：去噪并保留边缘信息。</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方法一：</a:t>
            </a:r>
            <a:r>
              <a:rPr lang="en-US" altLang="zh-CN" dirty="0">
                <a:latin typeface="宋体" panose="02010600030101010101" pitchFamily="2" charset="-122"/>
                <a:ea typeface="宋体" panose="02010600030101010101" pitchFamily="2" charset="-122"/>
              </a:rPr>
              <a:t>K-Means + CNN</a:t>
            </a:r>
          </a:p>
          <a:p>
            <a:pPr>
              <a:lnSpc>
                <a:spcPct val="150000"/>
              </a:lnSpc>
            </a:pPr>
            <a:r>
              <a:rPr lang="en-US" altLang="zh-CN" dirty="0">
                <a:latin typeface="宋体" panose="02010600030101010101" pitchFamily="2" charset="-122"/>
                <a:ea typeface="宋体" panose="02010600030101010101" pitchFamily="2" charset="-122"/>
              </a:rPr>
              <a:t>K-Means </a:t>
            </a:r>
            <a:r>
              <a:rPr lang="zh-CN" altLang="en-US" dirty="0">
                <a:latin typeface="宋体" panose="02010600030101010101" pitchFamily="2" charset="-122"/>
                <a:ea typeface="宋体" panose="02010600030101010101" pitchFamily="2" charset="-122"/>
              </a:rPr>
              <a:t>聚类（</a:t>
            </a:r>
            <a:r>
              <a:rPr lang="en-US" altLang="zh-CN" dirty="0">
                <a:latin typeface="宋体" panose="02010600030101010101" pitchFamily="2" charset="-122"/>
                <a:ea typeface="宋体" panose="02010600030101010101" pitchFamily="2" charset="-122"/>
              </a:rPr>
              <a:t>K=3</a:t>
            </a:r>
            <a:r>
              <a:rPr lang="zh-CN" altLang="en-US" dirty="0">
                <a:latin typeface="宋体" panose="02010600030101010101" pitchFamily="2" charset="-122"/>
                <a:ea typeface="宋体" panose="02010600030101010101" pitchFamily="2" charset="-122"/>
              </a:rPr>
              <a:t>，手肘法确定）：分割脑脊液、白质、灰质。</a:t>
            </a:r>
            <a:r>
              <a:rPr lang="en-US" altLang="zh-CN" dirty="0">
                <a:latin typeface="宋体" panose="02010600030101010101" pitchFamily="2" charset="-122"/>
                <a:ea typeface="宋体" panose="02010600030101010101" pitchFamily="2" charset="-122"/>
              </a:rPr>
              <a:t>CNN </a:t>
            </a:r>
            <a:r>
              <a:rPr lang="zh-CN" altLang="en-US" dirty="0">
                <a:latin typeface="宋体" panose="02010600030101010101" pitchFamily="2" charset="-122"/>
                <a:ea typeface="宋体" panose="02010600030101010101" pitchFamily="2" charset="-122"/>
              </a:rPr>
              <a:t>分类：</a:t>
            </a:r>
            <a:r>
              <a:rPr lang="en-US" altLang="zh-CN" dirty="0">
                <a:latin typeface="宋体" panose="02010600030101010101" pitchFamily="2" charset="-122"/>
                <a:ea typeface="宋体" panose="02010600030101010101" pitchFamily="2" charset="-122"/>
              </a:rPr>
              <a:t>3 </a:t>
            </a:r>
            <a:r>
              <a:rPr lang="zh-CN" altLang="en-US" dirty="0">
                <a:latin typeface="宋体" panose="02010600030101010101" pitchFamily="2" charset="-122"/>
                <a:ea typeface="宋体" panose="02010600030101010101" pitchFamily="2" charset="-122"/>
              </a:rPr>
              <a:t>层卷积 </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池化，提取病变特征。</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方法二：</a:t>
            </a:r>
            <a:r>
              <a:rPr lang="en-US" altLang="zh-CN" dirty="0">
                <a:latin typeface="宋体" panose="02010600030101010101" pitchFamily="2" charset="-122"/>
                <a:ea typeface="宋体" panose="02010600030101010101" pitchFamily="2" charset="-122"/>
              </a:rPr>
              <a:t>PCA + MLP</a:t>
            </a:r>
          </a:p>
          <a:p>
            <a:pPr>
              <a:lnSpc>
                <a:spcPct val="150000"/>
              </a:lnSpc>
            </a:pPr>
            <a:r>
              <a:rPr lang="en-US" altLang="zh-CN" dirty="0">
                <a:latin typeface="宋体" panose="02010600030101010101" pitchFamily="2" charset="-122"/>
                <a:ea typeface="宋体" panose="02010600030101010101" pitchFamily="2" charset="-122"/>
              </a:rPr>
              <a:t>PCA </a:t>
            </a:r>
            <a:r>
              <a:rPr lang="zh-CN" altLang="en-US" dirty="0">
                <a:latin typeface="宋体" panose="02010600030101010101" pitchFamily="2" charset="-122"/>
                <a:ea typeface="宋体" panose="02010600030101010101" pitchFamily="2" charset="-122"/>
              </a:rPr>
              <a:t>降维：</a:t>
            </a:r>
            <a:r>
              <a:rPr lang="en-US" altLang="zh-CN" dirty="0">
                <a:latin typeface="宋体" panose="02010600030101010101" pitchFamily="2" charset="-122"/>
                <a:ea typeface="宋体" panose="02010600030101010101" pitchFamily="2" charset="-122"/>
              </a:rPr>
              <a:t>256×256 </a:t>
            </a:r>
            <a:r>
              <a:rPr lang="zh-CN" altLang="en-US" dirty="0">
                <a:latin typeface="宋体" panose="02010600030101010101" pitchFamily="2" charset="-122"/>
                <a:ea typeface="宋体" panose="02010600030101010101" pitchFamily="2" charset="-122"/>
              </a:rPr>
              <a:t>图像→</a:t>
            </a:r>
            <a:r>
              <a:rPr lang="en-US" altLang="zh-CN" dirty="0">
                <a:latin typeface="宋体" panose="02010600030101010101" pitchFamily="2" charset="-122"/>
                <a:ea typeface="宋体" panose="02010600030101010101" pitchFamily="2" charset="-122"/>
              </a:rPr>
              <a:t>50 </a:t>
            </a:r>
            <a:r>
              <a:rPr lang="zh-CN" altLang="en-US" dirty="0">
                <a:latin typeface="宋体" panose="02010600030101010101" pitchFamily="2" charset="-122"/>
                <a:ea typeface="宋体" panose="02010600030101010101" pitchFamily="2" charset="-122"/>
              </a:rPr>
              <a:t>个主成分（保留 </a:t>
            </a:r>
            <a:r>
              <a:rPr lang="en-US" altLang="zh-CN" dirty="0">
                <a:latin typeface="宋体" panose="02010600030101010101" pitchFamily="2" charset="-122"/>
                <a:ea typeface="宋体" panose="02010600030101010101" pitchFamily="2" charset="-122"/>
              </a:rPr>
              <a:t>90% </a:t>
            </a:r>
            <a:r>
              <a:rPr lang="zh-CN" altLang="en-US" dirty="0">
                <a:latin typeface="宋体" panose="02010600030101010101" pitchFamily="2" charset="-122"/>
                <a:ea typeface="宋体" panose="02010600030101010101" pitchFamily="2" charset="-122"/>
              </a:rPr>
              <a:t>方差）。多层感知机 </a:t>
            </a:r>
            <a:r>
              <a:rPr lang="en-US" altLang="zh-CN" dirty="0">
                <a:latin typeface="宋体" panose="02010600030101010101" pitchFamily="2" charset="-122"/>
                <a:ea typeface="宋体" panose="02010600030101010101" pitchFamily="2" charset="-122"/>
              </a:rPr>
              <a:t>MLP</a:t>
            </a:r>
            <a:r>
              <a:rPr lang="zh-CN" altLang="en-US" dirty="0">
                <a:latin typeface="宋体" panose="02010600030101010101" pitchFamily="2" charset="-122"/>
                <a:ea typeface="宋体" panose="02010600030101010101" pitchFamily="2" charset="-122"/>
              </a:rPr>
              <a:t>：完成 </a:t>
            </a:r>
            <a:r>
              <a:rPr lang="en-US" altLang="zh-CN" dirty="0">
                <a:latin typeface="宋体" panose="02010600030101010101" pitchFamily="2" charset="-122"/>
                <a:ea typeface="宋体" panose="02010600030101010101" pitchFamily="2" charset="-122"/>
              </a:rPr>
              <a:t>AD/CN </a:t>
            </a:r>
            <a:r>
              <a:rPr lang="zh-CN" altLang="en-US" dirty="0">
                <a:latin typeface="宋体" panose="02010600030101010101" pitchFamily="2" charset="-122"/>
                <a:ea typeface="宋体" panose="02010600030101010101" pitchFamily="2" charset="-122"/>
              </a:rPr>
              <a:t>二分类。</a:t>
            </a:r>
          </a:p>
          <a:p>
            <a:pPr>
              <a:lnSpc>
                <a:spcPct val="150000"/>
              </a:lnSpc>
            </a:pPr>
            <a:endParaRPr lang="en-US" altLang="zh-CN" sz="2000"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B50B15A3-8891-DDD0-9B36-4A58990BD949}"/>
              </a:ext>
            </a:extLst>
          </p:cNvPr>
          <p:cNvPicPr>
            <a:picLocks noChangeAspect="1"/>
          </p:cNvPicPr>
          <p:nvPr/>
        </p:nvPicPr>
        <p:blipFill>
          <a:blip r:embed="rId4"/>
          <a:stretch>
            <a:fillRect/>
          </a:stretch>
        </p:blipFill>
        <p:spPr>
          <a:xfrm>
            <a:off x="3563654" y="4359058"/>
            <a:ext cx="5978614" cy="2498942"/>
          </a:xfrm>
          <a:prstGeom prst="rect">
            <a:avLst/>
          </a:prstGeom>
        </p:spPr>
      </p:pic>
    </p:spTree>
    <p:extLst>
      <p:ext uri="{BB962C8B-B14F-4D97-AF65-F5344CB8AC3E}">
        <p14:creationId xmlns:p14="http://schemas.microsoft.com/office/powerpoint/2010/main" val="638018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8FD24-53A5-9322-5869-8CA9367DB600}"/>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25C8D887-E4DE-2744-2CE2-C737CF7E6E7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125D6466-04A4-6E10-C869-E8A331CE0EDF}"/>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693E2ED4-0EB9-096A-5D26-251955D222FC}"/>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41638869-CE83-C940-A0F2-5D43851A8644}"/>
              </a:ext>
            </a:extLst>
          </p:cNvPr>
          <p:cNvSpPr txBox="1"/>
          <p:nvPr/>
        </p:nvSpPr>
        <p:spPr>
          <a:xfrm>
            <a:off x="478242" y="382737"/>
            <a:ext cx="10055518"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论文案例二</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41EB9665-5F94-C303-05D8-CF5BFEBC0423}"/>
              </a:ext>
            </a:extLst>
          </p:cNvPr>
          <p:cNvSpPr txBox="1"/>
          <p:nvPr/>
        </p:nvSpPr>
        <p:spPr>
          <a:xfrm>
            <a:off x="529167" y="936625"/>
            <a:ext cx="10923334" cy="5098512"/>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实验结果与核心结论</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模型性能对比</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err="1">
                <a:latin typeface="宋体" panose="02010600030101010101" pitchFamily="2" charset="-122"/>
                <a:ea typeface="宋体" panose="02010600030101010101" pitchFamily="2" charset="-122"/>
              </a:rPr>
              <a:t>K-Means+CNN</a:t>
            </a:r>
            <a:r>
              <a:rPr lang="zh-CN" altLang="en-US" dirty="0">
                <a:latin typeface="宋体" panose="02010600030101010101" pitchFamily="2" charset="-122"/>
                <a:ea typeface="宋体" panose="02010600030101010101" pitchFamily="2" charset="-122"/>
              </a:rPr>
              <a:t>：准确率 </a:t>
            </a:r>
            <a:r>
              <a:rPr lang="en-US" altLang="zh-CN" dirty="0">
                <a:latin typeface="宋体" panose="02010600030101010101" pitchFamily="2" charset="-122"/>
                <a:ea typeface="宋体" panose="02010600030101010101" pitchFamily="2" charset="-122"/>
              </a:rPr>
              <a:t>82%</a:t>
            </a:r>
            <a:r>
              <a:rPr lang="zh-CN" altLang="en-US" dirty="0">
                <a:latin typeface="宋体" panose="02010600030101010101" pitchFamily="2" charset="-122"/>
                <a:ea typeface="宋体" panose="02010600030101010101" pitchFamily="2" charset="-122"/>
              </a:rPr>
              <a:t>，召回率 </a:t>
            </a:r>
            <a:r>
              <a:rPr lang="en-US" altLang="zh-CN" dirty="0">
                <a:latin typeface="宋体" panose="02010600030101010101" pitchFamily="2" charset="-122"/>
                <a:ea typeface="宋体" panose="02010600030101010101" pitchFamily="2" charset="-122"/>
              </a:rPr>
              <a:t>78%</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AUC=0.887</a:t>
            </a:r>
          </a:p>
          <a:p>
            <a:pPr>
              <a:lnSpc>
                <a:spcPct val="150000"/>
              </a:lnSpc>
            </a:pPr>
            <a:r>
              <a:rPr lang="en-US" altLang="zh-CN" dirty="0">
                <a:latin typeface="宋体" panose="02010600030101010101" pitchFamily="2" charset="-122"/>
                <a:ea typeface="宋体" panose="02010600030101010101" pitchFamily="2" charset="-122"/>
              </a:rPr>
              <a:t>PCA+MLP</a:t>
            </a:r>
            <a:r>
              <a:rPr lang="zh-CN" altLang="en-US" dirty="0">
                <a:latin typeface="宋体" panose="02010600030101010101" pitchFamily="2" charset="-122"/>
                <a:ea typeface="宋体" panose="02010600030101010101" pitchFamily="2" charset="-122"/>
              </a:rPr>
              <a:t>：准确率 </a:t>
            </a:r>
            <a:r>
              <a:rPr lang="en-US" altLang="zh-CN" dirty="0">
                <a:latin typeface="宋体" panose="02010600030101010101" pitchFamily="2" charset="-122"/>
                <a:ea typeface="宋体" panose="02010600030101010101" pitchFamily="2" charset="-122"/>
              </a:rPr>
              <a:t>91%</a:t>
            </a:r>
            <a:r>
              <a:rPr lang="zh-CN" altLang="en-US" dirty="0">
                <a:latin typeface="宋体" panose="02010600030101010101" pitchFamily="2" charset="-122"/>
                <a:ea typeface="宋体" panose="02010600030101010101" pitchFamily="2" charset="-122"/>
              </a:rPr>
              <a:t>，召回率 </a:t>
            </a:r>
            <a:r>
              <a:rPr lang="en-US" altLang="zh-CN" dirty="0">
                <a:latin typeface="宋体" panose="02010600030101010101" pitchFamily="2" charset="-122"/>
                <a:ea typeface="宋体" panose="02010600030101010101" pitchFamily="2" charset="-122"/>
              </a:rPr>
              <a:t>92%</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AUC=0.941</a:t>
            </a:r>
          </a:p>
          <a:p>
            <a:pPr>
              <a:lnSpc>
                <a:spcPct val="150000"/>
              </a:lnSpc>
            </a:pP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计算效率</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err="1">
                <a:latin typeface="宋体" panose="02010600030101010101" pitchFamily="2" charset="-122"/>
                <a:ea typeface="宋体" panose="02010600030101010101" pitchFamily="2" charset="-122"/>
              </a:rPr>
              <a:t>K-Means+CNN</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60 </a:t>
            </a:r>
            <a:r>
              <a:rPr lang="zh-CN" altLang="en-US" dirty="0">
                <a:latin typeface="宋体" panose="02010600030101010101" pitchFamily="2" charset="-122"/>
                <a:ea typeface="宋体" panose="02010600030101010101" pitchFamily="2" charset="-122"/>
              </a:rPr>
              <a:t>轮训练耗时</a:t>
            </a:r>
            <a:r>
              <a:rPr lang="en-US" altLang="zh-CN" dirty="0">
                <a:latin typeface="宋体" panose="02010600030101010101" pitchFamily="2" charset="-122"/>
                <a:ea typeface="宋体" panose="02010600030101010101" pitchFamily="2" charset="-122"/>
              </a:rPr>
              <a:t>41413 </a:t>
            </a:r>
            <a:r>
              <a:rPr lang="zh-CN" altLang="en-US" dirty="0">
                <a:latin typeface="宋体" panose="02010600030101010101" pitchFamily="2" charset="-122"/>
                <a:ea typeface="宋体" panose="02010600030101010101" pitchFamily="2" charset="-122"/>
              </a:rPr>
              <a:t>秒（</a:t>
            </a:r>
            <a:r>
              <a:rPr lang="en-US" altLang="zh-CN" dirty="0">
                <a:latin typeface="宋体" panose="02010600030101010101" pitchFamily="2" charset="-122"/>
                <a:ea typeface="宋体" panose="02010600030101010101" pitchFamily="2" charset="-122"/>
              </a:rPr>
              <a:t>11.5 </a:t>
            </a:r>
            <a:r>
              <a:rPr lang="zh-CN" altLang="en-US" dirty="0">
                <a:latin typeface="宋体" panose="02010600030101010101" pitchFamily="2" charset="-122"/>
                <a:ea typeface="宋体" panose="02010600030101010101" pitchFamily="2" charset="-122"/>
              </a:rPr>
              <a:t>小时）</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PCA+MLP</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500 </a:t>
            </a:r>
            <a:r>
              <a:rPr lang="zh-CN" altLang="en-US" dirty="0">
                <a:latin typeface="宋体" panose="02010600030101010101" pitchFamily="2" charset="-122"/>
                <a:ea typeface="宋体" panose="02010600030101010101" pitchFamily="2" charset="-122"/>
              </a:rPr>
              <a:t>轮训练仅需</a:t>
            </a:r>
            <a:r>
              <a:rPr lang="en-US" altLang="zh-CN" dirty="0">
                <a:latin typeface="宋体" panose="02010600030101010101" pitchFamily="2" charset="-122"/>
                <a:ea typeface="宋体" panose="02010600030101010101" pitchFamily="2" charset="-122"/>
              </a:rPr>
              <a:t>106.70 </a:t>
            </a:r>
            <a:r>
              <a:rPr lang="zh-CN" altLang="en-US" dirty="0">
                <a:latin typeface="宋体" panose="02010600030101010101" pitchFamily="2" charset="-122"/>
                <a:ea typeface="宋体" panose="02010600030101010101" pitchFamily="2" charset="-122"/>
              </a:rPr>
              <a:t>秒</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核心结论</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K-Means </a:t>
            </a:r>
            <a:r>
              <a:rPr lang="zh-CN" altLang="en-US" dirty="0">
                <a:latin typeface="宋体" panose="02010600030101010101" pitchFamily="2" charset="-122"/>
                <a:ea typeface="宋体" panose="02010600030101010101" pitchFamily="2" charset="-122"/>
              </a:rPr>
              <a:t>可有效实现脑 </a:t>
            </a:r>
            <a:r>
              <a:rPr lang="en-US" altLang="zh-CN" dirty="0">
                <a:latin typeface="宋体" panose="02010600030101010101" pitchFamily="2" charset="-122"/>
                <a:ea typeface="宋体" panose="02010600030101010101" pitchFamily="2" charset="-122"/>
              </a:rPr>
              <a:t>MRI </a:t>
            </a:r>
            <a:r>
              <a:rPr lang="zh-CN" altLang="en-US" dirty="0">
                <a:latin typeface="宋体" panose="02010600030101010101" pitchFamily="2" charset="-122"/>
                <a:ea typeface="宋体" panose="02010600030101010101" pitchFamily="2" charset="-122"/>
              </a:rPr>
              <a:t>组织分割，适合无监督病灶区分</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PCA+MLP </a:t>
            </a:r>
            <a:r>
              <a:rPr lang="zh-CN" altLang="en-US" dirty="0">
                <a:latin typeface="宋体" panose="02010600030101010101" pitchFamily="2" charset="-122"/>
                <a:ea typeface="宋体" panose="02010600030101010101" pitchFamily="2" charset="-122"/>
              </a:rPr>
              <a:t>在精度与速度上均优于 </a:t>
            </a:r>
            <a:r>
              <a:rPr lang="en-US" altLang="zh-CN" dirty="0" err="1">
                <a:latin typeface="宋体" panose="02010600030101010101" pitchFamily="2" charset="-122"/>
                <a:ea typeface="宋体" panose="02010600030101010101" pitchFamily="2" charset="-122"/>
              </a:rPr>
              <a:t>K-Means+CNN</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两种方法均可为 </a:t>
            </a:r>
            <a:r>
              <a:rPr lang="en-US" altLang="zh-CN" dirty="0">
                <a:latin typeface="宋体" panose="02010600030101010101" pitchFamily="2" charset="-122"/>
                <a:ea typeface="宋体" panose="02010600030101010101" pitchFamily="2" charset="-122"/>
              </a:rPr>
              <a:t>AD </a:t>
            </a:r>
            <a:r>
              <a:rPr lang="zh-CN" altLang="en-US" dirty="0">
                <a:latin typeface="宋体" panose="02010600030101010101" pitchFamily="2" charset="-122"/>
                <a:ea typeface="宋体" panose="02010600030101010101" pitchFamily="2" charset="-122"/>
              </a:rPr>
              <a:t>早期辅助诊断提供可靠支持</a:t>
            </a:r>
          </a:p>
          <a:p>
            <a:pPr>
              <a:lnSpc>
                <a:spcPct val="150000"/>
              </a:lnSpc>
            </a:pPr>
            <a:endParaRPr lang="en-US" altLang="zh-CN" sz="2000" dirty="0">
              <a:latin typeface="宋体" panose="02010600030101010101" pitchFamily="2" charset="-122"/>
              <a:ea typeface="宋体" panose="02010600030101010101" pitchFamily="2" charset="-122"/>
            </a:endParaRPr>
          </a:p>
        </p:txBody>
      </p:sp>
      <p:pic>
        <p:nvPicPr>
          <p:cNvPr id="3" name="图片 2">
            <a:extLst>
              <a:ext uri="{FF2B5EF4-FFF2-40B4-BE49-F238E27FC236}">
                <a16:creationId xmlns:a16="http://schemas.microsoft.com/office/drawing/2014/main" id="{B29BCE7D-743C-6448-4462-630629984BDF}"/>
              </a:ext>
            </a:extLst>
          </p:cNvPr>
          <p:cNvPicPr>
            <a:picLocks noChangeAspect="1"/>
          </p:cNvPicPr>
          <p:nvPr/>
        </p:nvPicPr>
        <p:blipFill>
          <a:blip r:embed="rId4"/>
          <a:stretch>
            <a:fillRect/>
          </a:stretch>
        </p:blipFill>
        <p:spPr>
          <a:xfrm>
            <a:off x="7537713" y="1551719"/>
            <a:ext cx="4125120" cy="3448871"/>
          </a:xfrm>
          <a:prstGeom prst="rect">
            <a:avLst/>
          </a:prstGeom>
        </p:spPr>
      </p:pic>
      <p:pic>
        <p:nvPicPr>
          <p:cNvPr id="7" name="图片 6">
            <a:extLst>
              <a:ext uri="{FF2B5EF4-FFF2-40B4-BE49-F238E27FC236}">
                <a16:creationId xmlns:a16="http://schemas.microsoft.com/office/drawing/2014/main" id="{2757A629-8C6C-B7EC-4205-16C9755824F2}"/>
              </a:ext>
            </a:extLst>
          </p:cNvPr>
          <p:cNvPicPr>
            <a:picLocks noChangeAspect="1"/>
          </p:cNvPicPr>
          <p:nvPr/>
        </p:nvPicPr>
        <p:blipFill>
          <a:blip r:embed="rId5"/>
          <a:stretch>
            <a:fillRect/>
          </a:stretch>
        </p:blipFill>
        <p:spPr>
          <a:xfrm>
            <a:off x="2223370" y="5573390"/>
            <a:ext cx="8972810" cy="1284610"/>
          </a:xfrm>
          <a:prstGeom prst="rect">
            <a:avLst/>
          </a:prstGeom>
        </p:spPr>
      </p:pic>
    </p:spTree>
    <p:extLst>
      <p:ext uri="{BB962C8B-B14F-4D97-AF65-F5344CB8AC3E}">
        <p14:creationId xmlns:p14="http://schemas.microsoft.com/office/powerpoint/2010/main" val="2983271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7E29D-4D0D-E899-3319-81D860B877E0}"/>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D1F6336F-594C-D2B6-80FA-5DBECFC0879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BE87F01A-D35A-B069-9F54-55B3F5517D30}"/>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48A2BFFD-B63B-16A7-E1D2-A3F1FE91A62B}"/>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16586D84-67AE-4053-92D3-1F98BA526A6C}"/>
              </a:ext>
            </a:extLst>
          </p:cNvPr>
          <p:cNvSpPr txBox="1"/>
          <p:nvPr/>
        </p:nvSpPr>
        <p:spPr>
          <a:xfrm>
            <a:off x="522843" y="322423"/>
            <a:ext cx="11173855"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论文案例三</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CACD8CB6-AEAE-62EE-39BB-841E64D96846}"/>
              </a:ext>
            </a:extLst>
          </p:cNvPr>
          <p:cNvSpPr txBox="1"/>
          <p:nvPr/>
        </p:nvSpPr>
        <p:spPr>
          <a:xfrm>
            <a:off x="522844" y="936625"/>
            <a:ext cx="11173854" cy="5151860"/>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论文标题：</a:t>
            </a:r>
            <a:r>
              <a:rPr lang="en-US" altLang="zh-CN" dirty="0">
                <a:latin typeface="宋体" panose="02010600030101010101" pitchFamily="2" charset="-122"/>
                <a:ea typeface="宋体" panose="02010600030101010101" pitchFamily="2" charset="-122"/>
              </a:rPr>
              <a:t>Assessment of intratumor heterogeneity in non-small cell lung cancer by unsupervised K-means clustering of radiomics features based on multiphase computed tomography images(</a:t>
            </a:r>
            <a:r>
              <a:rPr lang="zh-CN" altLang="en-US" dirty="0">
                <a:latin typeface="宋体" panose="02010600030101010101" pitchFamily="2" charset="-122"/>
                <a:ea typeface="宋体" panose="02010600030101010101" pitchFamily="2" charset="-122"/>
              </a:rPr>
              <a:t>基于多期</a:t>
            </a:r>
            <a:r>
              <a:rPr lang="en-US" altLang="zh-CN" dirty="0">
                <a:latin typeface="宋体" panose="02010600030101010101" pitchFamily="2" charset="-122"/>
                <a:ea typeface="宋体" panose="02010600030101010101" pitchFamily="2" charset="-122"/>
              </a:rPr>
              <a:t>CT</a:t>
            </a:r>
            <a:r>
              <a:rPr lang="zh-CN" altLang="en-US" dirty="0">
                <a:latin typeface="宋体" panose="02010600030101010101" pitchFamily="2" charset="-122"/>
                <a:ea typeface="宋体" panose="02010600030101010101" pitchFamily="2" charset="-122"/>
              </a:rPr>
              <a:t>影像的无监督</a:t>
            </a:r>
            <a:r>
              <a:rPr lang="en-US" altLang="zh-CN" dirty="0">
                <a:latin typeface="宋体" panose="02010600030101010101" pitchFamily="2" charset="-122"/>
                <a:ea typeface="宋体" panose="02010600030101010101" pitchFamily="2" charset="-122"/>
              </a:rPr>
              <a:t>K-means</a:t>
            </a:r>
            <a:r>
              <a:rPr lang="zh-CN" altLang="en-US" dirty="0">
                <a:latin typeface="宋体" panose="02010600030101010101" pitchFamily="2" charset="-122"/>
                <a:ea typeface="宋体" panose="02010600030101010101" pitchFamily="2" charset="-122"/>
              </a:rPr>
              <a:t>放射组学特征聚类评价非小细胞肺癌瘤内异质性</a:t>
            </a:r>
            <a:r>
              <a:rPr lang="en-US" altLang="zh-CN"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研究背景：</a:t>
            </a:r>
          </a:p>
          <a:p>
            <a:pPr marL="285750" indent="-285750">
              <a:lnSpc>
                <a:spcPct val="150000"/>
              </a:lnSpc>
              <a:buFont typeface="Wingdings" panose="05000000000000000000" pitchFamily="2" charset="2"/>
              <a:buChar char="p"/>
            </a:pPr>
            <a:r>
              <a:rPr lang="zh-CN" altLang="en-US" dirty="0">
                <a:latin typeface="宋体" panose="02010600030101010101" pitchFamily="2" charset="-122"/>
                <a:ea typeface="宋体" panose="02010600030101010101" pitchFamily="2" charset="-122"/>
              </a:rPr>
              <a:t>肺癌是全球高发恶性肿瘤，非小细胞肺癌（</a:t>
            </a:r>
            <a:r>
              <a:rPr lang="en-US" altLang="zh-CN" dirty="0">
                <a:latin typeface="宋体" panose="02010600030101010101" pitchFamily="2" charset="-122"/>
                <a:ea typeface="宋体" panose="02010600030101010101" pitchFamily="2" charset="-122"/>
              </a:rPr>
              <a:t>NSCLC</a:t>
            </a:r>
            <a:r>
              <a:rPr lang="zh-CN" altLang="en-US" dirty="0">
                <a:latin typeface="宋体" panose="02010600030101010101" pitchFamily="2" charset="-122"/>
                <a:ea typeface="宋体" panose="02010600030101010101" pitchFamily="2" charset="-122"/>
              </a:rPr>
              <a:t>）占比约 </a:t>
            </a:r>
            <a:r>
              <a:rPr lang="en-US" altLang="zh-CN" dirty="0">
                <a:latin typeface="宋体" panose="02010600030101010101" pitchFamily="2" charset="-122"/>
                <a:ea typeface="宋体" panose="02010600030101010101" pitchFamily="2" charset="-122"/>
              </a:rPr>
              <a:t>85%</a:t>
            </a:r>
          </a:p>
          <a:p>
            <a:pPr marL="285750" indent="-285750">
              <a:lnSpc>
                <a:spcPct val="150000"/>
              </a:lnSpc>
              <a:buFont typeface="Wingdings" panose="05000000000000000000" pitchFamily="2" charset="2"/>
              <a:buChar char="p"/>
            </a:pPr>
            <a:r>
              <a:rPr lang="zh-CN" altLang="en-US" dirty="0">
                <a:latin typeface="宋体" panose="02010600030101010101" pitchFamily="2" charset="-122"/>
                <a:ea typeface="宋体" panose="02010600030101010101" pitchFamily="2" charset="-122"/>
              </a:rPr>
              <a:t>瘤内异质性（</a:t>
            </a:r>
            <a:r>
              <a:rPr lang="en-US" altLang="zh-CN" dirty="0">
                <a:latin typeface="宋体" panose="02010600030101010101" pitchFamily="2" charset="-122"/>
                <a:ea typeface="宋体" panose="02010600030101010101" pitchFamily="2" charset="-122"/>
              </a:rPr>
              <a:t>ITH</a:t>
            </a:r>
            <a:r>
              <a:rPr lang="zh-CN" altLang="en-US" dirty="0">
                <a:latin typeface="宋体" panose="02010600030101010101" pitchFamily="2" charset="-122"/>
                <a:ea typeface="宋体" panose="02010600030101010101" pitchFamily="2" charset="-122"/>
              </a:rPr>
              <a:t>）是肿瘤进展、耐药、免疫治疗失效的关键因素</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p"/>
            </a:pPr>
            <a:r>
              <a:rPr lang="zh-CN" altLang="en-US" dirty="0">
                <a:latin typeface="宋体" panose="02010600030101010101" pitchFamily="2" charset="-122"/>
                <a:ea typeface="宋体" panose="02010600030101010101" pitchFamily="2" charset="-122"/>
              </a:rPr>
              <a:t>传统活检</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测序有创、采样局限，难以全面反映肿瘤整体异质性</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p"/>
            </a:pPr>
            <a:r>
              <a:rPr lang="zh-CN" altLang="en-US" dirty="0">
                <a:latin typeface="宋体" panose="02010600030101010101" pitchFamily="2" charset="-122"/>
                <a:ea typeface="宋体" panose="02010600030101010101" pitchFamily="2" charset="-122"/>
              </a:rPr>
              <a:t>影像组学 </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无监督聚类可无创、全域量化 </a:t>
            </a:r>
            <a:r>
              <a:rPr lang="en-US" altLang="zh-CN" dirty="0">
                <a:latin typeface="宋体" panose="02010600030101010101" pitchFamily="2" charset="-122"/>
                <a:ea typeface="宋体" panose="02010600030101010101" pitchFamily="2" charset="-122"/>
              </a:rPr>
              <a:t>ITH</a:t>
            </a:r>
            <a:r>
              <a:rPr lang="zh-CN" altLang="en-US" dirty="0">
                <a:latin typeface="宋体" panose="02010600030101010101" pitchFamily="2" charset="-122"/>
                <a:ea typeface="宋体" panose="02010600030101010101" pitchFamily="2" charset="-122"/>
              </a:rPr>
              <a:t>，成为精准肿瘤学新方向</a:t>
            </a:r>
            <a:endParaRPr lang="en-US" altLang="zh-CN" b="1"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本文目标：</a:t>
            </a:r>
            <a:endParaRPr lang="en-US" altLang="zh-CN" sz="2000" b="1"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基于多期 </a:t>
            </a:r>
            <a:r>
              <a:rPr lang="en-US" altLang="zh-CN" dirty="0">
                <a:latin typeface="宋体" panose="02010600030101010101" pitchFamily="2" charset="-122"/>
                <a:ea typeface="宋体" panose="02010600030101010101" pitchFamily="2" charset="-122"/>
              </a:rPr>
              <a:t>CT </a:t>
            </a:r>
            <a:r>
              <a:rPr lang="zh-CN" altLang="en-US" dirty="0">
                <a:latin typeface="宋体" panose="02010600030101010101" pitchFamily="2" charset="-122"/>
                <a:ea typeface="宋体" panose="02010600030101010101" pitchFamily="2" charset="-122"/>
              </a:rPr>
              <a:t>影像组学特征，用</a:t>
            </a:r>
            <a:r>
              <a:rPr lang="en-US" altLang="zh-CN" dirty="0">
                <a:latin typeface="宋体" panose="02010600030101010101" pitchFamily="2" charset="-122"/>
                <a:ea typeface="宋体" panose="02010600030101010101" pitchFamily="2" charset="-122"/>
              </a:rPr>
              <a:t>K-Means </a:t>
            </a:r>
            <a:r>
              <a:rPr lang="zh-CN" altLang="en-US" dirty="0">
                <a:latin typeface="宋体" panose="02010600030101010101" pitchFamily="2" charset="-122"/>
                <a:ea typeface="宋体" panose="02010600030101010101" pitchFamily="2" charset="-122"/>
              </a:rPr>
              <a:t>无监督聚类刻画 </a:t>
            </a:r>
            <a:r>
              <a:rPr lang="en-US" altLang="zh-CN" dirty="0">
                <a:latin typeface="宋体" panose="02010600030101010101" pitchFamily="2" charset="-122"/>
                <a:ea typeface="宋体" panose="02010600030101010101" pitchFamily="2" charset="-122"/>
              </a:rPr>
              <a:t>NSCLC </a:t>
            </a:r>
            <a:r>
              <a:rPr lang="zh-CN" altLang="en-US" dirty="0">
                <a:latin typeface="宋体" panose="02010600030101010101" pitchFamily="2" charset="-122"/>
                <a:ea typeface="宋体" panose="02010600030101010101" pitchFamily="2" charset="-122"/>
              </a:rPr>
              <a:t>瘤内异质性</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构建</a:t>
            </a:r>
            <a:r>
              <a:rPr lang="en-US" altLang="zh-CN" dirty="0">
                <a:latin typeface="宋体" panose="02010600030101010101" pitchFamily="2" charset="-122"/>
                <a:ea typeface="宋体" panose="02010600030101010101" pitchFamily="2" charset="-122"/>
              </a:rPr>
              <a:t>ITH-</a:t>
            </a:r>
            <a:r>
              <a:rPr lang="en-US" altLang="zh-CN" dirty="0" err="1">
                <a:latin typeface="宋体" panose="02010600030101010101" pitchFamily="2" charset="-122"/>
                <a:ea typeface="宋体" panose="02010600030101010101" pitchFamily="2" charset="-122"/>
              </a:rPr>
              <a:t>Radscore</a:t>
            </a:r>
            <a:r>
              <a:rPr lang="zh-CN" altLang="en-US" dirty="0">
                <a:latin typeface="宋体" panose="02010600030101010101" pitchFamily="2" charset="-122"/>
                <a:ea typeface="宋体" panose="02010600030101010101" pitchFamily="2" charset="-122"/>
              </a:rPr>
              <a:t>量化异质性程度</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验证该指标与临床分期、病理侵袭性、免疫治疗疗效的相关性</a:t>
            </a:r>
          </a:p>
        </p:txBody>
      </p:sp>
    </p:spTree>
    <p:extLst>
      <p:ext uri="{BB962C8B-B14F-4D97-AF65-F5344CB8AC3E}">
        <p14:creationId xmlns:p14="http://schemas.microsoft.com/office/powerpoint/2010/main" val="2802261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EBD10-F5A4-7134-83BB-D892CCA3C886}"/>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AA449DCE-A2B1-3256-7F1D-E8CCDBA4D2F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BC18AB24-5CA9-8566-15B1-E8BCDF316E02}"/>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80277048-7592-EA4C-9A21-24B21EA7FBDE}"/>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BCBA519A-BA6A-65F3-1A88-02EC471A4CD0}"/>
              </a:ext>
            </a:extLst>
          </p:cNvPr>
          <p:cNvSpPr txBox="1"/>
          <p:nvPr/>
        </p:nvSpPr>
        <p:spPr>
          <a:xfrm>
            <a:off x="522843" y="322423"/>
            <a:ext cx="11173855"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论文案例三</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BB9B0219-76C5-FE3D-C5EF-DC53E1CCB17B}"/>
              </a:ext>
            </a:extLst>
          </p:cNvPr>
          <p:cNvSpPr txBox="1"/>
          <p:nvPr/>
        </p:nvSpPr>
        <p:spPr>
          <a:xfrm>
            <a:off x="522844" y="936625"/>
            <a:ext cx="11173854" cy="5451621"/>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技术流程与核心方法</a:t>
            </a:r>
          </a:p>
          <a:p>
            <a:pPr>
              <a:lnSpc>
                <a:spcPct val="150000"/>
              </a:lnSpc>
            </a:pP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研究对象与数据</a:t>
            </a:r>
          </a:p>
          <a:p>
            <a:pPr>
              <a:lnSpc>
                <a:spcPct val="150000"/>
              </a:lnSpc>
            </a:pPr>
            <a:r>
              <a:rPr lang="zh-CN" altLang="en-US" dirty="0">
                <a:latin typeface="宋体" panose="02010600030101010101" pitchFamily="2" charset="-122"/>
                <a:ea typeface="宋体" panose="02010600030101010101" pitchFamily="2" charset="-122"/>
              </a:rPr>
              <a:t>回顾性纳入 </a:t>
            </a:r>
            <a:r>
              <a:rPr lang="en-US" altLang="zh-CN" dirty="0">
                <a:latin typeface="宋体" panose="02010600030101010101" pitchFamily="2" charset="-122"/>
                <a:ea typeface="宋体" panose="02010600030101010101" pitchFamily="2" charset="-122"/>
              </a:rPr>
              <a:t>452 </a:t>
            </a:r>
            <a:r>
              <a:rPr lang="zh-CN" altLang="en-US" dirty="0">
                <a:latin typeface="宋体" panose="02010600030101010101" pitchFamily="2" charset="-122"/>
                <a:ea typeface="宋体" panose="02010600030101010101" pitchFamily="2" charset="-122"/>
              </a:rPr>
              <a:t>例 </a:t>
            </a:r>
            <a:r>
              <a:rPr lang="en-US" altLang="zh-CN" dirty="0">
                <a:latin typeface="宋体" panose="02010600030101010101" pitchFamily="2" charset="-122"/>
                <a:ea typeface="宋体" panose="02010600030101010101" pitchFamily="2" charset="-122"/>
              </a:rPr>
              <a:t>NSCLC </a:t>
            </a:r>
            <a:r>
              <a:rPr lang="zh-CN" altLang="en-US" dirty="0">
                <a:latin typeface="宋体" panose="02010600030101010101" pitchFamily="2" charset="-122"/>
                <a:ea typeface="宋体" panose="02010600030101010101" pitchFamily="2" charset="-122"/>
              </a:rPr>
              <a:t>患者，分 </a:t>
            </a:r>
            <a:r>
              <a:rPr lang="en-US" altLang="zh-CN" dirty="0">
                <a:latin typeface="宋体" panose="02010600030101010101" pitchFamily="2" charset="-122"/>
                <a:ea typeface="宋体" panose="02010600030101010101" pitchFamily="2" charset="-122"/>
              </a:rPr>
              <a:t>3 </a:t>
            </a:r>
            <a:r>
              <a:rPr lang="zh-CN" altLang="en-US" dirty="0">
                <a:latin typeface="宋体" panose="02010600030101010101" pitchFamily="2" charset="-122"/>
                <a:ea typeface="宋体" panose="02010600030101010101" pitchFamily="2" charset="-122"/>
              </a:rPr>
              <a:t>个队列</a:t>
            </a:r>
          </a:p>
          <a:p>
            <a:pPr>
              <a:lnSpc>
                <a:spcPct val="150000"/>
              </a:lnSpc>
            </a:pPr>
            <a:r>
              <a:rPr lang="zh-CN" altLang="en-US" dirty="0">
                <a:latin typeface="宋体" panose="02010600030101010101" pitchFamily="2" charset="-122"/>
                <a:ea typeface="宋体" panose="02010600030101010101" pitchFamily="2" charset="-122"/>
              </a:rPr>
              <a:t>多期 </a:t>
            </a:r>
            <a:r>
              <a:rPr lang="en-US" altLang="zh-CN" dirty="0">
                <a:latin typeface="宋体" panose="02010600030101010101" pitchFamily="2" charset="-122"/>
                <a:ea typeface="宋体" panose="02010600030101010101" pitchFamily="2" charset="-122"/>
              </a:rPr>
              <a:t>CT</a:t>
            </a:r>
            <a:r>
              <a:rPr lang="zh-CN" altLang="en-US" dirty="0">
                <a:latin typeface="宋体" panose="02010600030101010101" pitchFamily="2" charset="-122"/>
                <a:ea typeface="宋体" panose="02010600030101010101" pitchFamily="2" charset="-122"/>
              </a:rPr>
              <a:t>：平扫</a:t>
            </a:r>
            <a:r>
              <a:rPr lang="en-US" altLang="zh-CN" dirty="0">
                <a:latin typeface="宋体" panose="02010600030101010101" pitchFamily="2" charset="-122"/>
                <a:ea typeface="宋体" panose="02010600030101010101" pitchFamily="2" charset="-122"/>
              </a:rPr>
              <a:t>(UECT)</a:t>
            </a:r>
            <a:r>
              <a:rPr lang="zh-CN" altLang="en-US" dirty="0">
                <a:latin typeface="宋体" panose="02010600030101010101" pitchFamily="2" charset="-122"/>
                <a:ea typeface="宋体" panose="02010600030101010101" pitchFamily="2" charset="-122"/>
              </a:rPr>
              <a:t>、动脉期</a:t>
            </a:r>
            <a:r>
              <a:rPr lang="en-US" altLang="zh-CN" dirty="0">
                <a:latin typeface="宋体" panose="02010600030101010101" pitchFamily="2" charset="-122"/>
                <a:ea typeface="宋体" panose="02010600030101010101" pitchFamily="2" charset="-122"/>
              </a:rPr>
              <a:t>(CECT-AP)</a:t>
            </a:r>
            <a:r>
              <a:rPr lang="zh-CN" altLang="en-US" dirty="0">
                <a:latin typeface="宋体" panose="02010600030101010101" pitchFamily="2" charset="-122"/>
                <a:ea typeface="宋体" panose="02010600030101010101" pitchFamily="2" charset="-122"/>
              </a:rPr>
              <a:t>、静脉期</a:t>
            </a:r>
            <a:r>
              <a:rPr lang="en-US" altLang="zh-CN" dirty="0">
                <a:latin typeface="宋体" panose="02010600030101010101" pitchFamily="2" charset="-122"/>
                <a:ea typeface="宋体" panose="02010600030101010101" pitchFamily="2" charset="-122"/>
              </a:rPr>
              <a:t>(CECT-VP)</a:t>
            </a:r>
            <a:endParaRPr lang="zh-CN" altLang="en-US"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肿瘤分割</a:t>
            </a:r>
          </a:p>
          <a:p>
            <a:pPr>
              <a:lnSpc>
                <a:spcPct val="150000"/>
              </a:lnSpc>
            </a:pPr>
            <a:r>
              <a:rPr lang="en-US" altLang="zh-CN" dirty="0" err="1">
                <a:latin typeface="宋体" panose="02010600030101010101" pitchFamily="2" charset="-122"/>
                <a:ea typeface="宋体" panose="02010600030101010101" pitchFamily="2" charset="-122"/>
              </a:rPr>
              <a:t>nnU</a:t>
            </a:r>
            <a:r>
              <a:rPr lang="en-US" altLang="zh-CN" dirty="0">
                <a:latin typeface="宋体" panose="02010600030101010101" pitchFamily="2" charset="-122"/>
                <a:ea typeface="宋体" panose="02010600030101010101" pitchFamily="2" charset="-122"/>
              </a:rPr>
              <a:t>-Net </a:t>
            </a:r>
            <a:r>
              <a:rPr lang="zh-CN" altLang="en-US" dirty="0">
                <a:latin typeface="宋体" panose="02010600030101010101" pitchFamily="2" charset="-122"/>
                <a:ea typeface="宋体" panose="02010600030101010101" pitchFamily="2" charset="-122"/>
              </a:rPr>
              <a:t>自动分割肺癌病灶区域</a:t>
            </a:r>
          </a:p>
          <a:p>
            <a:pPr>
              <a:lnSpc>
                <a:spcPct val="150000"/>
              </a:lnSpc>
            </a:pP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特征提取</a:t>
            </a:r>
          </a:p>
          <a:p>
            <a:pPr>
              <a:lnSpc>
                <a:spcPct val="150000"/>
              </a:lnSpc>
            </a:pPr>
            <a:r>
              <a:rPr lang="zh-CN" altLang="en-US" dirty="0">
                <a:latin typeface="宋体" panose="02010600030101010101" pitchFamily="2" charset="-122"/>
                <a:ea typeface="宋体" panose="02010600030101010101" pitchFamily="2" charset="-122"/>
              </a:rPr>
              <a:t>提取 </a:t>
            </a:r>
            <a:r>
              <a:rPr lang="en-US" altLang="zh-CN" dirty="0">
                <a:latin typeface="宋体" panose="02010600030101010101" pitchFamily="2" charset="-122"/>
                <a:ea typeface="宋体" panose="02010600030101010101" pitchFamily="2" charset="-122"/>
              </a:rPr>
              <a:t>104 </a:t>
            </a:r>
            <a:r>
              <a:rPr lang="zh-CN" altLang="en-US" dirty="0">
                <a:latin typeface="宋体" panose="02010600030101010101" pitchFamily="2" charset="-122"/>
                <a:ea typeface="宋体" panose="02010600030101010101" pitchFamily="2" charset="-122"/>
              </a:rPr>
              <a:t>个影像组学特征（一阶统计、形状、纹理）</a:t>
            </a:r>
          </a:p>
          <a:p>
            <a:pPr>
              <a:lnSpc>
                <a:spcPct val="150000"/>
              </a:lnSpc>
            </a:pPr>
            <a:r>
              <a:rPr lang="en-US" altLang="zh-CN" dirty="0">
                <a:latin typeface="宋体" panose="02010600030101010101" pitchFamily="2" charset="-122"/>
                <a:ea typeface="宋体" panose="02010600030101010101" pitchFamily="2" charset="-122"/>
              </a:rPr>
              <a:t>4.K-Means </a:t>
            </a:r>
            <a:r>
              <a:rPr lang="zh-CN" altLang="en-US" dirty="0">
                <a:latin typeface="宋体" panose="02010600030101010101" pitchFamily="2" charset="-122"/>
                <a:ea typeface="宋体" panose="02010600030101010101" pitchFamily="2" charset="-122"/>
              </a:rPr>
              <a:t>聚类与量化</a:t>
            </a:r>
          </a:p>
          <a:p>
            <a:pPr>
              <a:lnSpc>
                <a:spcPct val="150000"/>
              </a:lnSpc>
            </a:pPr>
            <a:r>
              <a:rPr lang="zh-CN" altLang="en-US" dirty="0">
                <a:latin typeface="宋体" panose="02010600030101010101" pitchFamily="2" charset="-122"/>
                <a:ea typeface="宋体" panose="02010600030101010101" pitchFamily="2" charset="-122"/>
              </a:rPr>
              <a:t>无监督 </a:t>
            </a:r>
            <a:r>
              <a:rPr lang="en-US" altLang="zh-CN" dirty="0">
                <a:latin typeface="宋体" panose="02010600030101010101" pitchFamily="2" charset="-122"/>
                <a:ea typeface="宋体" panose="02010600030101010101" pitchFamily="2" charset="-122"/>
              </a:rPr>
              <a:t>K-Means </a:t>
            </a:r>
            <a:r>
              <a:rPr lang="zh-CN" altLang="en-US" dirty="0">
                <a:latin typeface="宋体" panose="02010600030101010101" pitchFamily="2" charset="-122"/>
                <a:ea typeface="宋体" panose="02010600030101010101" pitchFamily="2" charset="-122"/>
              </a:rPr>
              <a:t>聚类（</a:t>
            </a:r>
            <a:r>
              <a:rPr lang="en-US" altLang="zh-CN" dirty="0">
                <a:latin typeface="宋体" panose="02010600030101010101" pitchFamily="2" charset="-122"/>
                <a:ea typeface="宋体" panose="02010600030101010101" pitchFamily="2" charset="-122"/>
              </a:rPr>
              <a:t>k=6</a:t>
            </a:r>
            <a:r>
              <a:rPr lang="zh-CN" altLang="en-US" dirty="0">
                <a:latin typeface="宋体" panose="02010600030101010101" pitchFamily="2" charset="-122"/>
                <a:ea typeface="宋体" panose="02010600030101010101" pitchFamily="2" charset="-122"/>
              </a:rPr>
              <a:t>）识别肿瘤内部亚区域</a:t>
            </a:r>
          </a:p>
          <a:p>
            <a:pPr>
              <a:lnSpc>
                <a:spcPct val="150000"/>
              </a:lnSpc>
            </a:pPr>
            <a:r>
              <a:rPr lang="zh-CN" altLang="en-US" dirty="0">
                <a:latin typeface="宋体" panose="02010600030101010101" pitchFamily="2" charset="-122"/>
                <a:ea typeface="宋体" panose="02010600030101010101" pitchFamily="2" charset="-122"/>
              </a:rPr>
              <a:t>生成 </a:t>
            </a:r>
            <a:r>
              <a:rPr lang="en-US" altLang="zh-CN" dirty="0">
                <a:latin typeface="宋体" panose="02010600030101010101" pitchFamily="2" charset="-122"/>
                <a:ea typeface="宋体" panose="02010600030101010101" pitchFamily="2" charset="-122"/>
              </a:rPr>
              <a:t>ITH </a:t>
            </a:r>
            <a:r>
              <a:rPr lang="zh-CN" altLang="en-US" dirty="0">
                <a:latin typeface="宋体" panose="02010600030101010101" pitchFamily="2" charset="-122"/>
                <a:ea typeface="宋体" panose="02010600030101010101" pitchFamily="2" charset="-122"/>
              </a:rPr>
              <a:t>分布热图，计算</a:t>
            </a:r>
            <a:r>
              <a:rPr lang="en-US" altLang="zh-CN" dirty="0">
                <a:latin typeface="宋体" panose="02010600030101010101" pitchFamily="2" charset="-122"/>
                <a:ea typeface="宋体" panose="02010600030101010101" pitchFamily="2" charset="-122"/>
              </a:rPr>
              <a:t>ITH-</a:t>
            </a:r>
            <a:r>
              <a:rPr lang="en-US" altLang="zh-CN" dirty="0" err="1">
                <a:latin typeface="宋体" panose="02010600030101010101" pitchFamily="2" charset="-122"/>
                <a:ea typeface="宋体" panose="02010600030101010101" pitchFamily="2" charset="-122"/>
              </a:rPr>
              <a:t>Radscore</a:t>
            </a:r>
            <a:r>
              <a:rPr lang="zh-CN" altLang="en-US" dirty="0">
                <a:latin typeface="宋体" panose="02010600030101010101" pitchFamily="2" charset="-122"/>
                <a:ea typeface="宋体" panose="02010600030101010101" pitchFamily="2" charset="-122"/>
              </a:rPr>
              <a:t>评估异质性高低</a:t>
            </a:r>
          </a:p>
          <a:p>
            <a:pPr>
              <a:lnSpc>
                <a:spcPct val="150000"/>
              </a:lnSpc>
            </a:pP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验证分析</a:t>
            </a:r>
          </a:p>
          <a:p>
            <a:pPr>
              <a:lnSpc>
                <a:spcPct val="150000"/>
              </a:lnSpc>
            </a:pPr>
            <a:r>
              <a:rPr lang="zh-CN" altLang="en-US" dirty="0">
                <a:latin typeface="宋体" panose="02010600030101010101" pitchFamily="2" charset="-122"/>
                <a:ea typeface="宋体" panose="02010600030101010101" pitchFamily="2" charset="-122"/>
              </a:rPr>
              <a:t>与临床分期、病理分级、血管生成、免疫治疗响应做关联分析</a:t>
            </a:r>
          </a:p>
        </p:txBody>
      </p:sp>
      <p:pic>
        <p:nvPicPr>
          <p:cNvPr id="2" name="图片 1">
            <a:extLst>
              <a:ext uri="{FF2B5EF4-FFF2-40B4-BE49-F238E27FC236}">
                <a16:creationId xmlns:a16="http://schemas.microsoft.com/office/drawing/2014/main" id="{D69A4FB8-E017-E91B-083B-B4C5B9AD78FA}"/>
              </a:ext>
            </a:extLst>
          </p:cNvPr>
          <p:cNvPicPr>
            <a:picLocks noChangeAspect="1"/>
          </p:cNvPicPr>
          <p:nvPr/>
        </p:nvPicPr>
        <p:blipFill>
          <a:blip r:embed="rId4"/>
          <a:stretch>
            <a:fillRect/>
          </a:stretch>
        </p:blipFill>
        <p:spPr>
          <a:xfrm>
            <a:off x="6837911" y="1039248"/>
            <a:ext cx="5246111" cy="5381739"/>
          </a:xfrm>
          <a:prstGeom prst="rect">
            <a:avLst/>
          </a:prstGeom>
        </p:spPr>
      </p:pic>
    </p:spTree>
    <p:extLst>
      <p:ext uri="{BB962C8B-B14F-4D97-AF65-F5344CB8AC3E}">
        <p14:creationId xmlns:p14="http://schemas.microsoft.com/office/powerpoint/2010/main" val="4164807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57A73-4A99-A2F1-FDC5-DF5312C640D9}"/>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8161814C-53D5-2EE3-90DD-DF031DE853D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89E6259D-54F6-812C-42F7-F8B57868ABD3}"/>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38DD3357-4B51-06C8-04EE-B1484BA59507}"/>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D5F3E66B-BCC7-D145-DE8D-EEC7D928D41D}"/>
              </a:ext>
            </a:extLst>
          </p:cNvPr>
          <p:cNvSpPr txBox="1"/>
          <p:nvPr/>
        </p:nvSpPr>
        <p:spPr>
          <a:xfrm>
            <a:off x="522843" y="322423"/>
            <a:ext cx="11173855"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论文案例三</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1919C2E6-4856-1A84-7D30-6C500DE61EF5}"/>
              </a:ext>
            </a:extLst>
          </p:cNvPr>
          <p:cNvSpPr txBox="1"/>
          <p:nvPr/>
        </p:nvSpPr>
        <p:spPr>
          <a:xfrm>
            <a:off x="522844" y="936625"/>
            <a:ext cx="11173854" cy="5475025"/>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实验结果与核心结论</a:t>
            </a:r>
          </a:p>
          <a:p>
            <a:pPr>
              <a:lnSpc>
                <a:spcPct val="150000"/>
              </a:lnSpc>
            </a:pP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异质性可视化</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识别两种 </a:t>
            </a:r>
            <a:r>
              <a:rPr lang="en-US" altLang="zh-CN" dirty="0">
                <a:latin typeface="宋体" panose="02010600030101010101" pitchFamily="2" charset="-122"/>
                <a:ea typeface="宋体" panose="02010600030101010101" pitchFamily="2" charset="-122"/>
              </a:rPr>
              <a:t>ITH </a:t>
            </a:r>
            <a:r>
              <a:rPr lang="zh-CN" altLang="en-US" dirty="0">
                <a:latin typeface="宋体" panose="02010600030101010101" pitchFamily="2" charset="-122"/>
                <a:ea typeface="宋体" panose="02010600030101010101" pitchFamily="2" charset="-122"/>
              </a:rPr>
              <a:t>模式：年轮型（低异质性）、弥散型（高异质性）</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弥散型 </a:t>
            </a:r>
            <a:r>
              <a:rPr lang="en-US" altLang="zh-CN" dirty="0">
                <a:latin typeface="宋体" panose="02010600030101010101" pitchFamily="2" charset="-122"/>
                <a:ea typeface="宋体" panose="02010600030101010101" pitchFamily="2" charset="-122"/>
              </a:rPr>
              <a:t>ITH-</a:t>
            </a:r>
            <a:r>
              <a:rPr lang="en-US" altLang="zh-CN" dirty="0" err="1">
                <a:latin typeface="宋体" panose="02010600030101010101" pitchFamily="2" charset="-122"/>
                <a:ea typeface="宋体" panose="02010600030101010101" pitchFamily="2" charset="-122"/>
              </a:rPr>
              <a:t>Radscore</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显著更高（</a:t>
            </a:r>
            <a:r>
              <a:rPr lang="en-US" altLang="zh-CN" dirty="0">
                <a:latin typeface="宋体" panose="02010600030101010101" pitchFamily="2" charset="-122"/>
                <a:ea typeface="宋体" panose="02010600030101010101" pitchFamily="2" charset="-122"/>
              </a:rPr>
              <a:t>P&lt;0.001</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影像期相对比</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平扫 </a:t>
            </a:r>
            <a:r>
              <a:rPr lang="en-US" altLang="zh-CN" dirty="0">
                <a:latin typeface="宋体" panose="02010600030101010101" pitchFamily="2" charset="-122"/>
                <a:ea typeface="宋体" panose="02010600030101010101" pitchFamily="2" charset="-122"/>
              </a:rPr>
              <a:t>CT</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UECT</a:t>
            </a:r>
            <a:r>
              <a:rPr lang="zh-CN" altLang="en-US" dirty="0">
                <a:latin typeface="宋体" panose="02010600030101010101" pitchFamily="2" charset="-122"/>
                <a:ea typeface="宋体" panose="02010600030101010101" pitchFamily="2" charset="-122"/>
              </a:rPr>
              <a:t>）的 </a:t>
            </a:r>
            <a:r>
              <a:rPr lang="en-US" altLang="zh-CN" dirty="0">
                <a:latin typeface="宋体" panose="02010600030101010101" pitchFamily="2" charset="-122"/>
                <a:ea typeface="宋体" panose="02010600030101010101" pitchFamily="2" charset="-122"/>
              </a:rPr>
              <a:t>ITH-</a:t>
            </a:r>
            <a:r>
              <a:rPr lang="en-US" altLang="zh-CN" dirty="0" err="1">
                <a:latin typeface="宋体" panose="02010600030101010101" pitchFamily="2" charset="-122"/>
                <a:ea typeface="宋体" panose="02010600030101010101" pitchFamily="2" charset="-122"/>
              </a:rPr>
              <a:t>Radscore</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高于增强 </a:t>
            </a:r>
            <a:r>
              <a:rPr lang="en-US" altLang="zh-CN" dirty="0">
                <a:latin typeface="宋体" panose="02010600030101010101" pitchFamily="2" charset="-122"/>
                <a:ea typeface="宋体" panose="02010600030101010101" pitchFamily="2" charset="-122"/>
              </a:rPr>
              <a:t>CT</a:t>
            </a:r>
            <a:r>
              <a:rPr lang="zh-CN" altLang="en-US" dirty="0">
                <a:latin typeface="宋体" panose="02010600030101010101" pitchFamily="2" charset="-122"/>
                <a:ea typeface="宋体" panose="02010600030101010101" pitchFamily="2" charset="-122"/>
              </a:rPr>
              <a:t>，对异质性更敏感</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临床价值</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ITH-</a:t>
            </a:r>
            <a:r>
              <a:rPr lang="en-US" altLang="zh-CN" dirty="0" err="1">
                <a:latin typeface="宋体" panose="02010600030101010101" pitchFamily="2" charset="-122"/>
                <a:ea typeface="宋体" panose="02010600030101010101" pitchFamily="2" charset="-122"/>
              </a:rPr>
              <a:t>Radscore</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随</a:t>
            </a:r>
            <a:r>
              <a:rPr lang="en-US" altLang="zh-CN" dirty="0">
                <a:latin typeface="宋体" panose="02010600030101010101" pitchFamily="2" charset="-122"/>
                <a:ea typeface="宋体" panose="02010600030101010101" pitchFamily="2" charset="-122"/>
              </a:rPr>
              <a:t>TNM </a:t>
            </a:r>
            <a:r>
              <a:rPr lang="zh-CN" altLang="en-US" dirty="0">
                <a:latin typeface="宋体" panose="02010600030101010101" pitchFamily="2" charset="-122"/>
                <a:ea typeface="宋体" panose="02010600030101010101" pitchFamily="2" charset="-122"/>
              </a:rPr>
              <a:t>分期升高、病理分级变差、脉管侵犯显著上升</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高 </a:t>
            </a:r>
            <a:r>
              <a:rPr lang="en-US" altLang="zh-CN" dirty="0">
                <a:latin typeface="宋体" panose="02010600030101010101" pitchFamily="2" charset="-122"/>
                <a:ea typeface="宋体" panose="02010600030101010101" pitchFamily="2" charset="-122"/>
              </a:rPr>
              <a:t>ITH-</a:t>
            </a:r>
            <a:r>
              <a:rPr lang="en-US" altLang="zh-CN" dirty="0" err="1">
                <a:latin typeface="宋体" panose="02010600030101010101" pitchFamily="2" charset="-122"/>
                <a:ea typeface="宋体" panose="02010600030101010101" pitchFamily="2" charset="-122"/>
              </a:rPr>
              <a:t>Radscore</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与免疫治疗无效（</a:t>
            </a:r>
            <a:r>
              <a:rPr lang="en-US" altLang="zh-CN" dirty="0">
                <a:latin typeface="宋体" panose="02010600030101010101" pitchFamily="2" charset="-122"/>
                <a:ea typeface="宋体" panose="02010600030101010101" pitchFamily="2" charset="-122"/>
              </a:rPr>
              <a:t>PD</a:t>
            </a:r>
            <a:r>
              <a:rPr lang="zh-CN" altLang="en-US" dirty="0">
                <a:latin typeface="宋体" panose="02010600030101010101" pitchFamily="2" charset="-122"/>
                <a:ea typeface="宋体" panose="02010600030101010101" pitchFamily="2" charset="-122"/>
              </a:rPr>
              <a:t>）显著相关</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可作为无创影像生物标志物</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结论</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K-Means </a:t>
            </a:r>
            <a:r>
              <a:rPr lang="zh-CN" altLang="en-US" dirty="0">
                <a:latin typeface="宋体" panose="02010600030101010101" pitchFamily="2" charset="-122"/>
                <a:ea typeface="宋体" panose="02010600030101010101" pitchFamily="2" charset="-122"/>
              </a:rPr>
              <a:t>聚类可有效量化 </a:t>
            </a:r>
            <a:r>
              <a:rPr lang="en-US" altLang="zh-CN" dirty="0">
                <a:latin typeface="宋体" panose="02010600030101010101" pitchFamily="2" charset="-122"/>
                <a:ea typeface="宋体" panose="02010600030101010101" pitchFamily="2" charset="-122"/>
              </a:rPr>
              <a:t>NSCLC </a:t>
            </a:r>
            <a:r>
              <a:rPr lang="zh-CN" altLang="en-US" dirty="0">
                <a:latin typeface="宋体" panose="02010600030101010101" pitchFamily="2" charset="-122"/>
                <a:ea typeface="宋体" panose="02010600030101010101" pitchFamily="2" charset="-122"/>
              </a:rPr>
              <a:t>瘤内异质性</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ITH-</a:t>
            </a:r>
            <a:r>
              <a:rPr lang="en-US" altLang="zh-CN" dirty="0" err="1">
                <a:latin typeface="宋体" panose="02010600030101010101" pitchFamily="2" charset="-122"/>
                <a:ea typeface="宋体" panose="02010600030101010101" pitchFamily="2" charset="-122"/>
              </a:rPr>
              <a:t>Radscore</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可用于预后分层与免疫治疗获益筛选</a:t>
            </a:r>
          </a:p>
        </p:txBody>
      </p:sp>
      <p:pic>
        <p:nvPicPr>
          <p:cNvPr id="2" name="图片 1">
            <a:extLst>
              <a:ext uri="{FF2B5EF4-FFF2-40B4-BE49-F238E27FC236}">
                <a16:creationId xmlns:a16="http://schemas.microsoft.com/office/drawing/2014/main" id="{A712FE28-831B-A995-F4AF-6FB91113833F}"/>
              </a:ext>
            </a:extLst>
          </p:cNvPr>
          <p:cNvPicPr>
            <a:picLocks noChangeAspect="1"/>
          </p:cNvPicPr>
          <p:nvPr/>
        </p:nvPicPr>
        <p:blipFill>
          <a:blip r:embed="rId4"/>
          <a:stretch>
            <a:fillRect/>
          </a:stretch>
        </p:blipFill>
        <p:spPr>
          <a:xfrm>
            <a:off x="6230976" y="4507718"/>
            <a:ext cx="5465722" cy="1936673"/>
          </a:xfrm>
          <a:prstGeom prst="rect">
            <a:avLst/>
          </a:prstGeom>
        </p:spPr>
      </p:pic>
    </p:spTree>
    <p:extLst>
      <p:ext uri="{BB962C8B-B14F-4D97-AF65-F5344CB8AC3E}">
        <p14:creationId xmlns:p14="http://schemas.microsoft.com/office/powerpoint/2010/main" val="683005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EE951-2348-8283-DD3E-3D48C0C376AC}"/>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C9034BF6-416E-E4EB-0E5F-9808600BC75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92C910DE-9E73-34E1-F91F-1344297AAFE7}"/>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C9FA25F-E087-1308-D9EB-4A4F71F5E24B}"/>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C6B83706-0A68-32D1-1885-635A4FA559C7}"/>
              </a:ext>
            </a:extLst>
          </p:cNvPr>
          <p:cNvSpPr txBox="1"/>
          <p:nvPr/>
        </p:nvSpPr>
        <p:spPr>
          <a:xfrm>
            <a:off x="563033" y="338793"/>
            <a:ext cx="9727099"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实验课内容</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06373DDA-2D19-33F3-68D6-680512C9A172}"/>
              </a:ext>
            </a:extLst>
          </p:cNvPr>
          <p:cNvSpPr txBox="1"/>
          <p:nvPr/>
        </p:nvSpPr>
        <p:spPr>
          <a:xfrm>
            <a:off x="563033" y="936625"/>
            <a:ext cx="10923334" cy="3713517"/>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任务：对鸢尾花数据进行聚类分析</a:t>
            </a:r>
          </a:p>
          <a:p>
            <a:pPr>
              <a:lnSpc>
                <a:spcPct val="150000"/>
              </a:lnSpc>
            </a:pPr>
            <a:r>
              <a:rPr lang="zh-CN" altLang="en-US" sz="2000" b="1" dirty="0">
                <a:latin typeface="宋体" panose="02010600030101010101" pitchFamily="2" charset="-122"/>
                <a:ea typeface="宋体" panose="02010600030101010101" pitchFamily="2" charset="-122"/>
              </a:rPr>
              <a:t>要求：</a:t>
            </a:r>
          </a:p>
          <a:p>
            <a:pPr>
              <a:lnSpc>
                <a:spcPct val="150000"/>
              </a:lnSpc>
            </a:pPr>
            <a:r>
              <a:rPr lang="en-US" altLang="zh-CN" sz="2000" b="1" dirty="0">
                <a:latin typeface="宋体" panose="02010600030101010101" pitchFamily="2" charset="-122"/>
                <a:ea typeface="宋体" panose="02010600030101010101" pitchFamily="2" charset="-122"/>
              </a:rPr>
              <a:t>1. </a:t>
            </a:r>
            <a:r>
              <a:rPr lang="zh-CN" altLang="en-US" sz="2000" b="1" dirty="0">
                <a:latin typeface="宋体" panose="02010600030101010101" pitchFamily="2" charset="-122"/>
                <a:ea typeface="宋体" panose="02010600030101010101" pitchFamily="2" charset="-122"/>
              </a:rPr>
              <a:t>加载 </a:t>
            </a:r>
            <a:r>
              <a:rPr lang="en-US" altLang="zh-CN" sz="2000" b="1" dirty="0">
                <a:latin typeface="宋体" panose="02010600030101010101" pitchFamily="2" charset="-122"/>
                <a:ea typeface="宋体" panose="02010600030101010101" pitchFamily="2" charset="-122"/>
              </a:rPr>
              <a:t>Iris </a:t>
            </a:r>
            <a:r>
              <a:rPr lang="zh-CN" altLang="en-US" sz="2000" b="1" dirty="0">
                <a:latin typeface="宋体" panose="02010600030101010101" pitchFamily="2" charset="-122"/>
                <a:ea typeface="宋体" panose="02010600030101010101" pitchFamily="2" charset="-122"/>
              </a:rPr>
              <a:t>数据集（仅使用特征，不使用标签）</a:t>
            </a:r>
          </a:p>
          <a:p>
            <a:pPr>
              <a:lnSpc>
                <a:spcPct val="150000"/>
              </a:lnSpc>
            </a:pPr>
            <a:r>
              <a:rPr lang="en-US" altLang="zh-CN" sz="2000" b="1" dirty="0">
                <a:latin typeface="宋体" panose="02010600030101010101" pitchFamily="2" charset="-122"/>
                <a:ea typeface="宋体" panose="02010600030101010101" pitchFamily="2" charset="-122"/>
              </a:rPr>
              <a:t>2. </a:t>
            </a:r>
            <a:r>
              <a:rPr lang="zh-CN" altLang="en-US" sz="2000" b="1" dirty="0">
                <a:latin typeface="宋体" panose="02010600030101010101" pitchFamily="2" charset="-122"/>
                <a:ea typeface="宋体" panose="02010600030101010101" pitchFamily="2" charset="-122"/>
              </a:rPr>
              <a:t>使用 </a:t>
            </a:r>
            <a:r>
              <a:rPr lang="en-US" altLang="zh-CN" sz="2000" b="1" dirty="0">
                <a:latin typeface="宋体" panose="02010600030101010101" pitchFamily="2" charset="-122"/>
                <a:ea typeface="宋体" panose="02010600030101010101" pitchFamily="2" charset="-122"/>
              </a:rPr>
              <a:t>K-Means </a:t>
            </a:r>
            <a:r>
              <a:rPr lang="zh-CN" altLang="en-US" sz="2000" b="1" dirty="0">
                <a:latin typeface="宋体" panose="02010600030101010101" pitchFamily="2" charset="-122"/>
                <a:ea typeface="宋体" panose="02010600030101010101" pitchFamily="2" charset="-122"/>
              </a:rPr>
              <a:t>聚类。</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3. </a:t>
            </a:r>
            <a:r>
              <a:rPr lang="zh-CN" altLang="en-US" sz="2000" b="1" dirty="0">
                <a:latin typeface="宋体" panose="02010600030101010101" pitchFamily="2" charset="-122"/>
                <a:ea typeface="宋体" panose="02010600030101010101" pitchFamily="2" charset="-122"/>
              </a:rPr>
              <a:t>可视化聚类结果</a:t>
            </a:r>
          </a:p>
          <a:p>
            <a:pPr>
              <a:lnSpc>
                <a:spcPct val="150000"/>
              </a:lnSpc>
            </a:pPr>
            <a:r>
              <a:rPr lang="en-US" altLang="zh-CN" sz="2000" b="1" dirty="0">
                <a:latin typeface="宋体" panose="02010600030101010101" pitchFamily="2" charset="-122"/>
                <a:ea typeface="宋体" panose="02010600030101010101" pitchFamily="2" charset="-122"/>
              </a:rPr>
              <a:t>4. </a:t>
            </a:r>
            <a:r>
              <a:rPr lang="zh-CN" altLang="en-US" sz="2000" b="1" dirty="0">
                <a:latin typeface="宋体" panose="02010600030101010101" pitchFamily="2" charset="-122"/>
                <a:ea typeface="宋体" panose="02010600030101010101" pitchFamily="2" charset="-122"/>
              </a:rPr>
              <a:t>对比聚类结果与真实标签</a:t>
            </a:r>
          </a:p>
          <a:p>
            <a:pPr>
              <a:lnSpc>
                <a:spcPct val="150000"/>
              </a:lnSpc>
            </a:pPr>
            <a:endParaRPr lang="zh-CN" altLang="en-US" sz="2000" b="1"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思考：聚类结果与真实分类一致吗？为什么？</a:t>
            </a:r>
            <a:endParaRPr lang="zh-CN"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28207356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8819</TotalTime>
  <Words>2473</Words>
  <Application>Microsoft Office PowerPoint</Application>
  <PresentationFormat>宽屏</PresentationFormat>
  <Paragraphs>215</Paragraphs>
  <Slides>18</Slides>
  <Notes>18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等线</vt:lpstr>
      <vt:lpstr>等线 Light</vt:lpstr>
      <vt:lpstr>宋体</vt:lpstr>
      <vt:lpstr>微软雅黑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jiancong zheng</dc:creator>
  <cp:lastModifiedBy>保群 王</cp:lastModifiedBy>
  <cp:revision>183</cp:revision>
  <dcterms:created xsi:type="dcterms:W3CDTF">2024-03-06T13:20:18Z</dcterms:created>
  <dcterms:modified xsi:type="dcterms:W3CDTF">2026-05-20T12:42:33Z</dcterms:modified>
</cp:coreProperties>
</file>